
<file path=[Content_Types].xml><?xml version="1.0" encoding="utf-8"?>
<Types xmlns="http://schemas.openxmlformats.org/package/2006/content-types">
  <Default Extension="jpeg" ContentType="image/jpeg"/>
  <Default Extension="JPG" ContentType="image/.jpg"/>
  <Default Extension="png" ContentType="image/png"/>
  <Default Extension="wdp" ContentType="image/vnd.ms-photo"/>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3"/>
  </p:notesMasterIdLst>
  <p:handoutMasterIdLst>
    <p:handoutMasterId r:id="rId34"/>
  </p:handoutMasterIdLst>
  <p:sldIdLst>
    <p:sldId id="257" r:id="rId3"/>
    <p:sldId id="678" r:id="rId4"/>
    <p:sldId id="664" r:id="rId5"/>
    <p:sldId id="836" r:id="rId6"/>
    <p:sldId id="811" r:id="rId7"/>
    <p:sldId id="812" r:id="rId8"/>
    <p:sldId id="813" r:id="rId9"/>
    <p:sldId id="814" r:id="rId10"/>
    <p:sldId id="815" r:id="rId11"/>
    <p:sldId id="816" r:id="rId12"/>
    <p:sldId id="817" r:id="rId13"/>
    <p:sldId id="818" r:id="rId14"/>
    <p:sldId id="819" r:id="rId15"/>
    <p:sldId id="820" r:id="rId16"/>
    <p:sldId id="821" r:id="rId17"/>
    <p:sldId id="822" r:id="rId18"/>
    <p:sldId id="823" r:id="rId19"/>
    <p:sldId id="824" r:id="rId20"/>
    <p:sldId id="825" r:id="rId21"/>
    <p:sldId id="826" r:id="rId22"/>
    <p:sldId id="827" r:id="rId23"/>
    <p:sldId id="829" r:id="rId24"/>
    <p:sldId id="830" r:id="rId25"/>
    <p:sldId id="831" r:id="rId26"/>
    <p:sldId id="832" r:id="rId27"/>
    <p:sldId id="833" r:id="rId28"/>
    <p:sldId id="834" r:id="rId29"/>
    <p:sldId id="828" r:id="rId30"/>
    <p:sldId id="835" r:id="rId31"/>
    <p:sldId id="364" r:id="rId32"/>
  </p:sldIdLst>
  <p:sldSz cx="12192000" cy="6858000"/>
  <p:notesSz cx="9928225" cy="6797675"/>
  <p:custDataLst>
    <p:tags r:id="rId38"/>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pos="3840" userDrawn="1">
          <p15:clr>
            <a:srgbClr val="A4A3A4"/>
          </p15:clr>
        </p15:guide>
        <p15:guide id="2" orient="horz" pos="1389"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926A"/>
    <a:srgbClr val="04926A"/>
    <a:srgbClr val="4A7BA8"/>
    <a:srgbClr val="A9D18E"/>
    <a:srgbClr val="C5E0B4"/>
    <a:srgbClr val="019B4E"/>
    <a:srgbClr val="1D9D79"/>
    <a:srgbClr val="3333CC"/>
    <a:srgbClr val="335AE6"/>
    <a:srgbClr val="EEF9F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73" autoAdjust="0"/>
    <p:restoredTop sz="97078" autoAdjust="0"/>
  </p:normalViewPr>
  <p:slideViewPr>
    <p:cSldViewPr snapToGrid="0" showGuides="1">
      <p:cViewPr varScale="1">
        <p:scale>
          <a:sx n="77" d="100"/>
          <a:sy n="77" d="100"/>
        </p:scale>
        <p:origin x="244" y="60"/>
      </p:cViewPr>
      <p:guideLst>
        <p:guide pos="3840"/>
        <p:guide orient="horz" pos="1389"/>
      </p:guideLst>
    </p:cSldViewPr>
  </p:slideViewPr>
  <p:notesTextViewPr>
    <p:cViewPr>
      <p:scale>
        <a:sx n="1" d="1"/>
        <a:sy n="1" d="1"/>
      </p:scale>
      <p:origin x="0" y="0"/>
    </p:cViewPr>
  </p:notesTextViewPr>
  <p:notesViewPr>
    <p:cSldViewPr snapToGrid="0">
      <p:cViewPr varScale="1">
        <p:scale>
          <a:sx n="86" d="100"/>
          <a:sy n="86" d="100"/>
        </p:scale>
        <p:origin x="3864" y="108"/>
      </p:cViewPr>
      <p:guideLst/>
    </p:cSldViewPr>
  </p:notesViewPr>
  <p:gridSpacing cx="72000" cy="720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8" Type="http://schemas.openxmlformats.org/officeDocument/2006/relationships/tags" Target="tags/tag6.xml"/><Relationship Id="rId37" Type="http://schemas.openxmlformats.org/officeDocument/2006/relationships/tableStyles" Target="tableStyles.xml"/><Relationship Id="rId36" Type="http://schemas.openxmlformats.org/officeDocument/2006/relationships/viewProps" Target="viewProps.xml"/><Relationship Id="rId35" Type="http://schemas.openxmlformats.org/officeDocument/2006/relationships/presProps" Target="presProps.xml"/><Relationship Id="rId34" Type="http://schemas.openxmlformats.org/officeDocument/2006/relationships/handoutMaster" Target="handoutMasters/handoutMaster1.xml"/><Relationship Id="rId33" Type="http://schemas.openxmlformats.org/officeDocument/2006/relationships/notesMaster" Target="notesMasters/notesMaster1.xml"/><Relationship Id="rId32" Type="http://schemas.openxmlformats.org/officeDocument/2006/relationships/slide" Target="slides/slide30.xml"/><Relationship Id="rId31" Type="http://schemas.openxmlformats.org/officeDocument/2006/relationships/slide" Target="slides/slide29.xml"/><Relationship Id="rId30" Type="http://schemas.openxmlformats.org/officeDocument/2006/relationships/slide" Target="slides/slide28.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1"/>
            <a:ext cx="4302231" cy="341064"/>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5623697" y="1"/>
            <a:ext cx="4302231" cy="341064"/>
          </a:xfrm>
          <a:prstGeom prst="rect">
            <a:avLst/>
          </a:prstGeom>
        </p:spPr>
        <p:txBody>
          <a:bodyPr vert="horz" lIns="91440" tIns="45720" rIns="91440" bIns="45720" rtlCol="0"/>
          <a:lstStyle>
            <a:lvl1pPr algn="r">
              <a:defRPr sz="1200"/>
            </a:lvl1pPr>
          </a:lstStyle>
          <a:p>
            <a:fld id="{CD661C34-6C36-4319-A46B-BB551073C321}" type="datetimeFigureOut">
              <a:rPr lang="zh-CN" altLang="en-US" smtClean="0"/>
            </a:fld>
            <a:endParaRPr lang="zh-CN" altLang="en-US"/>
          </a:p>
        </p:txBody>
      </p:sp>
      <p:sp>
        <p:nvSpPr>
          <p:cNvPr id="4" name="页脚占位符 3"/>
          <p:cNvSpPr>
            <a:spLocks noGrp="1"/>
          </p:cNvSpPr>
          <p:nvPr>
            <p:ph type="ftr" sz="quarter" idx="2"/>
          </p:nvPr>
        </p:nvSpPr>
        <p:spPr>
          <a:xfrm>
            <a:off x="0" y="6456612"/>
            <a:ext cx="4302231" cy="341063"/>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5623697" y="6456612"/>
            <a:ext cx="4302231" cy="341063"/>
          </a:xfrm>
          <a:prstGeom prst="rect">
            <a:avLst/>
          </a:prstGeom>
        </p:spPr>
        <p:txBody>
          <a:bodyPr vert="horz" lIns="91440" tIns="45720" rIns="91440" bIns="45720" rtlCol="0" anchor="b"/>
          <a:lstStyle>
            <a:lvl1pPr algn="r">
              <a:defRPr sz="1200"/>
            </a:lvl1pPr>
          </a:lstStyle>
          <a:p>
            <a:fld id="{D3A3AE40-E968-4202-8EA4-C293C1D84F80}"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1"/>
            <a:ext cx="4302231" cy="341064"/>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5623697" y="1"/>
            <a:ext cx="4302231" cy="341064"/>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2925763" y="849313"/>
            <a:ext cx="4076700" cy="2293937"/>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992823" y="3271381"/>
            <a:ext cx="7942580" cy="2676585"/>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6456612"/>
            <a:ext cx="4302231" cy="341063"/>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5623697" y="6456612"/>
            <a:ext cx="4302231" cy="341063"/>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4" Type="http://schemas.openxmlformats.org/officeDocument/2006/relationships/image" Target="../media/image3.png"/><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
        <p:nvSpPr>
          <p:cNvPr id="15" name="Rectangle 1"/>
          <p:cNvSpPr/>
          <p:nvPr userDrawn="1"/>
        </p:nvSpPr>
        <p:spPr>
          <a:xfrm>
            <a:off x="297498" y="6546328"/>
            <a:ext cx="82948" cy="81477"/>
          </a:xfrm>
          <a:prstGeom prst="rect">
            <a:avLst/>
          </a:prstGeom>
          <a:gradFill flip="none" rotWithShape="1">
            <a:gsLst>
              <a:gs pos="0">
                <a:srgbClr val="009E47">
                  <a:alpha val="73000"/>
                </a:srgbClr>
              </a:gs>
              <a:gs pos="61000">
                <a:srgbClr val="039463"/>
              </a:gs>
              <a:gs pos="100000">
                <a:srgbClr val="068885"/>
              </a:gs>
            </a:gsLst>
            <a:path path="circle">
              <a:fillToRect t="100000" r="100000"/>
            </a:path>
            <a:tileRect l="-100000" b="-100000"/>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rgbClr val="FFFFFF"/>
              </a:solidFill>
              <a:effectLst/>
              <a:uLnTx/>
              <a:uFillTx/>
              <a:latin typeface="Calibri" panose="020F0502020204030204"/>
              <a:ea typeface="+mn-ea"/>
              <a:cs typeface="+mn-cs"/>
            </a:endParaRPr>
          </a:p>
        </p:txBody>
      </p:sp>
      <p:sp>
        <p:nvSpPr>
          <p:cNvPr id="17" name="Rectangle 1"/>
          <p:cNvSpPr/>
          <p:nvPr userDrawn="1"/>
        </p:nvSpPr>
        <p:spPr>
          <a:xfrm rot="2659048">
            <a:off x="8885680" y="172138"/>
            <a:ext cx="147664" cy="140036"/>
          </a:xfrm>
          <a:prstGeom prst="rect">
            <a:avLst/>
          </a:prstGeom>
          <a:gradFill flip="none" rotWithShape="1">
            <a:gsLst>
              <a:gs pos="0">
                <a:srgbClr val="009E47">
                  <a:alpha val="73000"/>
                </a:srgbClr>
              </a:gs>
              <a:gs pos="61000">
                <a:srgbClr val="039463"/>
              </a:gs>
              <a:gs pos="100000">
                <a:srgbClr val="068885"/>
              </a:gs>
            </a:gsLst>
            <a:path path="circle">
              <a:fillToRect t="100000" r="100000"/>
            </a:path>
            <a:tileRect l="-100000" b="-100000"/>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rgbClr val="FFFFFF"/>
              </a:solidFill>
              <a:effectLst/>
              <a:uLnTx/>
              <a:uFillTx/>
              <a:latin typeface="Calibri" panose="020F0502020204030204"/>
              <a:ea typeface="+mn-ea"/>
              <a:cs typeface="+mn-cs"/>
            </a:endParaRPr>
          </a:p>
        </p:txBody>
      </p:sp>
      <p:sp>
        <p:nvSpPr>
          <p:cNvPr id="18" name="矩形 17"/>
          <p:cNvSpPr/>
          <p:nvPr userDrawn="1"/>
        </p:nvSpPr>
        <p:spPr>
          <a:xfrm>
            <a:off x="476828" y="6435405"/>
            <a:ext cx="1420582" cy="307777"/>
          </a:xfrm>
          <a:prstGeom prst="rect">
            <a:avLst/>
          </a:prstGeom>
        </p:spPr>
        <p:txBody>
          <a:bodyPr wrap="none">
            <a:spAutoFit/>
          </a:bodyPr>
          <a:lstStyle/>
          <a:p>
            <a:r>
              <a:rPr lang="zh-CN" altLang="en-US" sz="1400" dirty="0">
                <a:solidFill>
                  <a:schemeClr val="bg1">
                    <a:lumMod val="50000"/>
                  </a:schemeClr>
                </a:solidFill>
                <a:latin typeface="微软雅黑" panose="020B0503020204020204" pitchFamily="34" charset="-122"/>
                <a:ea typeface="微软雅黑" panose="020B0503020204020204" pitchFamily="34" charset="-122"/>
              </a:rPr>
              <a:t>第三节   全微分</a:t>
            </a:r>
            <a:endParaRPr lang="zh-CN" altLang="en-US" sz="1400" dirty="0">
              <a:solidFill>
                <a:schemeClr val="bg1">
                  <a:lumMod val="50000"/>
                </a:schemeClr>
              </a:solidFill>
              <a:latin typeface="微软雅黑" panose="020B0503020204020204" pitchFamily="34" charset="-122"/>
              <a:ea typeface="微软雅黑" panose="020B0503020204020204" pitchFamily="34" charset="-122"/>
            </a:endParaRPr>
          </a:p>
        </p:txBody>
      </p:sp>
      <p:sp>
        <p:nvSpPr>
          <p:cNvPr id="19" name="矩形 18"/>
          <p:cNvSpPr/>
          <p:nvPr userDrawn="1"/>
        </p:nvSpPr>
        <p:spPr>
          <a:xfrm>
            <a:off x="9140852" y="112357"/>
            <a:ext cx="2856872" cy="307777"/>
          </a:xfrm>
          <a:prstGeom prst="rect">
            <a:avLst/>
          </a:prstGeom>
        </p:spPr>
        <p:txBody>
          <a:bodyPr wrap="none">
            <a:spAutoFit/>
          </a:bodyPr>
          <a:lstStyle/>
          <a:p>
            <a:r>
              <a:rPr lang="zh-CN" altLang="en-US" sz="1400" dirty="0">
                <a:solidFill>
                  <a:schemeClr val="bg1">
                    <a:lumMod val="50000"/>
                  </a:schemeClr>
                </a:solidFill>
                <a:latin typeface="微软雅黑" panose="020B0503020204020204" pitchFamily="34" charset="-122"/>
                <a:ea typeface="微软雅黑" panose="020B0503020204020204" pitchFamily="34" charset="-122"/>
              </a:rPr>
              <a:t>第九章   </a:t>
            </a:r>
            <a:r>
              <a:rPr lang="zh-CN" altLang="en-US" sz="1400" kern="1200" dirty="0">
                <a:solidFill>
                  <a:schemeClr val="bg1">
                    <a:lumMod val="50000"/>
                  </a:schemeClr>
                </a:solidFill>
                <a:latin typeface="微软雅黑" panose="020B0503020204020204" pitchFamily="34" charset="-122"/>
                <a:ea typeface="微软雅黑" panose="020B0503020204020204" pitchFamily="34" charset="-122"/>
                <a:cs typeface="+mn-cs"/>
              </a:rPr>
              <a:t>多元函数微分法及其应用</a:t>
            </a:r>
            <a:endParaRPr lang="zh-CN" altLang="en-US" sz="1400" kern="1200" dirty="0">
              <a:solidFill>
                <a:schemeClr val="bg1">
                  <a:lumMod val="50000"/>
                </a:schemeClr>
              </a:solidFill>
              <a:latin typeface="微软雅黑" panose="020B0503020204020204" pitchFamily="34" charset="-122"/>
              <a:ea typeface="微软雅黑" panose="020B0503020204020204" pitchFamily="34" charset="-122"/>
              <a:cs typeface="+mn-cs"/>
            </a:endParaRPr>
          </a:p>
        </p:txBody>
      </p:sp>
      <p:cxnSp>
        <p:nvCxnSpPr>
          <p:cNvPr id="20" name="直接连接符 19"/>
          <p:cNvCxnSpPr/>
          <p:nvPr userDrawn="1"/>
        </p:nvCxnSpPr>
        <p:spPr>
          <a:xfrm>
            <a:off x="0" y="251555"/>
            <a:ext cx="8665828" cy="0"/>
          </a:xfrm>
          <a:prstGeom prst="line">
            <a:avLst/>
          </a:prstGeom>
          <a:ln>
            <a:solidFill>
              <a:srgbClr val="04926A"/>
            </a:solidFill>
          </a:ln>
        </p:spPr>
        <p:style>
          <a:lnRef idx="1">
            <a:schemeClr val="accent1"/>
          </a:lnRef>
          <a:fillRef idx="0">
            <a:schemeClr val="accent1"/>
          </a:fillRef>
          <a:effectRef idx="0">
            <a:schemeClr val="accent1"/>
          </a:effectRef>
          <a:fontRef idx="minor">
            <a:schemeClr val="tx1"/>
          </a:fontRef>
        </p:style>
      </p:cxnSp>
      <p:cxnSp>
        <p:nvCxnSpPr>
          <p:cNvPr id="21" name="直接连接符 20"/>
          <p:cNvCxnSpPr/>
          <p:nvPr userDrawn="1"/>
        </p:nvCxnSpPr>
        <p:spPr>
          <a:xfrm>
            <a:off x="2032000" y="6589556"/>
            <a:ext cx="10157287"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标题幻灯片">
    <p:spTree>
      <p:nvGrpSpPr>
        <p:cNvPr id="1" name=""/>
        <p:cNvGrpSpPr/>
        <p:nvPr/>
      </p:nvGrpSpPr>
      <p:grpSpPr>
        <a:xfrm>
          <a:off x="0" y="0"/>
          <a:ext cx="0" cy="0"/>
          <a:chOff x="0" y="0"/>
          <a:chExt cx="0" cy="0"/>
        </a:xfrm>
      </p:grpSpPr>
      <p:sp>
        <p:nvSpPr>
          <p:cNvPr id="2" name="Rectangle 1"/>
          <p:cNvSpPr/>
          <p:nvPr userDrawn="1"/>
        </p:nvSpPr>
        <p:spPr>
          <a:xfrm>
            <a:off x="297498" y="6546328"/>
            <a:ext cx="82948" cy="81477"/>
          </a:xfrm>
          <a:prstGeom prst="rect">
            <a:avLst/>
          </a:prstGeom>
          <a:gradFill flip="none" rotWithShape="1">
            <a:gsLst>
              <a:gs pos="0">
                <a:srgbClr val="009E47">
                  <a:alpha val="73000"/>
                </a:srgbClr>
              </a:gs>
              <a:gs pos="61000">
                <a:srgbClr val="039463"/>
              </a:gs>
              <a:gs pos="100000">
                <a:srgbClr val="068885"/>
              </a:gs>
            </a:gsLst>
            <a:path path="circle">
              <a:fillToRect t="100000" r="100000"/>
            </a:path>
            <a:tileRect l="-100000" b="-100000"/>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rgbClr val="FFFFFF"/>
              </a:solidFill>
              <a:effectLst/>
              <a:uLnTx/>
              <a:uFillTx/>
              <a:latin typeface="Calibri" panose="020F0502020204030204"/>
              <a:ea typeface="+mn-ea"/>
              <a:cs typeface="+mn-cs"/>
            </a:endParaRPr>
          </a:p>
        </p:txBody>
      </p:sp>
      <p:sp>
        <p:nvSpPr>
          <p:cNvPr id="3" name="Rectangle 1"/>
          <p:cNvSpPr/>
          <p:nvPr userDrawn="1"/>
        </p:nvSpPr>
        <p:spPr>
          <a:xfrm rot="2659048">
            <a:off x="8885680" y="172138"/>
            <a:ext cx="147664" cy="140036"/>
          </a:xfrm>
          <a:prstGeom prst="rect">
            <a:avLst/>
          </a:prstGeom>
          <a:gradFill flip="none" rotWithShape="1">
            <a:gsLst>
              <a:gs pos="0">
                <a:srgbClr val="009E47">
                  <a:alpha val="73000"/>
                </a:srgbClr>
              </a:gs>
              <a:gs pos="61000">
                <a:srgbClr val="039463"/>
              </a:gs>
              <a:gs pos="100000">
                <a:srgbClr val="068885"/>
              </a:gs>
            </a:gsLst>
            <a:path path="circle">
              <a:fillToRect t="100000" r="100000"/>
            </a:path>
            <a:tileRect l="-100000" b="-100000"/>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rgbClr val="FFFFFF"/>
              </a:solidFill>
              <a:effectLst/>
              <a:uLnTx/>
              <a:uFillTx/>
              <a:latin typeface="Calibri" panose="020F0502020204030204"/>
              <a:ea typeface="+mn-ea"/>
              <a:cs typeface="+mn-cs"/>
            </a:endParaRPr>
          </a:p>
        </p:txBody>
      </p:sp>
      <p:sp>
        <p:nvSpPr>
          <p:cNvPr id="4" name="矩形 3"/>
          <p:cNvSpPr/>
          <p:nvPr userDrawn="1"/>
        </p:nvSpPr>
        <p:spPr>
          <a:xfrm>
            <a:off x="476828" y="6435405"/>
            <a:ext cx="1420582" cy="307777"/>
          </a:xfrm>
          <a:prstGeom prst="rect">
            <a:avLst/>
          </a:prstGeom>
        </p:spPr>
        <p:txBody>
          <a:bodyPr wrap="none">
            <a:spAutoFit/>
          </a:bodyPr>
          <a:lstStyle/>
          <a:p>
            <a:r>
              <a:rPr lang="zh-CN" altLang="en-US" sz="1400" dirty="0">
                <a:solidFill>
                  <a:schemeClr val="bg1">
                    <a:lumMod val="50000"/>
                  </a:schemeClr>
                </a:solidFill>
                <a:latin typeface="微软雅黑" panose="020B0503020204020204" pitchFamily="34" charset="-122"/>
                <a:ea typeface="微软雅黑" panose="020B0503020204020204" pitchFamily="34" charset="-122"/>
              </a:rPr>
              <a:t>第三节   全微分</a:t>
            </a:r>
            <a:endParaRPr lang="zh-CN" altLang="en-US" sz="1400" dirty="0">
              <a:solidFill>
                <a:schemeClr val="bg1">
                  <a:lumMod val="50000"/>
                </a:schemeClr>
              </a:solidFill>
              <a:latin typeface="微软雅黑" panose="020B0503020204020204" pitchFamily="34" charset="-122"/>
              <a:ea typeface="微软雅黑" panose="020B0503020204020204" pitchFamily="34" charset="-122"/>
            </a:endParaRPr>
          </a:p>
        </p:txBody>
      </p:sp>
      <p:sp>
        <p:nvSpPr>
          <p:cNvPr id="5" name="矩形 4"/>
          <p:cNvSpPr/>
          <p:nvPr userDrawn="1"/>
        </p:nvSpPr>
        <p:spPr>
          <a:xfrm>
            <a:off x="9140852" y="112357"/>
            <a:ext cx="2856872" cy="307777"/>
          </a:xfrm>
          <a:prstGeom prst="rect">
            <a:avLst/>
          </a:prstGeom>
        </p:spPr>
        <p:txBody>
          <a:bodyPr wrap="none">
            <a:spAutoFit/>
          </a:bodyPr>
          <a:lstStyle/>
          <a:p>
            <a:r>
              <a:rPr lang="zh-CN" altLang="en-US" sz="1400" dirty="0">
                <a:solidFill>
                  <a:schemeClr val="bg1">
                    <a:lumMod val="50000"/>
                  </a:schemeClr>
                </a:solidFill>
                <a:latin typeface="微软雅黑" panose="020B0503020204020204" pitchFamily="34" charset="-122"/>
                <a:ea typeface="微软雅黑" panose="020B0503020204020204" pitchFamily="34" charset="-122"/>
              </a:rPr>
              <a:t>第九章   </a:t>
            </a:r>
            <a:r>
              <a:rPr lang="zh-CN" altLang="en-US" sz="1400" kern="1200" dirty="0">
                <a:solidFill>
                  <a:schemeClr val="bg1">
                    <a:lumMod val="50000"/>
                  </a:schemeClr>
                </a:solidFill>
                <a:latin typeface="微软雅黑" panose="020B0503020204020204" pitchFamily="34" charset="-122"/>
                <a:ea typeface="微软雅黑" panose="020B0503020204020204" pitchFamily="34" charset="-122"/>
                <a:cs typeface="+mn-cs"/>
              </a:rPr>
              <a:t>多元函数微分法及其应用</a:t>
            </a:r>
            <a:endParaRPr lang="zh-CN" altLang="en-US" sz="1400" kern="1200" dirty="0">
              <a:solidFill>
                <a:schemeClr val="bg1">
                  <a:lumMod val="50000"/>
                </a:schemeClr>
              </a:solidFill>
              <a:latin typeface="微软雅黑" panose="020B0503020204020204" pitchFamily="34" charset="-122"/>
              <a:ea typeface="微软雅黑" panose="020B0503020204020204" pitchFamily="34" charset="-122"/>
              <a:cs typeface="+mn-cs"/>
            </a:endParaRPr>
          </a:p>
        </p:txBody>
      </p:sp>
      <p:cxnSp>
        <p:nvCxnSpPr>
          <p:cNvPr id="6" name="直接连接符 5"/>
          <p:cNvCxnSpPr/>
          <p:nvPr userDrawn="1"/>
        </p:nvCxnSpPr>
        <p:spPr>
          <a:xfrm>
            <a:off x="0" y="251555"/>
            <a:ext cx="8665828" cy="0"/>
          </a:xfrm>
          <a:prstGeom prst="line">
            <a:avLst/>
          </a:prstGeom>
          <a:ln>
            <a:solidFill>
              <a:srgbClr val="04926A"/>
            </a:solidFill>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userDrawn="1"/>
        </p:nvCxnSpPr>
        <p:spPr>
          <a:xfrm>
            <a:off x="2032000" y="6589556"/>
            <a:ext cx="10157287"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8" name="Rectangle 1"/>
          <p:cNvSpPr/>
          <p:nvPr userDrawn="1"/>
        </p:nvSpPr>
        <p:spPr>
          <a:xfrm>
            <a:off x="297498" y="6546328"/>
            <a:ext cx="82948" cy="81477"/>
          </a:xfrm>
          <a:prstGeom prst="rect">
            <a:avLst/>
          </a:prstGeom>
          <a:gradFill flip="none" rotWithShape="1">
            <a:gsLst>
              <a:gs pos="0">
                <a:srgbClr val="009E47">
                  <a:alpha val="73000"/>
                </a:srgbClr>
              </a:gs>
              <a:gs pos="61000">
                <a:srgbClr val="039463"/>
              </a:gs>
              <a:gs pos="100000">
                <a:srgbClr val="068885"/>
              </a:gs>
            </a:gsLst>
            <a:path path="circle">
              <a:fillToRect t="100000" r="100000"/>
            </a:path>
            <a:tileRect l="-100000" b="-100000"/>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rgbClr val="FFFFFF"/>
              </a:solidFill>
              <a:effectLst/>
              <a:uLnTx/>
              <a:uFillTx/>
              <a:latin typeface="Calibri" panose="020F0502020204030204"/>
              <a:ea typeface="+mn-ea"/>
              <a:cs typeface="+mn-cs"/>
            </a:endParaRPr>
          </a:p>
        </p:txBody>
      </p:sp>
      <p:sp>
        <p:nvSpPr>
          <p:cNvPr id="9" name="Rectangle 1"/>
          <p:cNvSpPr/>
          <p:nvPr userDrawn="1"/>
        </p:nvSpPr>
        <p:spPr>
          <a:xfrm rot="2659048">
            <a:off x="8885680" y="172138"/>
            <a:ext cx="147664" cy="140036"/>
          </a:xfrm>
          <a:prstGeom prst="rect">
            <a:avLst/>
          </a:prstGeom>
          <a:gradFill flip="none" rotWithShape="1">
            <a:gsLst>
              <a:gs pos="0">
                <a:srgbClr val="009E47">
                  <a:alpha val="73000"/>
                </a:srgbClr>
              </a:gs>
              <a:gs pos="61000">
                <a:srgbClr val="039463"/>
              </a:gs>
              <a:gs pos="100000">
                <a:srgbClr val="068885"/>
              </a:gs>
            </a:gsLst>
            <a:path path="circle">
              <a:fillToRect t="100000" r="100000"/>
            </a:path>
            <a:tileRect l="-100000" b="-100000"/>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rgbClr val="FFFFFF"/>
              </a:solidFill>
              <a:effectLst/>
              <a:uLnTx/>
              <a:uFillTx/>
              <a:latin typeface="Calibri" panose="020F0502020204030204"/>
              <a:ea typeface="+mn-ea"/>
              <a:cs typeface="+mn-cs"/>
            </a:endParaRPr>
          </a:p>
        </p:txBody>
      </p:sp>
      <p:sp>
        <p:nvSpPr>
          <p:cNvPr id="10" name="矩形 9"/>
          <p:cNvSpPr/>
          <p:nvPr userDrawn="1"/>
        </p:nvSpPr>
        <p:spPr>
          <a:xfrm>
            <a:off x="476828" y="6435405"/>
            <a:ext cx="1420582" cy="307777"/>
          </a:xfrm>
          <a:prstGeom prst="rect">
            <a:avLst/>
          </a:prstGeom>
        </p:spPr>
        <p:txBody>
          <a:bodyPr wrap="none">
            <a:spAutoFit/>
          </a:bodyPr>
          <a:lstStyle/>
          <a:p>
            <a:r>
              <a:rPr lang="zh-CN" altLang="en-US" sz="1400" dirty="0">
                <a:solidFill>
                  <a:schemeClr val="bg1">
                    <a:lumMod val="50000"/>
                  </a:schemeClr>
                </a:solidFill>
                <a:latin typeface="微软雅黑" panose="020B0503020204020204" pitchFamily="34" charset="-122"/>
                <a:ea typeface="微软雅黑" panose="020B0503020204020204" pitchFamily="34" charset="-122"/>
              </a:rPr>
              <a:t>第三节   全微分</a:t>
            </a:r>
            <a:endParaRPr lang="zh-CN" altLang="en-US" sz="1400" dirty="0">
              <a:solidFill>
                <a:schemeClr val="bg1">
                  <a:lumMod val="50000"/>
                </a:schemeClr>
              </a:solidFill>
              <a:latin typeface="微软雅黑" panose="020B0503020204020204" pitchFamily="34" charset="-122"/>
              <a:ea typeface="微软雅黑" panose="020B0503020204020204" pitchFamily="34" charset="-122"/>
            </a:endParaRPr>
          </a:p>
        </p:txBody>
      </p:sp>
      <p:sp>
        <p:nvSpPr>
          <p:cNvPr id="11" name="矩形 10"/>
          <p:cNvSpPr/>
          <p:nvPr userDrawn="1"/>
        </p:nvSpPr>
        <p:spPr>
          <a:xfrm>
            <a:off x="9140852" y="112357"/>
            <a:ext cx="2856872" cy="307777"/>
          </a:xfrm>
          <a:prstGeom prst="rect">
            <a:avLst/>
          </a:prstGeom>
        </p:spPr>
        <p:txBody>
          <a:bodyPr wrap="none">
            <a:spAutoFit/>
          </a:bodyPr>
          <a:lstStyle/>
          <a:p>
            <a:r>
              <a:rPr lang="zh-CN" altLang="en-US" sz="1400" dirty="0">
                <a:solidFill>
                  <a:schemeClr val="bg1">
                    <a:lumMod val="50000"/>
                  </a:schemeClr>
                </a:solidFill>
                <a:latin typeface="微软雅黑" panose="020B0503020204020204" pitchFamily="34" charset="-122"/>
                <a:ea typeface="微软雅黑" panose="020B0503020204020204" pitchFamily="34" charset="-122"/>
              </a:rPr>
              <a:t>第九章   </a:t>
            </a:r>
            <a:r>
              <a:rPr lang="zh-CN" altLang="en-US" sz="1400" kern="1200" dirty="0">
                <a:solidFill>
                  <a:schemeClr val="bg1">
                    <a:lumMod val="50000"/>
                  </a:schemeClr>
                </a:solidFill>
                <a:latin typeface="微软雅黑" panose="020B0503020204020204" pitchFamily="34" charset="-122"/>
                <a:ea typeface="微软雅黑" panose="020B0503020204020204" pitchFamily="34" charset="-122"/>
                <a:cs typeface="+mn-cs"/>
              </a:rPr>
              <a:t>多元函数微分法及其应用</a:t>
            </a:r>
            <a:endParaRPr lang="zh-CN" altLang="en-US" sz="1400" kern="1200" dirty="0">
              <a:solidFill>
                <a:schemeClr val="bg1">
                  <a:lumMod val="50000"/>
                </a:schemeClr>
              </a:solidFill>
              <a:latin typeface="微软雅黑" panose="020B0503020204020204" pitchFamily="34" charset="-122"/>
              <a:ea typeface="微软雅黑" panose="020B0503020204020204" pitchFamily="34" charset="-122"/>
              <a:cs typeface="+mn-cs"/>
            </a:endParaRPr>
          </a:p>
        </p:txBody>
      </p:sp>
      <p:cxnSp>
        <p:nvCxnSpPr>
          <p:cNvPr id="12" name="直接连接符 11"/>
          <p:cNvCxnSpPr/>
          <p:nvPr userDrawn="1"/>
        </p:nvCxnSpPr>
        <p:spPr>
          <a:xfrm>
            <a:off x="0" y="251555"/>
            <a:ext cx="8665828" cy="0"/>
          </a:xfrm>
          <a:prstGeom prst="line">
            <a:avLst/>
          </a:prstGeom>
          <a:ln>
            <a:solidFill>
              <a:srgbClr val="04926A"/>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userDrawn="1"/>
        </p:nvCxnSpPr>
        <p:spPr>
          <a:xfrm>
            <a:off x="2032000" y="6589556"/>
            <a:ext cx="10157287"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节标题">
    <p:spTree>
      <p:nvGrpSpPr>
        <p:cNvPr id="1" name=""/>
        <p:cNvGrpSpPr/>
        <p:nvPr/>
      </p:nvGrpSpPr>
      <p:grpSpPr>
        <a:xfrm>
          <a:off x="0" y="0"/>
          <a:ext cx="0" cy="0"/>
          <a:chOff x="0" y="0"/>
          <a:chExt cx="0" cy="0"/>
        </a:xfrm>
      </p:grpSpPr>
      <p:sp>
        <p:nvSpPr>
          <p:cNvPr id="7" name="图文框 6"/>
          <p:cNvSpPr/>
          <p:nvPr userDrawn="1"/>
        </p:nvSpPr>
        <p:spPr>
          <a:xfrm>
            <a:off x="0" y="-1"/>
            <a:ext cx="12192001" cy="6858001"/>
          </a:xfrm>
          <a:prstGeom prst="frame">
            <a:avLst>
              <a:gd name="adj1" fmla="val 50000"/>
            </a:avLst>
          </a:prstGeom>
          <a:gradFill flip="none" rotWithShape="1">
            <a:gsLst>
              <a:gs pos="74000">
                <a:srgbClr val="007434">
                  <a:alpha val="31000"/>
                </a:srgbClr>
              </a:gs>
              <a:gs pos="4000">
                <a:schemeClr val="bg1">
                  <a:alpha val="0"/>
                </a:schemeClr>
              </a:gs>
              <a:gs pos="100000">
                <a:schemeClr val="bg1">
                  <a:alpha val="64000"/>
                </a:schemeClr>
              </a:gs>
            </a:gsLst>
            <a:lin ang="2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latin typeface="字魂36号-正文宋楷" panose="00000500000000000000" pitchFamily="2" charset="-122"/>
              <a:ea typeface="字魂36号-正文宋楷" panose="00000500000000000000" pitchFamily="2" charset="-122"/>
            </a:endParaRPr>
          </a:p>
        </p:txBody>
      </p:sp>
      <p:pic>
        <p:nvPicPr>
          <p:cNvPr id="8" name="图片 7"/>
          <p:cNvPicPr>
            <a:picLocks noChangeAspect="1"/>
          </p:cNvPicPr>
          <p:nvPr userDrawn="1"/>
        </p:nvPicPr>
        <p:blipFill rotWithShape="1">
          <a:blip r:embed="rId2" cstate="print">
            <a:extLst>
              <a:ext uri="{28A0092B-C50C-407E-A947-70E740481C1C}">
                <a14:useLocalDpi xmlns:a14="http://schemas.microsoft.com/office/drawing/2010/main" val="0"/>
              </a:ext>
            </a:extLst>
          </a:blip>
          <a:srcRect l="35303" r="7303" b="29466"/>
          <a:stretch>
            <a:fillRect/>
          </a:stretch>
        </p:blipFill>
        <p:spPr>
          <a:xfrm flipH="1">
            <a:off x="0" y="-1905"/>
            <a:ext cx="6996430" cy="6859905"/>
          </a:xfrm>
          <a:prstGeom prst="rect">
            <a:avLst/>
          </a:prstGeom>
        </p:spPr>
      </p:pic>
      <p:sp>
        <p:nvSpPr>
          <p:cNvPr id="9" name="Rectangle 1"/>
          <p:cNvSpPr/>
          <p:nvPr userDrawn="1"/>
        </p:nvSpPr>
        <p:spPr>
          <a:xfrm>
            <a:off x="0" y="-1270"/>
            <a:ext cx="12192000" cy="6858635"/>
          </a:xfrm>
          <a:prstGeom prst="rect">
            <a:avLst/>
          </a:prstGeom>
          <a:gradFill flip="none" rotWithShape="1">
            <a:gsLst>
              <a:gs pos="0">
                <a:srgbClr val="009E47">
                  <a:alpha val="42000"/>
                </a:srgbClr>
              </a:gs>
              <a:gs pos="55000">
                <a:srgbClr val="039463"/>
              </a:gs>
              <a:gs pos="100000">
                <a:srgbClr val="068885"/>
              </a:gs>
            </a:gsLst>
            <a:path path="circle">
              <a:fillToRect t="100000" r="100000"/>
            </a:path>
            <a:tileRect l="-100000" b="-100000"/>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rgbClr val="FFFFFF"/>
              </a:solidFill>
              <a:effectLst/>
              <a:uLnTx/>
              <a:uFillTx/>
              <a:latin typeface="Calibri" panose="020F0502020204030204"/>
              <a:ea typeface="+mn-ea"/>
              <a:cs typeface="+mn-cs"/>
            </a:endParaRPr>
          </a:p>
        </p:txBody>
      </p:sp>
      <p:sp>
        <p:nvSpPr>
          <p:cNvPr id="10" name="矩形: 剪去对角 21"/>
          <p:cNvSpPr/>
          <p:nvPr userDrawn="1"/>
        </p:nvSpPr>
        <p:spPr>
          <a:xfrm>
            <a:off x="2496186" y="1627425"/>
            <a:ext cx="7199628" cy="3231673"/>
          </a:xfrm>
          <a:prstGeom prst="snip2DiagRect">
            <a:avLst>
              <a:gd name="adj1" fmla="val 0"/>
              <a:gd name="adj2" fmla="val 6393"/>
            </a:avLst>
          </a:prstGeom>
          <a:gradFill flip="none" rotWithShape="1">
            <a:gsLst>
              <a:gs pos="0">
                <a:schemeClr val="bg1"/>
              </a:gs>
              <a:gs pos="29000">
                <a:schemeClr val="bg1">
                  <a:alpha val="50000"/>
                </a:schemeClr>
              </a:gs>
              <a:gs pos="66000">
                <a:schemeClr val="bg1"/>
              </a:gs>
              <a:gs pos="100000">
                <a:schemeClr val="bg1">
                  <a:lumMod val="95000"/>
                </a:schemeClr>
              </a:gs>
            </a:gsLst>
            <a:lin ang="8100000" scaled="1"/>
            <a:tileRect/>
          </a:gradFill>
          <a:ln>
            <a:gradFill flip="none" rotWithShape="1">
              <a:gsLst>
                <a:gs pos="53000">
                  <a:srgbClr val="AA69D6"/>
                </a:gs>
                <a:gs pos="2419">
                  <a:srgbClr val="AC5FD4"/>
                </a:gs>
                <a:gs pos="26000">
                  <a:srgbClr val="AC5FD4"/>
                </a:gs>
                <a:gs pos="100000">
                  <a:srgbClr val="7030A0"/>
                </a:gs>
              </a:gsLst>
              <a:path path="circle">
                <a:fillToRect l="50000" t="50000" r="50000" b="50000"/>
              </a:path>
              <a:tileRect/>
            </a:gra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11" name="矩形 10"/>
          <p:cNvSpPr/>
          <p:nvPr userDrawn="1"/>
        </p:nvSpPr>
        <p:spPr>
          <a:xfrm>
            <a:off x="2914015" y="2211408"/>
            <a:ext cx="6363970" cy="2123658"/>
          </a:xfrm>
          <a:prstGeom prst="rect">
            <a:avLst/>
          </a:prstGeom>
        </p:spPr>
        <p:txBody>
          <a:bodyPr wrap="square">
            <a:spAutoFit/>
          </a:bodyPr>
          <a:lstStyle/>
          <a:p>
            <a:pPr lvl="0" indent="575945" algn="just">
              <a:lnSpc>
                <a:spcPct val="150000"/>
              </a:lnSpc>
            </a:pPr>
            <a:r>
              <a:rPr lang="zh-CN" altLang="en-US" sz="2200" kern="100" dirty="0">
                <a:solidFill>
                  <a:prstClr val="black"/>
                </a:solidFill>
                <a:latin typeface="华文中宋" panose="02010600040101010101" pitchFamily="2" charset="-122"/>
                <a:ea typeface="华文中宋" panose="02010600040101010101" pitchFamily="2" charset="-122"/>
                <a:cs typeface="方正大标宋简体" panose="02010601030101010101" charset="-122"/>
              </a:rPr>
              <a:t>本</a:t>
            </a:r>
            <a:r>
              <a:rPr lang="en-US" altLang="zh-CN" sz="2200" kern="100" dirty="0">
                <a:solidFill>
                  <a:prstClr val="black"/>
                </a:solidFill>
                <a:latin typeface="华文中宋" panose="02010600040101010101" pitchFamily="2" charset="-122"/>
                <a:ea typeface="华文中宋" panose="02010600040101010101" pitchFamily="2" charset="-122"/>
                <a:cs typeface="方正大标宋简体" panose="02010601030101010101" charset="-122"/>
              </a:rPr>
              <a:t>PPT</a:t>
            </a:r>
            <a:r>
              <a:rPr lang="zh-CN" altLang="en-US" sz="2200" kern="100" dirty="0">
                <a:solidFill>
                  <a:prstClr val="black"/>
                </a:solidFill>
                <a:latin typeface="华文中宋" panose="02010600040101010101" pitchFamily="2" charset="-122"/>
                <a:ea typeface="华文中宋" panose="02010600040101010101" pitchFamily="2" charset="-122"/>
                <a:cs typeface="方正大标宋简体" panose="02010601030101010101" charset="-122"/>
              </a:rPr>
              <a:t>为高等教育出版社出版的</a:t>
            </a:r>
            <a:r>
              <a:rPr lang="en-US" altLang="zh-CN" sz="2200" kern="100" dirty="0">
                <a:solidFill>
                  <a:prstClr val="black"/>
                </a:solidFill>
                <a:latin typeface="华文中宋" panose="02010600040101010101" pitchFamily="2" charset="-122"/>
                <a:ea typeface="华文中宋" panose="02010600040101010101" pitchFamily="2" charset="-122"/>
                <a:cs typeface="方正大标宋简体" panose="02010601030101010101" charset="-122"/>
              </a:rPr>
              <a:t>《</a:t>
            </a:r>
            <a:r>
              <a:rPr lang="zh-CN" altLang="en-US" sz="2200" kern="100" dirty="0">
                <a:solidFill>
                  <a:prstClr val="black"/>
                </a:solidFill>
                <a:latin typeface="华文中宋" panose="02010600040101010101" pitchFamily="2" charset="-122"/>
                <a:ea typeface="华文中宋" panose="02010600040101010101" pitchFamily="2" charset="-122"/>
                <a:cs typeface="方正大标宋简体" panose="02010601030101010101" charset="-122"/>
              </a:rPr>
              <a:t>高等数学</a:t>
            </a:r>
            <a:r>
              <a:rPr lang="en-US" altLang="zh-CN" sz="2200" kern="100" dirty="0">
                <a:solidFill>
                  <a:prstClr val="black"/>
                </a:solidFill>
                <a:latin typeface="华文中宋" panose="02010600040101010101" pitchFamily="2" charset="-122"/>
                <a:ea typeface="华文中宋" panose="02010600040101010101" pitchFamily="2" charset="-122"/>
                <a:cs typeface="方正大标宋简体" panose="02010601030101010101" charset="-122"/>
              </a:rPr>
              <a:t>》</a:t>
            </a:r>
            <a:r>
              <a:rPr lang="zh-CN" altLang="en-US" sz="2200" kern="100" dirty="0">
                <a:solidFill>
                  <a:prstClr val="black"/>
                </a:solidFill>
                <a:latin typeface="华文中宋" panose="02010600040101010101" pitchFamily="2" charset="-122"/>
                <a:ea typeface="华文中宋" panose="02010600040101010101" pitchFamily="2" charset="-122"/>
                <a:cs typeface="方正大标宋简体" panose="02010601030101010101" charset="-122"/>
              </a:rPr>
              <a:t>（第八版）教材配套课件，仅供受赠老师本人用于“高等数学”课堂教学。未经许可，任何人不能进行任何其他方式的传播。</a:t>
            </a:r>
            <a:endParaRPr lang="zh-CN" altLang="en-US" sz="2200" kern="100" dirty="0">
              <a:solidFill>
                <a:prstClr val="black"/>
              </a:solidFill>
              <a:latin typeface="华文中宋" panose="02010600040101010101" pitchFamily="2" charset="-122"/>
              <a:ea typeface="华文中宋" panose="02010600040101010101" pitchFamily="2" charset="-122"/>
              <a:cs typeface="方正大标宋简体" panose="02010601030101010101" charset="-122"/>
              <a:sym typeface="+mn-ea"/>
            </a:endParaRPr>
          </a:p>
        </p:txBody>
      </p:sp>
      <p:grpSp>
        <p:nvGrpSpPr>
          <p:cNvPr id="12" name="组合 11"/>
          <p:cNvGrpSpPr/>
          <p:nvPr userDrawn="1"/>
        </p:nvGrpSpPr>
        <p:grpSpPr>
          <a:xfrm>
            <a:off x="4981488" y="5711355"/>
            <a:ext cx="2229025" cy="475907"/>
            <a:chOff x="3928951" y="7786292"/>
            <a:chExt cx="2663761" cy="568726"/>
          </a:xfrm>
        </p:grpSpPr>
        <p:pic>
          <p:nvPicPr>
            <p:cNvPr id="13" name="图片 1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541954" y="7786292"/>
              <a:ext cx="2050758" cy="472171"/>
            </a:xfrm>
            <a:prstGeom prst="rect">
              <a:avLst/>
            </a:prstGeom>
          </p:spPr>
        </p:pic>
        <p:pic>
          <p:nvPicPr>
            <p:cNvPr id="14" name="图片 13"/>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928951" y="7804037"/>
              <a:ext cx="551568" cy="550981"/>
            </a:xfrm>
            <a:prstGeom prst="rect">
              <a:avLst/>
            </a:prstGeom>
          </p:spPr>
        </p:pic>
      </p:gr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日期占位符 4"/>
          <p:cNvSpPr>
            <a:spLocks noGrp="1"/>
          </p:cNvSpPr>
          <p:nvPr>
            <p:ph type="dt" sz="half" idx="10"/>
          </p:nvPr>
        </p:nvSpPr>
        <p:spPr/>
        <p:txBody>
          <a:bodyPr/>
          <a:lstStyle/>
          <a:p>
            <a:fld id="{CD453706-F419-4023-A58A-D6EE144B71A3}"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91D7C98F-223D-4AB2-8916-8559149228E5}"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a:spLocks noGrp="1"/>
          </p:cNvSpPr>
          <p:nvPr>
            <p:ph type="dt" sz="half" idx="10"/>
          </p:nvPr>
        </p:nvSpPr>
        <p:spPr/>
        <p:txBody>
          <a:bodyPr/>
          <a:lstStyle/>
          <a:p>
            <a:fld id="{CD453706-F419-4023-A58A-D6EE144B71A3}"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91D7C98F-223D-4AB2-8916-8559149228E5}"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CD453706-F419-4023-A58A-D6EE144B71A3}"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91D7C98F-223D-4AB2-8916-8559149228E5}"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CD453706-F419-4023-A58A-D6EE144B71A3}"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91D7C98F-223D-4AB2-8916-8559149228E5}"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CD453706-F419-4023-A58A-D6EE144B71A3}"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91D7C98F-223D-4AB2-8916-8559149228E5}"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CD453706-F419-4023-A58A-D6EE144B71A3}"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91D7C98F-223D-4AB2-8916-8559149228E5}"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CD453706-F419-4023-A58A-D6EE144B71A3}"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91D7C98F-223D-4AB2-8916-8559149228E5}" type="slidenum">
              <a:rPr lang="zh-CN" altLang="en-US" smtClean="0"/>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CD453706-F419-4023-A58A-D6EE144B71A3}"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91D7C98F-223D-4AB2-8916-8559149228E5}" type="slidenum">
              <a:rPr lang="zh-CN" altLang="en-US" smtClean="0"/>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D453706-F419-4023-A58A-D6EE144B71A3}"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1D7C98F-223D-4AB2-8916-8559149228E5}"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8.xml"/><Relationship Id="rId2" Type="http://schemas.microsoft.com/office/2007/relationships/hdphoto" Target="../media/image5.wdp"/><Relationship Id="rId1"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4" Type="http://schemas.openxmlformats.org/officeDocument/2006/relationships/slideLayout" Target="../slideLayouts/slideLayout8.xml"/><Relationship Id="rId3" Type="http://schemas.openxmlformats.org/officeDocument/2006/relationships/tags" Target="../tags/tag2.xml"/><Relationship Id="rId2" Type="http://schemas.openxmlformats.org/officeDocument/2006/relationships/tags" Target="../tags/tag1.xml"/><Relationship Id="rId1" Type="http://schemas.openxmlformats.org/officeDocument/2006/relationships/image" Target="../media/image1.jpeg"/></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8.xml"/><Relationship Id="rId2" Type="http://schemas.openxmlformats.org/officeDocument/2006/relationships/tags" Target="../tags/tag3.xml"/><Relationship Id="rId1" Type="http://schemas.openxmlformats.org/officeDocument/2006/relationships/image" Target="../media/image1.jpeg"/></Relationships>
</file>

<file path=ppt/slides/_rels/slide5.xml.rels><?xml version="1.0" encoding="UTF-8" standalone="yes"?>
<Relationships xmlns="http://schemas.openxmlformats.org/package/2006/relationships"><Relationship Id="rId7" Type="http://schemas.openxmlformats.org/officeDocument/2006/relationships/slideLayout" Target="../slideLayouts/slideLayout2.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image" Target="../media/image6.png"/></Relationships>
</file>

<file path=ppt/slides/_rels/slide6.xml.rels><?xml version="1.0" encoding="UTF-8" standalone="yes"?>
<Relationships xmlns="http://schemas.openxmlformats.org/package/2006/relationships"><Relationship Id="rId9" Type="http://schemas.openxmlformats.org/officeDocument/2006/relationships/image" Target="../media/image20.png"/><Relationship Id="rId8" Type="http://schemas.openxmlformats.org/officeDocument/2006/relationships/image" Target="../media/image19.png"/><Relationship Id="rId7" Type="http://schemas.openxmlformats.org/officeDocument/2006/relationships/image" Target="../media/image18.png"/><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 Id="rId3" Type="http://schemas.openxmlformats.org/officeDocument/2006/relationships/image" Target="../media/image14.png"/><Relationship Id="rId2" Type="http://schemas.openxmlformats.org/officeDocument/2006/relationships/image" Target="../media/image13.png"/><Relationship Id="rId13" Type="http://schemas.openxmlformats.org/officeDocument/2006/relationships/slideLayout" Target="../slideLayouts/slideLayout2.xml"/><Relationship Id="rId12" Type="http://schemas.openxmlformats.org/officeDocument/2006/relationships/image" Target="../media/image23.png"/><Relationship Id="rId11" Type="http://schemas.openxmlformats.org/officeDocument/2006/relationships/image" Target="../media/image22.png"/><Relationship Id="rId10" Type="http://schemas.openxmlformats.org/officeDocument/2006/relationships/image" Target="../media/image21.png"/><Relationship Id="rId1" Type="http://schemas.openxmlformats.org/officeDocument/2006/relationships/image" Target="../media/image12.png"/></Relationships>
</file>

<file path=ppt/slides/_rels/slide7.xml.rels><?xml version="1.0" encoding="UTF-8" standalone="yes"?>
<Relationships xmlns="http://schemas.openxmlformats.org/package/2006/relationships"><Relationship Id="rId7" Type="http://schemas.openxmlformats.org/officeDocument/2006/relationships/slideLayout" Target="../slideLayouts/slideLayout2.xml"/><Relationship Id="rId6" Type="http://schemas.openxmlformats.org/officeDocument/2006/relationships/image" Target="../media/image29.png"/><Relationship Id="rId5" Type="http://schemas.openxmlformats.org/officeDocument/2006/relationships/image" Target="../media/image28.png"/><Relationship Id="rId4" Type="http://schemas.openxmlformats.org/officeDocument/2006/relationships/image" Target="../media/image27.png"/><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image" Target="../media/image2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9" Type="http://schemas.openxmlformats.org/officeDocument/2006/relationships/image" Target="../media/image38.png"/><Relationship Id="rId8" Type="http://schemas.openxmlformats.org/officeDocument/2006/relationships/image" Target="../media/image37.png"/><Relationship Id="rId7" Type="http://schemas.openxmlformats.org/officeDocument/2006/relationships/image" Target="../media/image36.png"/><Relationship Id="rId6" Type="http://schemas.openxmlformats.org/officeDocument/2006/relationships/image" Target="../media/image35.png"/><Relationship Id="rId5" Type="http://schemas.openxmlformats.org/officeDocument/2006/relationships/image" Target="../media/image34.png"/><Relationship Id="rId4" Type="http://schemas.openxmlformats.org/officeDocument/2006/relationships/image" Target="../media/image33.png"/><Relationship Id="rId3" Type="http://schemas.openxmlformats.org/officeDocument/2006/relationships/image" Target="../media/image32.png"/><Relationship Id="rId2" Type="http://schemas.openxmlformats.org/officeDocument/2006/relationships/image" Target="../media/image31.png"/><Relationship Id="rId16" Type="http://schemas.openxmlformats.org/officeDocument/2006/relationships/slideLayout" Target="../slideLayouts/slideLayout2.xml"/><Relationship Id="rId15" Type="http://schemas.openxmlformats.org/officeDocument/2006/relationships/image" Target="../media/image44.png"/><Relationship Id="rId14" Type="http://schemas.openxmlformats.org/officeDocument/2006/relationships/image" Target="../media/image43.png"/><Relationship Id="rId13" Type="http://schemas.openxmlformats.org/officeDocument/2006/relationships/image" Target="../media/image42.png"/><Relationship Id="rId12" Type="http://schemas.openxmlformats.org/officeDocument/2006/relationships/image" Target="../media/image41.png"/><Relationship Id="rId11" Type="http://schemas.openxmlformats.org/officeDocument/2006/relationships/image" Target="../media/image40.png"/><Relationship Id="rId10" Type="http://schemas.openxmlformats.org/officeDocument/2006/relationships/image" Target="../media/image39.png"/><Relationship Id="rId1" Type="http://schemas.openxmlformats.org/officeDocument/2006/relationships/image" Target="../media/image30.png"/></Relationships>
</file>

<file path=ppt/slides/_rels/slide10.xml.rels><?xml version="1.0" encoding="UTF-8" standalone="yes"?>
<Relationships xmlns="http://schemas.openxmlformats.org/package/2006/relationships"><Relationship Id="rId9" Type="http://schemas.openxmlformats.org/officeDocument/2006/relationships/image" Target="../media/image52.png"/><Relationship Id="rId8" Type="http://schemas.openxmlformats.org/officeDocument/2006/relationships/image" Target="../media/image51.png"/><Relationship Id="rId7" Type="http://schemas.openxmlformats.org/officeDocument/2006/relationships/image" Target="../media/image50.png"/><Relationship Id="rId6" Type="http://schemas.openxmlformats.org/officeDocument/2006/relationships/image" Target="../media/image49.png"/><Relationship Id="rId5" Type="http://schemas.openxmlformats.org/officeDocument/2006/relationships/image" Target="../media/image48.png"/><Relationship Id="rId4" Type="http://schemas.openxmlformats.org/officeDocument/2006/relationships/image" Target="../media/image47.png"/><Relationship Id="rId3" Type="http://schemas.openxmlformats.org/officeDocument/2006/relationships/image" Target="../media/image46.png"/><Relationship Id="rId2" Type="http://schemas.openxmlformats.org/officeDocument/2006/relationships/image" Target="../media/image31.png"/><Relationship Id="rId19" Type="http://schemas.openxmlformats.org/officeDocument/2006/relationships/slideLayout" Target="../slideLayouts/slideLayout2.xml"/><Relationship Id="rId18" Type="http://schemas.openxmlformats.org/officeDocument/2006/relationships/image" Target="../media/image61.png"/><Relationship Id="rId17" Type="http://schemas.openxmlformats.org/officeDocument/2006/relationships/image" Target="../media/image60.png"/><Relationship Id="rId16" Type="http://schemas.openxmlformats.org/officeDocument/2006/relationships/image" Target="../media/image59.png"/><Relationship Id="rId15" Type="http://schemas.openxmlformats.org/officeDocument/2006/relationships/image" Target="../media/image58.png"/><Relationship Id="rId14" Type="http://schemas.openxmlformats.org/officeDocument/2006/relationships/image" Target="../media/image57.png"/><Relationship Id="rId13" Type="http://schemas.openxmlformats.org/officeDocument/2006/relationships/image" Target="../media/image56.png"/><Relationship Id="rId12" Type="http://schemas.openxmlformats.org/officeDocument/2006/relationships/image" Target="../media/image55.png"/><Relationship Id="rId11" Type="http://schemas.openxmlformats.org/officeDocument/2006/relationships/image" Target="../media/image54.png"/><Relationship Id="rId10" Type="http://schemas.openxmlformats.org/officeDocument/2006/relationships/image" Target="../media/image53.png"/><Relationship Id="rId1" Type="http://schemas.openxmlformats.org/officeDocument/2006/relationships/image" Target="../media/image45.png"/></Relationships>
</file>

<file path=ppt/slides/_rels/slide11.xml.rels><?xml version="1.0" encoding="UTF-8" standalone="yes"?>
<Relationships xmlns="http://schemas.openxmlformats.org/package/2006/relationships"><Relationship Id="rId9" Type="http://schemas.openxmlformats.org/officeDocument/2006/relationships/image" Target="../media/image70.png"/><Relationship Id="rId8" Type="http://schemas.openxmlformats.org/officeDocument/2006/relationships/image" Target="../media/image69.png"/><Relationship Id="rId7" Type="http://schemas.openxmlformats.org/officeDocument/2006/relationships/image" Target="../media/image68.png"/><Relationship Id="rId6" Type="http://schemas.openxmlformats.org/officeDocument/2006/relationships/image" Target="../media/image67.png"/><Relationship Id="rId5" Type="http://schemas.openxmlformats.org/officeDocument/2006/relationships/image" Target="../media/image66.png"/><Relationship Id="rId4" Type="http://schemas.openxmlformats.org/officeDocument/2006/relationships/image" Target="../media/image65.png"/><Relationship Id="rId3" Type="http://schemas.openxmlformats.org/officeDocument/2006/relationships/image" Target="../media/image64.png"/><Relationship Id="rId2" Type="http://schemas.openxmlformats.org/officeDocument/2006/relationships/image" Target="../media/image63.png"/><Relationship Id="rId10" Type="http://schemas.openxmlformats.org/officeDocument/2006/relationships/slideLayout" Target="../slideLayouts/slideLayout2.xml"/><Relationship Id="rId1" Type="http://schemas.openxmlformats.org/officeDocument/2006/relationships/image" Target="../media/image62.png"/></Relationships>
</file>

<file path=ppt/slides/_rels/slide12.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73.png"/><Relationship Id="rId3" Type="http://schemas.openxmlformats.org/officeDocument/2006/relationships/image" Target="../media/image72.png"/><Relationship Id="rId2" Type="http://schemas.openxmlformats.org/officeDocument/2006/relationships/image" Target="../media/image71.png"/><Relationship Id="rId1" Type="http://schemas.openxmlformats.org/officeDocument/2006/relationships/tags" Target="../tags/tag4.xml"/></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5.xml"/></Relationships>
</file>

<file path=ppt/slides/_rels/slide14.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77.png"/><Relationship Id="rId3" Type="http://schemas.openxmlformats.org/officeDocument/2006/relationships/image" Target="../media/image76.png"/><Relationship Id="rId2" Type="http://schemas.openxmlformats.org/officeDocument/2006/relationships/image" Target="../media/image75.png"/><Relationship Id="rId1" Type="http://schemas.openxmlformats.org/officeDocument/2006/relationships/image" Target="../media/image74.png"/></Relationships>
</file>

<file path=ppt/slides/_rels/slide15.xml.rels><?xml version="1.0" encoding="UTF-8" standalone="yes"?>
<Relationships xmlns="http://schemas.openxmlformats.org/package/2006/relationships"><Relationship Id="rId8" Type="http://schemas.openxmlformats.org/officeDocument/2006/relationships/slideLayout" Target="../slideLayouts/slideLayout2.xml"/><Relationship Id="rId7" Type="http://schemas.openxmlformats.org/officeDocument/2006/relationships/image" Target="../media/image83.png"/><Relationship Id="rId6" Type="http://schemas.openxmlformats.org/officeDocument/2006/relationships/image" Target="../media/image82.png"/><Relationship Id="rId5" Type="http://schemas.openxmlformats.org/officeDocument/2006/relationships/image" Target="../media/image81.png"/><Relationship Id="rId4" Type="http://schemas.openxmlformats.org/officeDocument/2006/relationships/image" Target="../media/image80.png"/><Relationship Id="rId3" Type="http://schemas.openxmlformats.org/officeDocument/2006/relationships/image" Target="../media/image79.png"/><Relationship Id="rId2" Type="http://schemas.openxmlformats.org/officeDocument/2006/relationships/image" Target="../media/image78.png"/><Relationship Id="rId1" Type="http://schemas.openxmlformats.org/officeDocument/2006/relationships/image" Target="../media/image74.png"/></Relationships>
</file>

<file path=ppt/slides/_rels/slide16.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86.png"/><Relationship Id="rId3" Type="http://schemas.openxmlformats.org/officeDocument/2006/relationships/image" Target="../media/image85.png"/><Relationship Id="rId2" Type="http://schemas.openxmlformats.org/officeDocument/2006/relationships/image" Target="../media/image84.png"/><Relationship Id="rId1" Type="http://schemas.openxmlformats.org/officeDocument/2006/relationships/image" Target="../media/image74.png"/></Relationships>
</file>

<file path=ppt/slides/_rels/slide17.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image" Target="../media/image90.png"/><Relationship Id="rId4" Type="http://schemas.openxmlformats.org/officeDocument/2006/relationships/image" Target="../media/image89.png"/><Relationship Id="rId3" Type="http://schemas.openxmlformats.org/officeDocument/2006/relationships/image" Target="../media/image88.png"/><Relationship Id="rId2" Type="http://schemas.openxmlformats.org/officeDocument/2006/relationships/image" Target="../media/image87.png"/><Relationship Id="rId1" Type="http://schemas.openxmlformats.org/officeDocument/2006/relationships/image" Target="../media/image74.png"/></Relationships>
</file>

<file path=ppt/slides/_rels/slide18.xml.rels><?xml version="1.0" encoding="UTF-8" standalone="yes"?>
<Relationships xmlns="http://schemas.openxmlformats.org/package/2006/relationships"><Relationship Id="rId9" Type="http://schemas.openxmlformats.org/officeDocument/2006/relationships/image" Target="../media/image98.png"/><Relationship Id="rId8" Type="http://schemas.openxmlformats.org/officeDocument/2006/relationships/image" Target="../media/image97.png"/><Relationship Id="rId7" Type="http://schemas.openxmlformats.org/officeDocument/2006/relationships/image" Target="../media/image96.png"/><Relationship Id="rId6" Type="http://schemas.openxmlformats.org/officeDocument/2006/relationships/image" Target="../media/image95.png"/><Relationship Id="rId5" Type="http://schemas.openxmlformats.org/officeDocument/2006/relationships/image" Target="../media/image94.png"/><Relationship Id="rId4" Type="http://schemas.openxmlformats.org/officeDocument/2006/relationships/image" Target="../media/image93.png"/><Relationship Id="rId3" Type="http://schemas.openxmlformats.org/officeDocument/2006/relationships/image" Target="../media/image92.png"/><Relationship Id="rId2" Type="http://schemas.openxmlformats.org/officeDocument/2006/relationships/image" Target="../media/image91.png"/><Relationship Id="rId11" Type="http://schemas.openxmlformats.org/officeDocument/2006/relationships/slideLayout" Target="../slideLayouts/slideLayout2.xml"/><Relationship Id="rId10" Type="http://schemas.openxmlformats.org/officeDocument/2006/relationships/image" Target="../media/image99.png"/><Relationship Id="rId1" Type="http://schemas.openxmlformats.org/officeDocument/2006/relationships/image" Target="../media/image74.png"/></Relationships>
</file>

<file path=ppt/slides/_rels/slide19.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102.png"/><Relationship Id="rId3" Type="http://schemas.openxmlformats.org/officeDocument/2006/relationships/image" Target="../media/image101.png"/><Relationship Id="rId2" Type="http://schemas.openxmlformats.org/officeDocument/2006/relationships/image" Target="../media/image100.png"/><Relationship Id="rId1" Type="http://schemas.openxmlformats.org/officeDocument/2006/relationships/image" Target="../media/image74.png"/></Relationships>
</file>

<file path=ppt/slides/_rels/slide20.xml.rels><?xml version="1.0" encoding="UTF-8" standalone="yes"?>
<Relationships xmlns="http://schemas.openxmlformats.org/package/2006/relationships"><Relationship Id="rId9" Type="http://schemas.openxmlformats.org/officeDocument/2006/relationships/slideLayout" Target="../slideLayouts/slideLayout2.xml"/><Relationship Id="rId8" Type="http://schemas.openxmlformats.org/officeDocument/2006/relationships/image" Target="../media/image109.png"/><Relationship Id="rId7" Type="http://schemas.openxmlformats.org/officeDocument/2006/relationships/image" Target="../media/image108.png"/><Relationship Id="rId6" Type="http://schemas.openxmlformats.org/officeDocument/2006/relationships/image" Target="../media/image107.png"/><Relationship Id="rId5" Type="http://schemas.openxmlformats.org/officeDocument/2006/relationships/image" Target="../media/image106.png"/><Relationship Id="rId4" Type="http://schemas.openxmlformats.org/officeDocument/2006/relationships/image" Target="../media/image105.png"/><Relationship Id="rId3" Type="http://schemas.openxmlformats.org/officeDocument/2006/relationships/image" Target="../media/image104.png"/><Relationship Id="rId2" Type="http://schemas.openxmlformats.org/officeDocument/2006/relationships/image" Target="../media/image103.png"/><Relationship Id="rId1" Type="http://schemas.openxmlformats.org/officeDocument/2006/relationships/image" Target="../media/image74.png"/></Relationships>
</file>

<file path=ppt/slides/_rels/slide21.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image" Target="../media/image113.png"/><Relationship Id="rId4" Type="http://schemas.openxmlformats.org/officeDocument/2006/relationships/image" Target="../media/image112.png"/><Relationship Id="rId3" Type="http://schemas.openxmlformats.org/officeDocument/2006/relationships/image" Target="../media/image111.png"/><Relationship Id="rId2" Type="http://schemas.openxmlformats.org/officeDocument/2006/relationships/image" Target="../media/image110.png"/><Relationship Id="rId1" Type="http://schemas.openxmlformats.org/officeDocument/2006/relationships/image" Target="../media/image74.png"/></Relationships>
</file>

<file path=ppt/slides/_rels/slide22.xml.rels><?xml version="1.0" encoding="UTF-8" standalone="yes"?>
<Relationships xmlns="http://schemas.openxmlformats.org/package/2006/relationships"><Relationship Id="rId9" Type="http://schemas.openxmlformats.org/officeDocument/2006/relationships/image" Target="../media/image121.png"/><Relationship Id="rId8" Type="http://schemas.openxmlformats.org/officeDocument/2006/relationships/image" Target="../media/image120.png"/><Relationship Id="rId7" Type="http://schemas.openxmlformats.org/officeDocument/2006/relationships/image" Target="../media/image119.png"/><Relationship Id="rId6" Type="http://schemas.openxmlformats.org/officeDocument/2006/relationships/image" Target="../media/image118.png"/><Relationship Id="rId5" Type="http://schemas.openxmlformats.org/officeDocument/2006/relationships/image" Target="../media/image117.png"/><Relationship Id="rId4" Type="http://schemas.openxmlformats.org/officeDocument/2006/relationships/image" Target="../media/image116.png"/><Relationship Id="rId3" Type="http://schemas.openxmlformats.org/officeDocument/2006/relationships/image" Target="../media/image115.png"/><Relationship Id="rId2" Type="http://schemas.openxmlformats.org/officeDocument/2006/relationships/image" Target="../media/image114.png"/><Relationship Id="rId16" Type="http://schemas.openxmlformats.org/officeDocument/2006/relationships/slideLayout" Target="../slideLayouts/slideLayout2.xml"/><Relationship Id="rId15" Type="http://schemas.openxmlformats.org/officeDocument/2006/relationships/image" Target="../media/image127.png"/><Relationship Id="rId14" Type="http://schemas.openxmlformats.org/officeDocument/2006/relationships/image" Target="../media/image126.png"/><Relationship Id="rId13" Type="http://schemas.openxmlformats.org/officeDocument/2006/relationships/image" Target="../media/image125.png"/><Relationship Id="rId12" Type="http://schemas.openxmlformats.org/officeDocument/2006/relationships/image" Target="../media/image124.png"/><Relationship Id="rId11" Type="http://schemas.openxmlformats.org/officeDocument/2006/relationships/image" Target="../media/image123.png"/><Relationship Id="rId10" Type="http://schemas.openxmlformats.org/officeDocument/2006/relationships/image" Target="../media/image122.png"/><Relationship Id="rId1" Type="http://schemas.openxmlformats.org/officeDocument/2006/relationships/image" Target="../media/image74.png"/></Relationships>
</file>

<file path=ppt/slides/_rels/slide23.xml.rels><?xml version="1.0" encoding="UTF-8" standalone="yes"?>
<Relationships xmlns="http://schemas.openxmlformats.org/package/2006/relationships"><Relationship Id="rId9" Type="http://schemas.openxmlformats.org/officeDocument/2006/relationships/image" Target="../media/image136.png"/><Relationship Id="rId8" Type="http://schemas.openxmlformats.org/officeDocument/2006/relationships/image" Target="../media/image135.png"/><Relationship Id="rId7" Type="http://schemas.openxmlformats.org/officeDocument/2006/relationships/image" Target="../media/image134.png"/><Relationship Id="rId6" Type="http://schemas.openxmlformats.org/officeDocument/2006/relationships/image" Target="../media/image133.png"/><Relationship Id="rId5" Type="http://schemas.openxmlformats.org/officeDocument/2006/relationships/image" Target="../media/image132.png"/><Relationship Id="rId4" Type="http://schemas.openxmlformats.org/officeDocument/2006/relationships/image" Target="../media/image131.png"/><Relationship Id="rId3" Type="http://schemas.openxmlformats.org/officeDocument/2006/relationships/image" Target="../media/image130.png"/><Relationship Id="rId2" Type="http://schemas.openxmlformats.org/officeDocument/2006/relationships/image" Target="../media/image129.png"/><Relationship Id="rId12" Type="http://schemas.openxmlformats.org/officeDocument/2006/relationships/slideLayout" Target="../slideLayouts/slideLayout2.xml"/><Relationship Id="rId11" Type="http://schemas.openxmlformats.org/officeDocument/2006/relationships/image" Target="../media/image138.png"/><Relationship Id="rId10" Type="http://schemas.openxmlformats.org/officeDocument/2006/relationships/image" Target="../media/image137.png"/><Relationship Id="rId1" Type="http://schemas.openxmlformats.org/officeDocument/2006/relationships/image" Target="../media/image128.png"/></Relationships>
</file>

<file path=ppt/slides/_rels/slide24.xml.rels><?xml version="1.0" encoding="UTF-8" standalone="yes"?>
<Relationships xmlns="http://schemas.openxmlformats.org/package/2006/relationships"><Relationship Id="rId9" Type="http://schemas.openxmlformats.org/officeDocument/2006/relationships/image" Target="../media/image146.png"/><Relationship Id="rId8" Type="http://schemas.openxmlformats.org/officeDocument/2006/relationships/image" Target="../media/image145.png"/><Relationship Id="rId7" Type="http://schemas.openxmlformats.org/officeDocument/2006/relationships/image" Target="../media/image144.png"/><Relationship Id="rId6" Type="http://schemas.openxmlformats.org/officeDocument/2006/relationships/image" Target="../media/image143.png"/><Relationship Id="rId5" Type="http://schemas.openxmlformats.org/officeDocument/2006/relationships/image" Target="../media/image142.png"/><Relationship Id="rId4" Type="http://schemas.openxmlformats.org/officeDocument/2006/relationships/image" Target="../media/image141.png"/><Relationship Id="rId3" Type="http://schemas.openxmlformats.org/officeDocument/2006/relationships/image" Target="../media/image140.png"/><Relationship Id="rId2" Type="http://schemas.openxmlformats.org/officeDocument/2006/relationships/image" Target="../media/image139.png"/><Relationship Id="rId15" Type="http://schemas.openxmlformats.org/officeDocument/2006/relationships/slideLayout" Target="../slideLayouts/slideLayout2.xml"/><Relationship Id="rId14" Type="http://schemas.openxmlformats.org/officeDocument/2006/relationships/image" Target="../media/image151.png"/><Relationship Id="rId13" Type="http://schemas.openxmlformats.org/officeDocument/2006/relationships/image" Target="../media/image150.png"/><Relationship Id="rId12" Type="http://schemas.openxmlformats.org/officeDocument/2006/relationships/image" Target="../media/image149.png"/><Relationship Id="rId11" Type="http://schemas.openxmlformats.org/officeDocument/2006/relationships/image" Target="../media/image148.png"/><Relationship Id="rId10" Type="http://schemas.openxmlformats.org/officeDocument/2006/relationships/image" Target="../media/image147.png"/><Relationship Id="rId1" Type="http://schemas.openxmlformats.org/officeDocument/2006/relationships/image" Target="../media/image74.png"/></Relationships>
</file>

<file path=ppt/slides/_rels/slide25.xml.rels><?xml version="1.0" encoding="UTF-8" standalone="yes"?>
<Relationships xmlns="http://schemas.openxmlformats.org/package/2006/relationships"><Relationship Id="rId9" Type="http://schemas.openxmlformats.org/officeDocument/2006/relationships/image" Target="../media/image159.png"/><Relationship Id="rId8" Type="http://schemas.openxmlformats.org/officeDocument/2006/relationships/image" Target="../media/image158.png"/><Relationship Id="rId7" Type="http://schemas.openxmlformats.org/officeDocument/2006/relationships/image" Target="../media/image157.png"/><Relationship Id="rId6" Type="http://schemas.openxmlformats.org/officeDocument/2006/relationships/image" Target="../media/image156.png"/><Relationship Id="rId5" Type="http://schemas.openxmlformats.org/officeDocument/2006/relationships/image" Target="../media/image155.png"/><Relationship Id="rId4" Type="http://schemas.openxmlformats.org/officeDocument/2006/relationships/image" Target="../media/image154.png"/><Relationship Id="rId3" Type="http://schemas.openxmlformats.org/officeDocument/2006/relationships/image" Target="../media/image153.png"/><Relationship Id="rId2" Type="http://schemas.openxmlformats.org/officeDocument/2006/relationships/image" Target="../media/image152.png"/><Relationship Id="rId13" Type="http://schemas.openxmlformats.org/officeDocument/2006/relationships/slideLayout" Target="../slideLayouts/slideLayout2.xml"/><Relationship Id="rId12" Type="http://schemas.openxmlformats.org/officeDocument/2006/relationships/image" Target="../media/image162.png"/><Relationship Id="rId11" Type="http://schemas.openxmlformats.org/officeDocument/2006/relationships/image" Target="../media/image161.png"/><Relationship Id="rId10" Type="http://schemas.openxmlformats.org/officeDocument/2006/relationships/image" Target="../media/image160.png"/><Relationship Id="rId1" Type="http://schemas.openxmlformats.org/officeDocument/2006/relationships/image" Target="../media/image74.png"/></Relationships>
</file>

<file path=ppt/slides/_rels/slide26.xml.rels><?xml version="1.0" encoding="UTF-8" standalone="yes"?>
<Relationships xmlns="http://schemas.openxmlformats.org/package/2006/relationships"><Relationship Id="rId8" Type="http://schemas.openxmlformats.org/officeDocument/2006/relationships/slideLayout" Target="../slideLayouts/slideLayout2.xml"/><Relationship Id="rId7" Type="http://schemas.openxmlformats.org/officeDocument/2006/relationships/image" Target="../media/image169.png"/><Relationship Id="rId6" Type="http://schemas.openxmlformats.org/officeDocument/2006/relationships/image" Target="../media/image168.png"/><Relationship Id="rId5" Type="http://schemas.openxmlformats.org/officeDocument/2006/relationships/image" Target="../media/image167.png"/><Relationship Id="rId4" Type="http://schemas.openxmlformats.org/officeDocument/2006/relationships/image" Target="../media/image166.png"/><Relationship Id="rId3" Type="http://schemas.openxmlformats.org/officeDocument/2006/relationships/image" Target="../media/image165.png"/><Relationship Id="rId2" Type="http://schemas.openxmlformats.org/officeDocument/2006/relationships/image" Target="../media/image164.png"/><Relationship Id="rId1" Type="http://schemas.openxmlformats.org/officeDocument/2006/relationships/image" Target="../media/image163.png"/></Relationships>
</file>

<file path=ppt/slides/_rels/slide27.xml.rels><?xml version="1.0" encoding="UTF-8" standalone="yes"?>
<Relationships xmlns="http://schemas.openxmlformats.org/package/2006/relationships"><Relationship Id="rId9" Type="http://schemas.openxmlformats.org/officeDocument/2006/relationships/image" Target="../media/image178.png"/><Relationship Id="rId8" Type="http://schemas.openxmlformats.org/officeDocument/2006/relationships/image" Target="../media/image177.png"/><Relationship Id="rId7" Type="http://schemas.openxmlformats.org/officeDocument/2006/relationships/image" Target="../media/image176.png"/><Relationship Id="rId6" Type="http://schemas.openxmlformats.org/officeDocument/2006/relationships/image" Target="../media/image175.png"/><Relationship Id="rId5" Type="http://schemas.openxmlformats.org/officeDocument/2006/relationships/image" Target="../media/image174.png"/><Relationship Id="rId4" Type="http://schemas.openxmlformats.org/officeDocument/2006/relationships/image" Target="../media/image173.png"/><Relationship Id="rId3" Type="http://schemas.openxmlformats.org/officeDocument/2006/relationships/image" Target="../media/image172.png"/><Relationship Id="rId2" Type="http://schemas.openxmlformats.org/officeDocument/2006/relationships/image" Target="../media/image171.png"/><Relationship Id="rId12" Type="http://schemas.openxmlformats.org/officeDocument/2006/relationships/slideLayout" Target="../slideLayouts/slideLayout2.xml"/><Relationship Id="rId11" Type="http://schemas.openxmlformats.org/officeDocument/2006/relationships/image" Target="../media/image180.png"/><Relationship Id="rId10" Type="http://schemas.openxmlformats.org/officeDocument/2006/relationships/image" Target="../media/image179.png"/><Relationship Id="rId1" Type="http://schemas.openxmlformats.org/officeDocument/2006/relationships/image" Target="../media/image170.png"/></Relationships>
</file>

<file path=ppt/slides/_rels/slide28.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182.png"/><Relationship Id="rId2" Type="http://schemas.openxmlformats.org/officeDocument/2006/relationships/image" Target="../media/image181.png"/><Relationship Id="rId1" Type="http://schemas.openxmlformats.org/officeDocument/2006/relationships/image" Target="../media/image74.png"/></Relationships>
</file>

<file path=ppt/slides/_rels/slide29.xml.rels><?xml version="1.0" encoding="UTF-8" standalone="yes"?>
<Relationships xmlns="http://schemas.openxmlformats.org/package/2006/relationships"><Relationship Id="rId9" Type="http://schemas.openxmlformats.org/officeDocument/2006/relationships/image" Target="../media/image190.png"/><Relationship Id="rId8" Type="http://schemas.openxmlformats.org/officeDocument/2006/relationships/image" Target="../media/image189.png"/><Relationship Id="rId7" Type="http://schemas.openxmlformats.org/officeDocument/2006/relationships/image" Target="../media/image188.png"/><Relationship Id="rId6" Type="http://schemas.openxmlformats.org/officeDocument/2006/relationships/image" Target="../media/image187.png"/><Relationship Id="rId5" Type="http://schemas.openxmlformats.org/officeDocument/2006/relationships/image" Target="../media/image186.png"/><Relationship Id="rId4" Type="http://schemas.openxmlformats.org/officeDocument/2006/relationships/image" Target="../media/image185.png"/><Relationship Id="rId3" Type="http://schemas.openxmlformats.org/officeDocument/2006/relationships/image" Target="../media/image184.png"/><Relationship Id="rId2" Type="http://schemas.openxmlformats.org/officeDocument/2006/relationships/image" Target="../media/image183.png"/><Relationship Id="rId11" Type="http://schemas.openxmlformats.org/officeDocument/2006/relationships/slideLayout" Target="../slideLayouts/slideLayout2.xml"/><Relationship Id="rId10" Type="http://schemas.openxmlformats.org/officeDocument/2006/relationships/image" Target="../media/image191.png"/><Relationship Id="rId1" Type="http://schemas.openxmlformats.org/officeDocument/2006/relationships/image" Target="../media/image74.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1">
            <a:lum bright="70000" contrast="-70000"/>
            <a:extLst>
              <a:ext uri="{BEBA8EAE-BF5A-486C-A8C5-ECC9F3942E4B}">
                <a14:imgProps xmlns:a14="http://schemas.microsoft.com/office/drawing/2010/main">
                  <a14:imgLayer r:embed="rId2">
                    <a14:imgEffect>
                      <a14:saturation sat="400000"/>
                    </a14:imgEffect>
                  </a14:imgLayer>
                </a14:imgProps>
              </a:ext>
              <a:ext uri="{28A0092B-C50C-407E-A947-70E740481C1C}">
                <a14:useLocalDpi xmlns:a14="http://schemas.microsoft.com/office/drawing/2010/main" val="0"/>
              </a:ext>
            </a:extLst>
          </a:blip>
          <a:stretch>
            <a:fillRect/>
          </a:stretch>
        </p:blipFill>
        <p:spPr>
          <a:xfrm>
            <a:off x="1" y="-1"/>
            <a:ext cx="12192000" cy="6871855"/>
          </a:xfrm>
          <a:prstGeom prst="rect">
            <a:avLst/>
          </a:prstGeom>
        </p:spPr>
      </p:pic>
      <p:sp>
        <p:nvSpPr>
          <p:cNvPr id="9" name="图文框 8"/>
          <p:cNvSpPr/>
          <p:nvPr/>
        </p:nvSpPr>
        <p:spPr>
          <a:xfrm>
            <a:off x="0" y="-1"/>
            <a:ext cx="12192001" cy="6858001"/>
          </a:xfrm>
          <a:prstGeom prst="frame">
            <a:avLst>
              <a:gd name="adj1" fmla="val 50000"/>
            </a:avLst>
          </a:prstGeom>
          <a:gradFill flip="none" rotWithShape="1">
            <a:gsLst>
              <a:gs pos="74000">
                <a:srgbClr val="007434">
                  <a:alpha val="31000"/>
                </a:srgbClr>
              </a:gs>
              <a:gs pos="4000">
                <a:schemeClr val="bg1">
                  <a:alpha val="0"/>
                </a:schemeClr>
              </a:gs>
              <a:gs pos="100000">
                <a:schemeClr val="bg1">
                  <a:alpha val="64000"/>
                </a:schemeClr>
              </a:gs>
            </a:gsLst>
            <a:lin ang="2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latin typeface="字魂36号-正文宋楷" panose="00000500000000000000" pitchFamily="2" charset="-122"/>
              <a:ea typeface="字魂36号-正文宋楷" panose="00000500000000000000" pitchFamily="2" charset="-122"/>
            </a:endParaRPr>
          </a:p>
        </p:txBody>
      </p:sp>
      <p:sp>
        <p:nvSpPr>
          <p:cNvPr id="6" name="Rectangle 1"/>
          <p:cNvSpPr/>
          <p:nvPr/>
        </p:nvSpPr>
        <p:spPr>
          <a:xfrm>
            <a:off x="0" y="1312540"/>
            <a:ext cx="11144250" cy="3564260"/>
          </a:xfrm>
          <a:prstGeom prst="rect">
            <a:avLst/>
          </a:prstGeom>
          <a:gradFill flip="none" rotWithShape="1">
            <a:gsLst>
              <a:gs pos="0">
                <a:srgbClr val="009E47">
                  <a:alpha val="88000"/>
                </a:srgbClr>
              </a:gs>
              <a:gs pos="55000">
                <a:srgbClr val="039463"/>
              </a:gs>
              <a:gs pos="100000">
                <a:srgbClr val="068885"/>
              </a:gs>
            </a:gsLst>
            <a:path path="circle">
              <a:fillToRect t="100000" r="100000"/>
            </a:path>
            <a:tileRect l="-100000" b="-100000"/>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rgbClr val="FFFFFF"/>
              </a:solidFill>
              <a:effectLst/>
              <a:uLnTx/>
              <a:uFillTx/>
              <a:latin typeface="Calibri" panose="020F0502020204030204"/>
              <a:ea typeface="+mn-ea"/>
              <a:cs typeface="+mn-cs"/>
            </a:endParaRPr>
          </a:p>
        </p:txBody>
      </p:sp>
      <p:sp>
        <p:nvSpPr>
          <p:cNvPr id="3" name="TextBox 12"/>
          <p:cNvSpPr txBox="1"/>
          <p:nvPr/>
        </p:nvSpPr>
        <p:spPr>
          <a:xfrm>
            <a:off x="5524507" y="2152682"/>
            <a:ext cx="5109091" cy="1569660"/>
          </a:xfrm>
          <a:prstGeom prst="rect">
            <a:avLst/>
          </a:prstGeom>
          <a:noFill/>
        </p:spPr>
        <p:txBody>
          <a:bodyPr wrap="none" rtlCol="0">
            <a:spAutoFit/>
          </a:bodyPr>
          <a:lstStyle/>
          <a:p>
            <a:pPr defTabSz="1218565"/>
            <a:r>
              <a:rPr lang="zh-CN" altLang="en-US" sz="9600" b="1">
                <a:solidFill>
                  <a:schemeClr val="bg1"/>
                </a:solidFill>
                <a:effectLst>
                  <a:innerShdw blurRad="63500" dist="50800" dir="18900000">
                    <a:prstClr val="black">
                      <a:alpha val="50000"/>
                    </a:prstClr>
                  </a:innerShdw>
                </a:effectLst>
                <a:latin typeface="微软雅黑" panose="020B0503020204020204" pitchFamily="34" charset="-122"/>
                <a:ea typeface="微软雅黑" panose="020B0503020204020204" pitchFamily="34" charset="-122"/>
              </a:rPr>
              <a:t>高等数学</a:t>
            </a:r>
            <a:endParaRPr lang="en-US" altLang="zh-CN" sz="9600" b="1" dirty="0">
              <a:solidFill>
                <a:schemeClr val="bg1"/>
              </a:solidFill>
              <a:effectLst>
                <a:innerShdw blurRad="63500" dist="50800" dir="18900000">
                  <a:prstClr val="black">
                    <a:alpha val="50000"/>
                  </a:prstClr>
                </a:innerShdw>
              </a:effectLst>
              <a:latin typeface="微软雅黑" panose="020B0503020204020204" pitchFamily="34" charset="-122"/>
              <a:ea typeface="微软雅黑" panose="020B0503020204020204" pitchFamily="34" charset="-122"/>
            </a:endParaRPr>
          </a:p>
        </p:txBody>
      </p:sp>
      <p:sp>
        <p:nvSpPr>
          <p:cNvPr id="4" name="TextBox 12"/>
          <p:cNvSpPr txBox="1"/>
          <p:nvPr/>
        </p:nvSpPr>
        <p:spPr>
          <a:xfrm>
            <a:off x="9118170" y="3703526"/>
            <a:ext cx="1415772" cy="584775"/>
          </a:xfrm>
          <a:prstGeom prst="rect">
            <a:avLst/>
          </a:prstGeom>
          <a:noFill/>
        </p:spPr>
        <p:txBody>
          <a:bodyPr wrap="none" rtlCol="0">
            <a:spAutoFit/>
          </a:bodyPr>
          <a:lstStyle/>
          <a:p>
            <a:pPr defTabSz="1218565"/>
            <a:r>
              <a:rPr lang="zh-CN" altLang="en-US" sz="3200" b="1" dirty="0">
                <a:solidFill>
                  <a:schemeClr val="bg1"/>
                </a:solidFill>
                <a:effectLst>
                  <a:innerShdw blurRad="63500" dist="50800" dir="18900000">
                    <a:prstClr val="black">
                      <a:alpha val="50000"/>
                    </a:prstClr>
                  </a:innerShdw>
                </a:effectLst>
                <a:latin typeface="微软雅黑" panose="020B0503020204020204" pitchFamily="34" charset="-122"/>
                <a:ea typeface="微软雅黑" panose="020B0503020204020204" pitchFamily="34" charset="-122"/>
              </a:rPr>
              <a:t>第八版</a:t>
            </a:r>
            <a:endParaRPr lang="en-US" altLang="zh-CN" sz="3200" b="1" dirty="0">
              <a:solidFill>
                <a:schemeClr val="bg1"/>
              </a:solidFill>
              <a:effectLst>
                <a:innerShdw blurRad="63500" dist="50800" dir="18900000">
                  <a:prstClr val="black">
                    <a:alpha val="50000"/>
                  </a:prstClr>
                </a:innerShdw>
              </a:effectLst>
              <a:latin typeface="微软雅黑" panose="020B0503020204020204" pitchFamily="34" charset="-122"/>
              <a:ea typeface="微软雅黑" panose="020B0503020204020204" pitchFamily="34" charset="-122"/>
            </a:endParaRPr>
          </a:p>
        </p:txBody>
      </p:sp>
      <p:sp>
        <p:nvSpPr>
          <p:cNvPr id="5" name="文本框 4"/>
          <p:cNvSpPr txBox="1"/>
          <p:nvPr/>
        </p:nvSpPr>
        <p:spPr>
          <a:xfrm>
            <a:off x="6783949" y="5176128"/>
            <a:ext cx="3672673" cy="430887"/>
          </a:xfrm>
          <a:prstGeom prst="rect">
            <a:avLst/>
          </a:prstGeom>
          <a:noFill/>
        </p:spPr>
        <p:txBody>
          <a:bodyPr wrap="square" rtlCol="0">
            <a:spAutoFit/>
          </a:bodyPr>
          <a:lstStyle/>
          <a:p>
            <a:pPr algn="r"/>
            <a:r>
              <a:rPr lang="zh-CN" altLang="en-US" sz="2200" b="1" dirty="0">
                <a:solidFill>
                  <a:srgbClr val="04926A"/>
                </a:solidFill>
                <a:latin typeface="微软雅黑" panose="020B0503020204020204" pitchFamily="34" charset="-122"/>
                <a:ea typeface="微软雅黑" panose="020B0503020204020204" pitchFamily="34" charset="-122"/>
              </a:rPr>
              <a:t>同济大学数学科学学院   编</a:t>
            </a:r>
            <a:endParaRPr lang="zh-CN" altLang="en-US" sz="2200" b="1" dirty="0">
              <a:solidFill>
                <a:srgbClr val="04926A"/>
              </a:solidFill>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10"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randombar(horizontal)">
                                      <p:cBhvr>
                                        <p:cTn id="7" dur="500"/>
                                        <p:tgtEl>
                                          <p:spTgt spid="3"/>
                                        </p:tgtEl>
                                      </p:cBhvr>
                                    </p:animEffect>
                                  </p:childTnLst>
                                </p:cTn>
                              </p:par>
                            </p:childTnLst>
                          </p:cTn>
                        </p:par>
                        <p:par>
                          <p:cTn id="8" fill="hold">
                            <p:stCondLst>
                              <p:cond delay="500"/>
                            </p:stCondLst>
                            <p:childTnLst>
                              <p:par>
                                <p:cTn id="9" presetID="14" presetClass="entr" presetSubtype="10" fill="hold" grpId="0" nodeType="after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randombar(horizontal)">
                                      <p:cBhvr>
                                        <p:cTn id="11"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p:cNvSpPr/>
          <p:nvPr/>
        </p:nvSpPr>
        <p:spPr>
          <a:xfrm flipH="1">
            <a:off x="0" y="0"/>
            <a:ext cx="12192000" cy="6872990"/>
          </a:xfrm>
          <a:prstGeom prst="rect">
            <a:avLst/>
          </a:prstGeom>
          <a:gradFill flip="none" rotWithShape="1">
            <a:gsLst>
              <a:gs pos="0">
                <a:srgbClr val="009E47">
                  <a:alpha val="88000"/>
                </a:srgbClr>
              </a:gs>
              <a:gs pos="55000">
                <a:srgbClr val="039463"/>
              </a:gs>
              <a:gs pos="100000">
                <a:srgbClr val="068885"/>
              </a:gs>
            </a:gsLst>
            <a:path path="circle">
              <a:fillToRect t="100000" r="100000"/>
            </a:path>
            <a:tileRect l="-100000" b="-100000"/>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rgbClr val="FFFFFF"/>
              </a:solidFill>
              <a:effectLst/>
              <a:uLnTx/>
              <a:uFillTx/>
              <a:latin typeface="Calibri" panose="020F0502020204030204"/>
              <a:ea typeface="+mn-ea"/>
              <a:cs typeface="+mn-cs"/>
            </a:endParaRPr>
          </a:p>
        </p:txBody>
      </p:sp>
      <p:sp>
        <p:nvSpPr>
          <p:cNvPr id="14" name="矩形 13"/>
          <p:cNvSpPr/>
          <p:nvPr/>
        </p:nvSpPr>
        <p:spPr>
          <a:xfrm>
            <a:off x="789305" y="2369185"/>
            <a:ext cx="11083290" cy="4504055"/>
          </a:xfrm>
          <a:prstGeom prst="rect">
            <a:avLst/>
          </a:prstGeom>
          <a:solidFill>
            <a:schemeClr val="bg1"/>
          </a:solidFill>
          <a:effectLst>
            <a:outerShdw blurRad="50800" dist="38100" algn="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矩形 14"/>
          <p:cNvSpPr/>
          <p:nvPr/>
        </p:nvSpPr>
        <p:spPr>
          <a:xfrm>
            <a:off x="629285" y="2499995"/>
            <a:ext cx="10923270" cy="4373245"/>
          </a:xfrm>
          <a:prstGeom prst="rect">
            <a:avLst/>
          </a:prstGeom>
          <a:solidFill>
            <a:schemeClr val="bg1"/>
          </a:solidFill>
          <a:effectLst>
            <a:outerShdw blurRad="50800" dist="38100" algn="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矩形 15"/>
          <p:cNvSpPr/>
          <p:nvPr/>
        </p:nvSpPr>
        <p:spPr>
          <a:xfrm>
            <a:off x="487045" y="2640330"/>
            <a:ext cx="10746105" cy="4232910"/>
          </a:xfrm>
          <a:prstGeom prst="rect">
            <a:avLst/>
          </a:prstGeom>
          <a:solidFill>
            <a:schemeClr val="bg1"/>
          </a:solidFill>
          <a:effectLst>
            <a:outerShdw blurRad="50800" dist="38100" algn="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2" name="任意多边形 41"/>
          <p:cNvSpPr/>
          <p:nvPr/>
        </p:nvSpPr>
        <p:spPr>
          <a:xfrm flipH="1">
            <a:off x="4914237" y="3160432"/>
            <a:ext cx="1784904" cy="429397"/>
          </a:xfrm>
          <a:custGeom>
            <a:avLst/>
            <a:gdLst/>
            <a:ahLst/>
            <a:cxnLst/>
            <a:rect l="l" t="t" r="r" b="b"/>
            <a:pathLst>
              <a:path w="1784904" h="429397">
                <a:moveTo>
                  <a:pt x="326672" y="316347"/>
                </a:moveTo>
                <a:cubicBezTo>
                  <a:pt x="322782" y="316737"/>
                  <a:pt x="318710" y="321188"/>
                  <a:pt x="314454" y="329699"/>
                </a:cubicBezTo>
                <a:cubicBezTo>
                  <a:pt x="309673" y="355056"/>
                  <a:pt x="310417" y="375966"/>
                  <a:pt x="316687" y="392430"/>
                </a:cubicBezTo>
                <a:cubicBezTo>
                  <a:pt x="326956" y="411666"/>
                  <a:pt x="343187" y="421926"/>
                  <a:pt x="365381" y="423210"/>
                </a:cubicBezTo>
                <a:cubicBezTo>
                  <a:pt x="383985" y="421777"/>
                  <a:pt x="393287" y="411824"/>
                  <a:pt x="393287" y="393351"/>
                </a:cubicBezTo>
                <a:cubicBezTo>
                  <a:pt x="393287" y="384012"/>
                  <a:pt x="384450" y="374934"/>
                  <a:pt x="366777" y="366116"/>
                </a:cubicBezTo>
                <a:cubicBezTo>
                  <a:pt x="348062" y="355102"/>
                  <a:pt x="337634" y="344787"/>
                  <a:pt x="335495" y="335169"/>
                </a:cubicBezTo>
                <a:cubicBezTo>
                  <a:pt x="334286" y="325439"/>
                  <a:pt x="332621" y="319486"/>
                  <a:pt x="330500" y="317309"/>
                </a:cubicBezTo>
                <a:cubicBezTo>
                  <a:pt x="329244" y="316537"/>
                  <a:pt x="327968" y="316216"/>
                  <a:pt x="326672" y="316347"/>
                </a:cubicBezTo>
                <a:close/>
                <a:moveTo>
                  <a:pt x="90072" y="314517"/>
                </a:moveTo>
                <a:cubicBezTo>
                  <a:pt x="88181" y="314481"/>
                  <a:pt x="85529" y="315049"/>
                  <a:pt x="82115" y="316221"/>
                </a:cubicBezTo>
                <a:cubicBezTo>
                  <a:pt x="78822" y="316221"/>
                  <a:pt x="74432" y="316919"/>
                  <a:pt x="68944" y="318314"/>
                </a:cubicBezTo>
                <a:cubicBezTo>
                  <a:pt x="41001" y="328025"/>
                  <a:pt x="20240" y="340294"/>
                  <a:pt x="6659" y="355121"/>
                </a:cubicBezTo>
                <a:cubicBezTo>
                  <a:pt x="-7721" y="387658"/>
                  <a:pt x="1190" y="408606"/>
                  <a:pt x="33393" y="417964"/>
                </a:cubicBezTo>
                <a:cubicBezTo>
                  <a:pt x="52480" y="417964"/>
                  <a:pt x="62712" y="406969"/>
                  <a:pt x="64088" y="384980"/>
                </a:cubicBezTo>
                <a:cubicBezTo>
                  <a:pt x="65205" y="364051"/>
                  <a:pt x="72683" y="346107"/>
                  <a:pt x="86524" y="331150"/>
                </a:cubicBezTo>
                <a:cubicBezTo>
                  <a:pt x="94561" y="320170"/>
                  <a:pt x="95743" y="314625"/>
                  <a:pt x="90072" y="314517"/>
                </a:cubicBezTo>
                <a:close/>
                <a:moveTo>
                  <a:pt x="187597" y="314463"/>
                </a:moveTo>
                <a:cubicBezTo>
                  <a:pt x="184025" y="314463"/>
                  <a:pt x="177449" y="315663"/>
                  <a:pt x="167868" y="318063"/>
                </a:cubicBezTo>
                <a:cubicBezTo>
                  <a:pt x="140149" y="326881"/>
                  <a:pt x="121899" y="339420"/>
                  <a:pt x="113118" y="355679"/>
                </a:cubicBezTo>
                <a:cubicBezTo>
                  <a:pt x="103630" y="385742"/>
                  <a:pt x="112662" y="404169"/>
                  <a:pt x="140214" y="410959"/>
                </a:cubicBezTo>
                <a:cubicBezTo>
                  <a:pt x="159506" y="410959"/>
                  <a:pt x="169152" y="398086"/>
                  <a:pt x="169152" y="372338"/>
                </a:cubicBezTo>
                <a:cubicBezTo>
                  <a:pt x="169152" y="352712"/>
                  <a:pt x="173217" y="338322"/>
                  <a:pt x="181346" y="329169"/>
                </a:cubicBezTo>
                <a:cubicBezTo>
                  <a:pt x="188397" y="323941"/>
                  <a:pt x="190481" y="319039"/>
                  <a:pt x="187597" y="314463"/>
                </a:cubicBezTo>
                <a:close/>
                <a:moveTo>
                  <a:pt x="277968" y="311505"/>
                </a:moveTo>
                <a:cubicBezTo>
                  <a:pt x="274629" y="311868"/>
                  <a:pt x="269620" y="313003"/>
                  <a:pt x="262941" y="314909"/>
                </a:cubicBezTo>
                <a:cubicBezTo>
                  <a:pt x="234701" y="328434"/>
                  <a:pt x="216898" y="342564"/>
                  <a:pt x="209531" y="357298"/>
                </a:cubicBezTo>
                <a:cubicBezTo>
                  <a:pt x="198815" y="387528"/>
                  <a:pt x="209121" y="406002"/>
                  <a:pt x="240450" y="412717"/>
                </a:cubicBezTo>
                <a:cubicBezTo>
                  <a:pt x="260616" y="411285"/>
                  <a:pt x="269536" y="397118"/>
                  <a:pt x="267211" y="370218"/>
                </a:cubicBezTo>
                <a:cubicBezTo>
                  <a:pt x="264867" y="350610"/>
                  <a:pt x="266634" y="337485"/>
                  <a:pt x="272513" y="330843"/>
                </a:cubicBezTo>
                <a:cubicBezTo>
                  <a:pt x="280643" y="318770"/>
                  <a:pt x="284131" y="312733"/>
                  <a:pt x="282977" y="312733"/>
                </a:cubicBezTo>
                <a:cubicBezTo>
                  <a:pt x="282977" y="311551"/>
                  <a:pt x="281308" y="311142"/>
                  <a:pt x="277968" y="311505"/>
                </a:cubicBezTo>
                <a:close/>
                <a:moveTo>
                  <a:pt x="637411" y="288371"/>
                </a:moveTo>
                <a:lnTo>
                  <a:pt x="637411" y="330229"/>
                </a:lnTo>
                <a:lnTo>
                  <a:pt x="576578" y="330229"/>
                </a:lnTo>
                <a:lnTo>
                  <a:pt x="560588" y="304138"/>
                </a:lnTo>
                <a:cubicBezTo>
                  <a:pt x="576922" y="307635"/>
                  <a:pt x="584503" y="302380"/>
                  <a:pt x="583331" y="288371"/>
                </a:cubicBezTo>
                <a:close/>
                <a:moveTo>
                  <a:pt x="1182178" y="241100"/>
                </a:moveTo>
                <a:lnTo>
                  <a:pt x="1182178" y="272438"/>
                </a:lnTo>
                <a:lnTo>
                  <a:pt x="1049293" y="272438"/>
                </a:lnTo>
                <a:lnTo>
                  <a:pt x="1049293" y="241100"/>
                </a:lnTo>
                <a:close/>
                <a:moveTo>
                  <a:pt x="637411" y="225333"/>
                </a:moveTo>
                <a:lnTo>
                  <a:pt x="637411" y="270707"/>
                </a:lnTo>
                <a:lnTo>
                  <a:pt x="583331" y="270707"/>
                </a:lnTo>
                <a:lnTo>
                  <a:pt x="583331" y="225333"/>
                </a:lnTo>
                <a:close/>
                <a:moveTo>
                  <a:pt x="752995" y="225333"/>
                </a:moveTo>
                <a:lnTo>
                  <a:pt x="752995" y="268949"/>
                </a:lnTo>
                <a:lnTo>
                  <a:pt x="697157" y="268949"/>
                </a:lnTo>
                <a:lnTo>
                  <a:pt x="697157" y="225333"/>
                </a:lnTo>
                <a:close/>
                <a:moveTo>
                  <a:pt x="1170514" y="197317"/>
                </a:moveTo>
                <a:cubicBezTo>
                  <a:pt x="1180616" y="196163"/>
                  <a:pt x="1184504" y="199679"/>
                  <a:pt x="1182178" y="207865"/>
                </a:cubicBezTo>
                <a:lnTo>
                  <a:pt x="1182178" y="225166"/>
                </a:lnTo>
                <a:lnTo>
                  <a:pt x="1049293" y="225166"/>
                </a:lnTo>
                <a:lnTo>
                  <a:pt x="1049293" y="197317"/>
                </a:lnTo>
                <a:close/>
                <a:moveTo>
                  <a:pt x="1604553" y="188582"/>
                </a:moveTo>
                <a:cubicBezTo>
                  <a:pt x="1622710" y="230459"/>
                  <a:pt x="1648327" y="264252"/>
                  <a:pt x="1681404" y="289962"/>
                </a:cubicBezTo>
                <a:lnTo>
                  <a:pt x="1604553" y="289962"/>
                </a:lnTo>
                <a:close/>
                <a:moveTo>
                  <a:pt x="250830" y="181578"/>
                </a:moveTo>
                <a:cubicBezTo>
                  <a:pt x="259276" y="182415"/>
                  <a:pt x="263499" y="185299"/>
                  <a:pt x="263499" y="190229"/>
                </a:cubicBezTo>
                <a:lnTo>
                  <a:pt x="263499" y="261945"/>
                </a:lnTo>
                <a:lnTo>
                  <a:pt x="132373" y="261945"/>
                </a:lnTo>
                <a:lnTo>
                  <a:pt x="132373" y="181578"/>
                </a:lnTo>
                <a:close/>
                <a:moveTo>
                  <a:pt x="737759" y="165812"/>
                </a:moveTo>
                <a:cubicBezTo>
                  <a:pt x="750242" y="164639"/>
                  <a:pt x="755321" y="168156"/>
                  <a:pt x="752995" y="176360"/>
                </a:cubicBezTo>
                <a:lnTo>
                  <a:pt x="752995" y="209400"/>
                </a:lnTo>
                <a:lnTo>
                  <a:pt x="697157" y="209400"/>
                </a:lnTo>
                <a:lnTo>
                  <a:pt x="697157" y="165812"/>
                </a:lnTo>
                <a:close/>
                <a:moveTo>
                  <a:pt x="1229548" y="165184"/>
                </a:moveTo>
                <a:cubicBezTo>
                  <a:pt x="1224915" y="165677"/>
                  <a:pt x="1219311" y="167783"/>
                  <a:pt x="1212735" y="171504"/>
                </a:cubicBezTo>
                <a:cubicBezTo>
                  <a:pt x="1199340" y="177085"/>
                  <a:pt x="1189118" y="180378"/>
                  <a:pt x="1182067" y="181383"/>
                </a:cubicBezTo>
                <a:lnTo>
                  <a:pt x="1049991" y="181383"/>
                </a:lnTo>
                <a:cubicBezTo>
                  <a:pt x="1052707" y="181364"/>
                  <a:pt x="1054214" y="180611"/>
                  <a:pt x="1054512" y="179122"/>
                </a:cubicBezTo>
                <a:cubicBezTo>
                  <a:pt x="1050121" y="171793"/>
                  <a:pt x="1044559" y="167300"/>
                  <a:pt x="1037824" y="165644"/>
                </a:cubicBezTo>
                <a:cubicBezTo>
                  <a:pt x="1010607" y="166909"/>
                  <a:pt x="988683" y="177913"/>
                  <a:pt x="972052" y="198656"/>
                </a:cubicBezTo>
                <a:cubicBezTo>
                  <a:pt x="973745" y="204423"/>
                  <a:pt x="977075" y="209790"/>
                  <a:pt x="982042" y="214757"/>
                </a:cubicBezTo>
                <a:cubicBezTo>
                  <a:pt x="983549" y="217008"/>
                  <a:pt x="984302" y="218171"/>
                  <a:pt x="984302" y="218246"/>
                </a:cubicBezTo>
                <a:lnTo>
                  <a:pt x="984302" y="283962"/>
                </a:lnTo>
                <a:cubicBezTo>
                  <a:pt x="983130" y="303068"/>
                  <a:pt x="995790" y="313300"/>
                  <a:pt x="1022281" y="314658"/>
                </a:cubicBezTo>
                <a:cubicBezTo>
                  <a:pt x="1043787" y="318156"/>
                  <a:pt x="1052791" y="312119"/>
                  <a:pt x="1049293" y="296548"/>
                </a:cubicBezTo>
                <a:lnTo>
                  <a:pt x="1049293" y="290130"/>
                </a:lnTo>
                <a:lnTo>
                  <a:pt x="1080715" y="290130"/>
                </a:lnTo>
                <a:cubicBezTo>
                  <a:pt x="1086482" y="290130"/>
                  <a:pt x="1088193" y="293599"/>
                  <a:pt x="1085849" y="300538"/>
                </a:cubicBezTo>
                <a:lnTo>
                  <a:pt x="1085849" y="326741"/>
                </a:lnTo>
                <a:lnTo>
                  <a:pt x="998422" y="326741"/>
                </a:lnTo>
                <a:cubicBezTo>
                  <a:pt x="999538" y="326741"/>
                  <a:pt x="998320" y="324072"/>
                  <a:pt x="994766" y="318732"/>
                </a:cubicBezTo>
                <a:cubicBezTo>
                  <a:pt x="986916" y="303050"/>
                  <a:pt x="979102" y="295208"/>
                  <a:pt x="971326" y="295208"/>
                </a:cubicBezTo>
                <a:cubicBezTo>
                  <a:pt x="960517" y="297924"/>
                  <a:pt x="945263" y="307282"/>
                  <a:pt x="925561" y="323281"/>
                </a:cubicBezTo>
                <a:cubicBezTo>
                  <a:pt x="921524" y="329197"/>
                  <a:pt x="920092" y="333699"/>
                  <a:pt x="921264" y="336787"/>
                </a:cubicBezTo>
                <a:cubicBezTo>
                  <a:pt x="921264" y="343038"/>
                  <a:pt x="925719" y="345577"/>
                  <a:pt x="934631" y="344405"/>
                </a:cubicBezTo>
                <a:lnTo>
                  <a:pt x="1085849" y="344405"/>
                </a:lnTo>
                <a:lnTo>
                  <a:pt x="1085849" y="407192"/>
                </a:lnTo>
                <a:cubicBezTo>
                  <a:pt x="1083524" y="420029"/>
                  <a:pt x="1096639" y="427098"/>
                  <a:pt x="1125196" y="428400"/>
                </a:cubicBezTo>
                <a:cubicBezTo>
                  <a:pt x="1144636" y="431953"/>
                  <a:pt x="1153194" y="426010"/>
                  <a:pt x="1150869" y="410569"/>
                </a:cubicBezTo>
                <a:lnTo>
                  <a:pt x="1150869" y="344405"/>
                </a:lnTo>
                <a:lnTo>
                  <a:pt x="1299604" y="344405"/>
                </a:lnTo>
                <a:cubicBezTo>
                  <a:pt x="1307678" y="344405"/>
                  <a:pt x="1312794" y="342266"/>
                  <a:pt x="1314952" y="337987"/>
                </a:cubicBezTo>
                <a:cubicBezTo>
                  <a:pt x="1316459" y="332518"/>
                  <a:pt x="1312691" y="328769"/>
                  <a:pt x="1303650" y="326741"/>
                </a:cubicBezTo>
                <a:lnTo>
                  <a:pt x="1150869" y="326741"/>
                </a:lnTo>
                <a:lnTo>
                  <a:pt x="1150869" y="290130"/>
                </a:lnTo>
                <a:lnTo>
                  <a:pt x="1182178" y="290130"/>
                </a:lnTo>
                <a:lnTo>
                  <a:pt x="1182178" y="293785"/>
                </a:lnTo>
                <a:cubicBezTo>
                  <a:pt x="1183927" y="302622"/>
                  <a:pt x="1196559" y="308993"/>
                  <a:pt x="1220074" y="312900"/>
                </a:cubicBezTo>
                <a:cubicBezTo>
                  <a:pt x="1239310" y="316398"/>
                  <a:pt x="1248342" y="310435"/>
                  <a:pt x="1247170" y="295013"/>
                </a:cubicBezTo>
                <a:lnTo>
                  <a:pt x="1247170" y="194219"/>
                </a:lnTo>
                <a:cubicBezTo>
                  <a:pt x="1248342" y="179969"/>
                  <a:pt x="1246128" y="171411"/>
                  <a:pt x="1240528" y="168546"/>
                </a:cubicBezTo>
                <a:cubicBezTo>
                  <a:pt x="1237840" y="165812"/>
                  <a:pt x="1234180" y="164691"/>
                  <a:pt x="1229548" y="165184"/>
                </a:cubicBezTo>
                <a:close/>
                <a:moveTo>
                  <a:pt x="637411" y="164053"/>
                </a:moveTo>
                <a:lnTo>
                  <a:pt x="637411" y="209400"/>
                </a:lnTo>
                <a:lnTo>
                  <a:pt x="583331" y="209400"/>
                </a:lnTo>
                <a:lnTo>
                  <a:pt x="583331" y="164053"/>
                </a:lnTo>
                <a:close/>
                <a:moveTo>
                  <a:pt x="1539561" y="122028"/>
                </a:moveTo>
                <a:lnTo>
                  <a:pt x="1539561" y="289962"/>
                </a:lnTo>
                <a:lnTo>
                  <a:pt x="1537915" y="289962"/>
                </a:lnTo>
                <a:cubicBezTo>
                  <a:pt x="1537747" y="289962"/>
                  <a:pt x="1534696" y="286009"/>
                  <a:pt x="1528762" y="278102"/>
                </a:cubicBezTo>
                <a:cubicBezTo>
                  <a:pt x="1523795" y="269433"/>
                  <a:pt x="1519228" y="264047"/>
                  <a:pt x="1515060" y="261945"/>
                </a:cubicBezTo>
                <a:cubicBezTo>
                  <a:pt x="1508140" y="261945"/>
                  <a:pt x="1500615" y="264847"/>
                  <a:pt x="1492485" y="270652"/>
                </a:cubicBezTo>
                <a:cubicBezTo>
                  <a:pt x="1518102" y="240514"/>
                  <a:pt x="1533729" y="190973"/>
                  <a:pt x="1539366" y="122028"/>
                </a:cubicBezTo>
                <a:close/>
                <a:moveTo>
                  <a:pt x="1178662" y="78245"/>
                </a:moveTo>
                <a:cubicBezTo>
                  <a:pt x="1159798" y="81184"/>
                  <a:pt x="1145306" y="88970"/>
                  <a:pt x="1135186" y="101601"/>
                </a:cubicBezTo>
                <a:cubicBezTo>
                  <a:pt x="1129158" y="116019"/>
                  <a:pt x="1132563" y="128605"/>
                  <a:pt x="1145399" y="139357"/>
                </a:cubicBezTo>
                <a:lnTo>
                  <a:pt x="1103737" y="139357"/>
                </a:lnTo>
                <a:cubicBezTo>
                  <a:pt x="1089617" y="112252"/>
                  <a:pt x="1082556" y="91881"/>
                  <a:pt x="1082556" y="78245"/>
                </a:cubicBezTo>
                <a:close/>
                <a:moveTo>
                  <a:pt x="215553" y="11133"/>
                </a:moveTo>
                <a:cubicBezTo>
                  <a:pt x="212440" y="10891"/>
                  <a:pt x="208712" y="11077"/>
                  <a:pt x="204368" y="11691"/>
                </a:cubicBezTo>
                <a:cubicBezTo>
                  <a:pt x="201168" y="12751"/>
                  <a:pt x="199085" y="13281"/>
                  <a:pt x="198117" y="13281"/>
                </a:cubicBezTo>
                <a:cubicBezTo>
                  <a:pt x="168166" y="14714"/>
                  <a:pt x="154520" y="20155"/>
                  <a:pt x="157180" y="29606"/>
                </a:cubicBezTo>
                <a:cubicBezTo>
                  <a:pt x="158706" y="32620"/>
                  <a:pt x="160817" y="35494"/>
                  <a:pt x="163515" y="38229"/>
                </a:cubicBezTo>
                <a:cubicBezTo>
                  <a:pt x="167124" y="41838"/>
                  <a:pt x="168928" y="45224"/>
                  <a:pt x="168928" y="48386"/>
                </a:cubicBezTo>
                <a:lnTo>
                  <a:pt x="168928" y="81593"/>
                </a:lnTo>
                <a:lnTo>
                  <a:pt x="93752" y="81593"/>
                </a:lnTo>
                <a:cubicBezTo>
                  <a:pt x="93752" y="81593"/>
                  <a:pt x="91454" y="77984"/>
                  <a:pt x="86859" y="70766"/>
                </a:cubicBezTo>
                <a:cubicBezTo>
                  <a:pt x="77167" y="53446"/>
                  <a:pt x="67967" y="46135"/>
                  <a:pt x="59261" y="48833"/>
                </a:cubicBezTo>
                <a:cubicBezTo>
                  <a:pt x="48508" y="57223"/>
                  <a:pt x="35765" y="67548"/>
                  <a:pt x="21031" y="79807"/>
                </a:cubicBezTo>
                <a:cubicBezTo>
                  <a:pt x="16901" y="83919"/>
                  <a:pt x="14835" y="86868"/>
                  <a:pt x="14835" y="88653"/>
                </a:cubicBezTo>
                <a:cubicBezTo>
                  <a:pt x="14835" y="94569"/>
                  <a:pt x="17793" y="97527"/>
                  <a:pt x="23709" y="97527"/>
                </a:cubicBezTo>
                <a:lnTo>
                  <a:pt x="168928" y="97527"/>
                </a:lnTo>
                <a:lnTo>
                  <a:pt x="168928" y="163886"/>
                </a:lnTo>
                <a:lnTo>
                  <a:pt x="131312" y="163886"/>
                </a:lnTo>
                <a:cubicBezTo>
                  <a:pt x="133061" y="163867"/>
                  <a:pt x="133414" y="161942"/>
                  <a:pt x="132373" y="158110"/>
                </a:cubicBezTo>
                <a:cubicBezTo>
                  <a:pt x="126866" y="148492"/>
                  <a:pt x="120345" y="142232"/>
                  <a:pt x="112811" y="139329"/>
                </a:cubicBezTo>
                <a:cubicBezTo>
                  <a:pt x="89296" y="148185"/>
                  <a:pt x="70646" y="162770"/>
                  <a:pt x="56861" y="183085"/>
                </a:cubicBezTo>
                <a:cubicBezTo>
                  <a:pt x="58572" y="188778"/>
                  <a:pt x="63028" y="194507"/>
                  <a:pt x="70227" y="200275"/>
                </a:cubicBezTo>
                <a:cubicBezTo>
                  <a:pt x="71827" y="201335"/>
                  <a:pt x="72627" y="201484"/>
                  <a:pt x="72627" y="200721"/>
                </a:cubicBezTo>
                <a:lnTo>
                  <a:pt x="72627" y="282037"/>
                </a:lnTo>
                <a:cubicBezTo>
                  <a:pt x="76981" y="296604"/>
                  <a:pt x="88915" y="304538"/>
                  <a:pt x="108430" y="305840"/>
                </a:cubicBezTo>
                <a:cubicBezTo>
                  <a:pt x="127889" y="308203"/>
                  <a:pt x="135870" y="303385"/>
                  <a:pt x="132373" y="291385"/>
                </a:cubicBezTo>
                <a:lnTo>
                  <a:pt x="132373" y="277879"/>
                </a:lnTo>
                <a:lnTo>
                  <a:pt x="137535" y="277879"/>
                </a:lnTo>
                <a:lnTo>
                  <a:pt x="263499" y="277879"/>
                </a:lnTo>
                <a:lnTo>
                  <a:pt x="263499" y="291274"/>
                </a:lnTo>
                <a:cubicBezTo>
                  <a:pt x="269545" y="303347"/>
                  <a:pt x="282224" y="309384"/>
                  <a:pt x="301534" y="309384"/>
                </a:cubicBezTo>
                <a:cubicBezTo>
                  <a:pt x="314836" y="310556"/>
                  <a:pt x="320901" y="305077"/>
                  <a:pt x="319729" y="292948"/>
                </a:cubicBezTo>
                <a:lnTo>
                  <a:pt x="319729" y="153449"/>
                </a:lnTo>
                <a:cubicBezTo>
                  <a:pt x="319729" y="144036"/>
                  <a:pt x="307162" y="145357"/>
                  <a:pt x="282029" y="157412"/>
                </a:cubicBezTo>
                <a:cubicBezTo>
                  <a:pt x="270141" y="161728"/>
                  <a:pt x="262830" y="163886"/>
                  <a:pt x="260095" y="163886"/>
                </a:cubicBezTo>
                <a:lnTo>
                  <a:pt x="226943" y="163886"/>
                </a:lnTo>
                <a:lnTo>
                  <a:pt x="226943" y="148203"/>
                </a:lnTo>
                <a:lnTo>
                  <a:pt x="226943" y="24862"/>
                </a:lnTo>
                <a:cubicBezTo>
                  <a:pt x="228688" y="16435"/>
                  <a:pt x="224891" y="11858"/>
                  <a:pt x="215553" y="11133"/>
                </a:cubicBezTo>
                <a:close/>
                <a:moveTo>
                  <a:pt x="1149983" y="6033"/>
                </a:moveTo>
                <a:cubicBezTo>
                  <a:pt x="1146011" y="5638"/>
                  <a:pt x="1140930" y="5738"/>
                  <a:pt x="1134739" y="6333"/>
                </a:cubicBezTo>
                <a:cubicBezTo>
                  <a:pt x="1109643" y="7579"/>
                  <a:pt x="1093002" y="12305"/>
                  <a:pt x="1084817" y="20509"/>
                </a:cubicBezTo>
                <a:cubicBezTo>
                  <a:pt x="1072669" y="40061"/>
                  <a:pt x="1073013" y="53418"/>
                  <a:pt x="1085849" y="60581"/>
                </a:cubicBezTo>
                <a:lnTo>
                  <a:pt x="1022923" y="60581"/>
                </a:lnTo>
                <a:cubicBezTo>
                  <a:pt x="1024169" y="60581"/>
                  <a:pt x="1023035" y="57706"/>
                  <a:pt x="1019518" y="51958"/>
                </a:cubicBezTo>
                <a:cubicBezTo>
                  <a:pt x="1010589" y="34917"/>
                  <a:pt x="1002682" y="25532"/>
                  <a:pt x="995799" y="23802"/>
                </a:cubicBezTo>
                <a:cubicBezTo>
                  <a:pt x="985400" y="23802"/>
                  <a:pt x="968433" y="34340"/>
                  <a:pt x="944900" y="55418"/>
                </a:cubicBezTo>
                <a:cubicBezTo>
                  <a:pt x="939654" y="63027"/>
                  <a:pt x="938723" y="68971"/>
                  <a:pt x="942109" y="73250"/>
                </a:cubicBezTo>
                <a:cubicBezTo>
                  <a:pt x="945681" y="76580"/>
                  <a:pt x="953002" y="77668"/>
                  <a:pt x="964071" y="76515"/>
                </a:cubicBezTo>
                <a:lnTo>
                  <a:pt x="1035089" y="76515"/>
                </a:lnTo>
                <a:cubicBezTo>
                  <a:pt x="1002403" y="89295"/>
                  <a:pt x="997111" y="99695"/>
                  <a:pt x="1019211" y="107713"/>
                </a:cubicBezTo>
                <a:cubicBezTo>
                  <a:pt x="1024309" y="110261"/>
                  <a:pt x="1027406" y="111536"/>
                  <a:pt x="1028504" y="111536"/>
                </a:cubicBezTo>
                <a:cubicBezTo>
                  <a:pt x="1044466" y="121098"/>
                  <a:pt x="1057163" y="130372"/>
                  <a:pt x="1066595" y="139357"/>
                </a:cubicBezTo>
                <a:lnTo>
                  <a:pt x="991557" y="139357"/>
                </a:lnTo>
                <a:cubicBezTo>
                  <a:pt x="979074" y="117796"/>
                  <a:pt x="967652" y="105545"/>
                  <a:pt x="957290" y="102606"/>
                </a:cubicBezTo>
                <a:cubicBezTo>
                  <a:pt x="950369" y="102606"/>
                  <a:pt x="937189" y="111099"/>
                  <a:pt x="917748" y="128084"/>
                </a:cubicBezTo>
                <a:cubicBezTo>
                  <a:pt x="915255" y="130539"/>
                  <a:pt x="912716" y="132409"/>
                  <a:pt x="910130" y="133693"/>
                </a:cubicBezTo>
                <a:cubicBezTo>
                  <a:pt x="904716" y="142901"/>
                  <a:pt x="902586" y="148454"/>
                  <a:pt x="903739" y="150352"/>
                </a:cubicBezTo>
                <a:cubicBezTo>
                  <a:pt x="903739" y="154817"/>
                  <a:pt x="909879" y="156463"/>
                  <a:pt x="922157" y="155291"/>
                </a:cubicBezTo>
                <a:lnTo>
                  <a:pt x="1313612" y="155291"/>
                </a:lnTo>
                <a:cubicBezTo>
                  <a:pt x="1321686" y="155291"/>
                  <a:pt x="1326532" y="153691"/>
                  <a:pt x="1328151" y="150492"/>
                </a:cubicBezTo>
                <a:cubicBezTo>
                  <a:pt x="1331369" y="146027"/>
                  <a:pt x="1328458" y="142315"/>
                  <a:pt x="1319417" y="139357"/>
                </a:cubicBezTo>
                <a:lnTo>
                  <a:pt x="1191136" y="139357"/>
                </a:lnTo>
                <a:cubicBezTo>
                  <a:pt x="1198131" y="137367"/>
                  <a:pt x="1200466" y="129795"/>
                  <a:pt x="1198140" y="116642"/>
                </a:cubicBezTo>
                <a:cubicBezTo>
                  <a:pt x="1195796" y="100197"/>
                  <a:pt x="1198364" y="87398"/>
                  <a:pt x="1205842" y="78245"/>
                </a:cubicBezTo>
                <a:lnTo>
                  <a:pt x="1278591" y="78245"/>
                </a:lnTo>
                <a:cubicBezTo>
                  <a:pt x="1285977" y="78245"/>
                  <a:pt x="1291344" y="76580"/>
                  <a:pt x="1294693" y="73250"/>
                </a:cubicBezTo>
                <a:cubicBezTo>
                  <a:pt x="1298023" y="67129"/>
                  <a:pt x="1295176" y="62906"/>
                  <a:pt x="1286153" y="60581"/>
                </a:cubicBezTo>
                <a:lnTo>
                  <a:pt x="1136042" y="60581"/>
                </a:lnTo>
                <a:lnTo>
                  <a:pt x="1137551" y="59046"/>
                </a:lnTo>
                <a:cubicBezTo>
                  <a:pt x="1138718" y="56944"/>
                  <a:pt x="1139651" y="53251"/>
                  <a:pt x="1140348" y="47968"/>
                </a:cubicBezTo>
                <a:cubicBezTo>
                  <a:pt x="1142376" y="37494"/>
                  <a:pt x="1147520" y="29159"/>
                  <a:pt x="1155780" y="22964"/>
                </a:cubicBezTo>
                <a:cubicBezTo>
                  <a:pt x="1163831" y="12863"/>
                  <a:pt x="1161898" y="7219"/>
                  <a:pt x="1149983" y="6033"/>
                </a:cubicBezTo>
                <a:close/>
                <a:moveTo>
                  <a:pt x="582640" y="3654"/>
                </a:moveTo>
                <a:cubicBezTo>
                  <a:pt x="574534" y="4640"/>
                  <a:pt x="566448" y="8258"/>
                  <a:pt x="558384" y="14509"/>
                </a:cubicBezTo>
                <a:cubicBezTo>
                  <a:pt x="513010" y="48833"/>
                  <a:pt x="509922" y="64822"/>
                  <a:pt x="549119" y="62478"/>
                </a:cubicBezTo>
                <a:cubicBezTo>
                  <a:pt x="554719" y="61306"/>
                  <a:pt x="557686" y="60730"/>
                  <a:pt x="558021" y="60748"/>
                </a:cubicBezTo>
                <a:cubicBezTo>
                  <a:pt x="568420" y="63055"/>
                  <a:pt x="582550" y="64804"/>
                  <a:pt x="600409" y="65994"/>
                </a:cubicBezTo>
                <a:cubicBezTo>
                  <a:pt x="619013" y="67166"/>
                  <a:pt x="631347" y="67752"/>
                  <a:pt x="637411" y="67752"/>
                </a:cubicBezTo>
                <a:lnTo>
                  <a:pt x="637411" y="99090"/>
                </a:lnTo>
                <a:lnTo>
                  <a:pt x="530702" y="99090"/>
                </a:lnTo>
                <a:cubicBezTo>
                  <a:pt x="530683" y="99090"/>
                  <a:pt x="526907" y="93193"/>
                  <a:pt x="519372" y="81398"/>
                </a:cubicBezTo>
                <a:cubicBezTo>
                  <a:pt x="511094" y="69548"/>
                  <a:pt x="504917" y="62609"/>
                  <a:pt x="500843" y="60581"/>
                </a:cubicBezTo>
                <a:cubicBezTo>
                  <a:pt x="493439" y="60581"/>
                  <a:pt x="477942" y="71110"/>
                  <a:pt x="454353" y="92170"/>
                </a:cubicBezTo>
                <a:cubicBezTo>
                  <a:pt x="445646" y="107406"/>
                  <a:pt x="446586" y="115024"/>
                  <a:pt x="457171" y="115024"/>
                </a:cubicBezTo>
                <a:lnTo>
                  <a:pt x="637411" y="115024"/>
                </a:lnTo>
                <a:lnTo>
                  <a:pt x="637411" y="148120"/>
                </a:lnTo>
                <a:lnTo>
                  <a:pt x="588493" y="148120"/>
                </a:lnTo>
                <a:cubicBezTo>
                  <a:pt x="589182" y="148120"/>
                  <a:pt x="586661" y="145255"/>
                  <a:pt x="580931" y="139525"/>
                </a:cubicBezTo>
                <a:cubicBezTo>
                  <a:pt x="572969" y="128921"/>
                  <a:pt x="565667" y="123619"/>
                  <a:pt x="559025" y="123619"/>
                </a:cubicBezTo>
                <a:cubicBezTo>
                  <a:pt x="531232" y="136232"/>
                  <a:pt x="513587" y="152203"/>
                  <a:pt x="506089" y="171532"/>
                </a:cubicBezTo>
                <a:cubicBezTo>
                  <a:pt x="508303" y="176425"/>
                  <a:pt x="511615" y="179606"/>
                  <a:pt x="516023" y="181076"/>
                </a:cubicBezTo>
                <a:cubicBezTo>
                  <a:pt x="517568" y="182099"/>
                  <a:pt x="518340" y="182229"/>
                  <a:pt x="518340" y="181466"/>
                </a:cubicBezTo>
                <a:lnTo>
                  <a:pt x="518340" y="279526"/>
                </a:lnTo>
                <a:cubicBezTo>
                  <a:pt x="518340" y="290427"/>
                  <a:pt x="524758" y="297050"/>
                  <a:pt x="537594" y="299394"/>
                </a:cubicBezTo>
                <a:cubicBezTo>
                  <a:pt x="520925" y="306891"/>
                  <a:pt x="507140" y="316695"/>
                  <a:pt x="496239" y="328806"/>
                </a:cubicBezTo>
                <a:cubicBezTo>
                  <a:pt x="492295" y="338052"/>
                  <a:pt x="494146" y="343838"/>
                  <a:pt x="501792" y="346163"/>
                </a:cubicBezTo>
                <a:lnTo>
                  <a:pt x="637411" y="346163"/>
                </a:lnTo>
                <a:lnTo>
                  <a:pt x="637411" y="389779"/>
                </a:lnTo>
                <a:lnTo>
                  <a:pt x="547501" y="389779"/>
                </a:lnTo>
                <a:cubicBezTo>
                  <a:pt x="546589" y="388849"/>
                  <a:pt x="543929" y="383975"/>
                  <a:pt x="539520" y="375157"/>
                </a:cubicBezTo>
                <a:cubicBezTo>
                  <a:pt x="530106" y="360386"/>
                  <a:pt x="522497" y="353000"/>
                  <a:pt x="516693" y="353000"/>
                </a:cubicBezTo>
                <a:cubicBezTo>
                  <a:pt x="510554" y="353000"/>
                  <a:pt x="497727" y="360302"/>
                  <a:pt x="478212" y="374906"/>
                </a:cubicBezTo>
                <a:cubicBezTo>
                  <a:pt x="476835" y="376189"/>
                  <a:pt x="475459" y="377520"/>
                  <a:pt x="474082" y="378896"/>
                </a:cubicBezTo>
                <a:cubicBezTo>
                  <a:pt x="466585" y="383882"/>
                  <a:pt x="462073" y="388672"/>
                  <a:pt x="460548" y="393267"/>
                </a:cubicBezTo>
                <a:cubicBezTo>
                  <a:pt x="460548" y="399648"/>
                  <a:pt x="464371" y="403797"/>
                  <a:pt x="472017" y="405713"/>
                </a:cubicBezTo>
                <a:lnTo>
                  <a:pt x="845138" y="405713"/>
                </a:lnTo>
                <a:cubicBezTo>
                  <a:pt x="850999" y="404243"/>
                  <a:pt x="855956" y="401481"/>
                  <a:pt x="860012" y="397425"/>
                </a:cubicBezTo>
                <a:cubicBezTo>
                  <a:pt x="860012" y="392328"/>
                  <a:pt x="855891" y="389779"/>
                  <a:pt x="847650" y="389779"/>
                </a:cubicBezTo>
                <a:lnTo>
                  <a:pt x="697157" y="389779"/>
                </a:lnTo>
                <a:lnTo>
                  <a:pt x="697157" y="347921"/>
                </a:lnTo>
                <a:lnTo>
                  <a:pt x="819633" y="347921"/>
                </a:lnTo>
                <a:cubicBezTo>
                  <a:pt x="825865" y="347921"/>
                  <a:pt x="830842" y="346061"/>
                  <a:pt x="834562" y="342340"/>
                </a:cubicBezTo>
                <a:cubicBezTo>
                  <a:pt x="836348" y="336480"/>
                  <a:pt x="833418" y="332443"/>
                  <a:pt x="825772" y="330229"/>
                </a:cubicBezTo>
                <a:lnTo>
                  <a:pt x="697157" y="330229"/>
                </a:lnTo>
                <a:lnTo>
                  <a:pt x="697157" y="284883"/>
                </a:lnTo>
                <a:lnTo>
                  <a:pt x="751237" y="284883"/>
                </a:lnTo>
                <a:cubicBezTo>
                  <a:pt x="751237" y="299748"/>
                  <a:pt x="758409" y="307887"/>
                  <a:pt x="772752" y="309300"/>
                </a:cubicBezTo>
                <a:cubicBezTo>
                  <a:pt x="799411" y="316370"/>
                  <a:pt x="811568" y="310947"/>
                  <a:pt x="809224" y="293032"/>
                </a:cubicBezTo>
                <a:lnTo>
                  <a:pt x="809224" y="147115"/>
                </a:lnTo>
                <a:cubicBezTo>
                  <a:pt x="810396" y="139525"/>
                  <a:pt x="808024" y="134679"/>
                  <a:pt x="802109" y="132576"/>
                </a:cubicBezTo>
                <a:cubicBezTo>
                  <a:pt x="797067" y="130083"/>
                  <a:pt x="789942" y="131572"/>
                  <a:pt x="780733" y="137041"/>
                </a:cubicBezTo>
                <a:cubicBezTo>
                  <a:pt x="779580" y="138195"/>
                  <a:pt x="778231" y="139153"/>
                  <a:pt x="776687" y="139915"/>
                </a:cubicBezTo>
                <a:cubicBezTo>
                  <a:pt x="766008" y="145366"/>
                  <a:pt x="758325" y="148101"/>
                  <a:pt x="753637" y="148120"/>
                </a:cubicBezTo>
                <a:lnTo>
                  <a:pt x="697157" y="148120"/>
                </a:lnTo>
                <a:lnTo>
                  <a:pt x="697157" y="115024"/>
                </a:lnTo>
                <a:lnTo>
                  <a:pt x="863416" y="115024"/>
                </a:lnTo>
                <a:cubicBezTo>
                  <a:pt x="871490" y="115024"/>
                  <a:pt x="876337" y="113424"/>
                  <a:pt x="877955" y="110224"/>
                </a:cubicBezTo>
                <a:cubicBezTo>
                  <a:pt x="881173" y="105759"/>
                  <a:pt x="878262" y="102048"/>
                  <a:pt x="869221" y="99090"/>
                </a:cubicBezTo>
                <a:lnTo>
                  <a:pt x="697157" y="99090"/>
                </a:lnTo>
                <a:lnTo>
                  <a:pt x="697157" y="71241"/>
                </a:lnTo>
                <a:cubicBezTo>
                  <a:pt x="729490" y="73585"/>
                  <a:pt x="760976" y="74757"/>
                  <a:pt x="791616" y="74757"/>
                </a:cubicBezTo>
                <a:cubicBezTo>
                  <a:pt x="817363" y="74757"/>
                  <a:pt x="823595" y="70766"/>
                  <a:pt x="810313" y="62785"/>
                </a:cubicBezTo>
                <a:cubicBezTo>
                  <a:pt x="740921" y="49856"/>
                  <a:pt x="676339" y="32852"/>
                  <a:pt x="616566" y="11774"/>
                </a:cubicBezTo>
                <a:cubicBezTo>
                  <a:pt x="613031" y="10602"/>
                  <a:pt x="609850" y="9542"/>
                  <a:pt x="607023" y="8593"/>
                </a:cubicBezTo>
                <a:cubicBezTo>
                  <a:pt x="598874" y="4314"/>
                  <a:pt x="590747" y="2668"/>
                  <a:pt x="582640" y="3654"/>
                </a:cubicBezTo>
                <a:close/>
                <a:moveTo>
                  <a:pt x="1593345" y="363"/>
                </a:moveTo>
                <a:cubicBezTo>
                  <a:pt x="1590269" y="-308"/>
                  <a:pt x="1586582" y="-48"/>
                  <a:pt x="1582284" y="1143"/>
                </a:cubicBezTo>
                <a:cubicBezTo>
                  <a:pt x="1543291" y="5124"/>
                  <a:pt x="1525544" y="10974"/>
                  <a:pt x="1529041" y="18695"/>
                </a:cubicBezTo>
                <a:cubicBezTo>
                  <a:pt x="1529041" y="21318"/>
                  <a:pt x="1530846" y="24425"/>
                  <a:pt x="1534455" y="28015"/>
                </a:cubicBezTo>
                <a:cubicBezTo>
                  <a:pt x="1537859" y="32276"/>
                  <a:pt x="1539561" y="36145"/>
                  <a:pt x="1539561" y="39624"/>
                </a:cubicBezTo>
                <a:lnTo>
                  <a:pt x="1539561" y="106094"/>
                </a:lnTo>
                <a:lnTo>
                  <a:pt x="1462627" y="106094"/>
                </a:lnTo>
                <a:cubicBezTo>
                  <a:pt x="1463761" y="106094"/>
                  <a:pt x="1460627" y="100271"/>
                  <a:pt x="1453222" y="88626"/>
                </a:cubicBezTo>
                <a:cubicBezTo>
                  <a:pt x="1446023" y="76645"/>
                  <a:pt x="1440674" y="69789"/>
                  <a:pt x="1437177" y="68059"/>
                </a:cubicBezTo>
                <a:cubicBezTo>
                  <a:pt x="1426071" y="64208"/>
                  <a:pt x="1406918" y="75603"/>
                  <a:pt x="1379720" y="102243"/>
                </a:cubicBezTo>
                <a:cubicBezTo>
                  <a:pt x="1374213" y="109145"/>
                  <a:pt x="1371460" y="113368"/>
                  <a:pt x="1371460" y="114912"/>
                </a:cubicBezTo>
                <a:cubicBezTo>
                  <a:pt x="1371460" y="120828"/>
                  <a:pt x="1376399" y="123200"/>
                  <a:pt x="1386278" y="122028"/>
                </a:cubicBezTo>
                <a:lnTo>
                  <a:pt x="1520307" y="122028"/>
                </a:lnTo>
                <a:cubicBezTo>
                  <a:pt x="1506540" y="196386"/>
                  <a:pt x="1458134" y="248913"/>
                  <a:pt x="1375088" y="279609"/>
                </a:cubicBezTo>
                <a:cubicBezTo>
                  <a:pt x="1362158" y="287255"/>
                  <a:pt x="1362540" y="294678"/>
                  <a:pt x="1376232" y="301878"/>
                </a:cubicBezTo>
                <a:cubicBezTo>
                  <a:pt x="1380418" y="303980"/>
                  <a:pt x="1383050" y="305570"/>
                  <a:pt x="1384129" y="306649"/>
                </a:cubicBezTo>
                <a:cubicBezTo>
                  <a:pt x="1390733" y="311040"/>
                  <a:pt x="1397905" y="319337"/>
                  <a:pt x="1405644" y="331541"/>
                </a:cubicBezTo>
                <a:cubicBezTo>
                  <a:pt x="1411355" y="340117"/>
                  <a:pt x="1415253" y="344405"/>
                  <a:pt x="1417336" y="344405"/>
                </a:cubicBezTo>
                <a:cubicBezTo>
                  <a:pt x="1424833" y="347921"/>
                  <a:pt x="1442479" y="335671"/>
                  <a:pt x="1470273" y="307654"/>
                </a:cubicBezTo>
                <a:lnTo>
                  <a:pt x="1539561" y="307654"/>
                </a:lnTo>
                <a:lnTo>
                  <a:pt x="1539561" y="398430"/>
                </a:lnTo>
                <a:cubicBezTo>
                  <a:pt x="1536064" y="413443"/>
                  <a:pt x="1550798" y="422261"/>
                  <a:pt x="1583763" y="424884"/>
                </a:cubicBezTo>
                <a:cubicBezTo>
                  <a:pt x="1598795" y="426112"/>
                  <a:pt x="1605725" y="418410"/>
                  <a:pt x="1604553" y="401779"/>
                </a:cubicBezTo>
                <a:lnTo>
                  <a:pt x="1604553" y="307654"/>
                </a:lnTo>
                <a:lnTo>
                  <a:pt x="1693487" y="307654"/>
                </a:lnTo>
                <a:cubicBezTo>
                  <a:pt x="1703309" y="316398"/>
                  <a:pt x="1723885" y="328881"/>
                  <a:pt x="1755213" y="345103"/>
                </a:cubicBezTo>
                <a:cubicBezTo>
                  <a:pt x="1770803" y="353977"/>
                  <a:pt x="1780700" y="356832"/>
                  <a:pt x="1784904" y="353670"/>
                </a:cubicBezTo>
                <a:cubicBezTo>
                  <a:pt x="1784904" y="349019"/>
                  <a:pt x="1777147" y="340610"/>
                  <a:pt x="1761631" y="328443"/>
                </a:cubicBezTo>
                <a:cubicBezTo>
                  <a:pt x="1699961" y="279721"/>
                  <a:pt x="1659275" y="210916"/>
                  <a:pt x="1639574" y="122028"/>
                </a:cubicBezTo>
                <a:lnTo>
                  <a:pt x="1744526" y="122028"/>
                </a:lnTo>
                <a:cubicBezTo>
                  <a:pt x="1753381" y="122028"/>
                  <a:pt x="1760059" y="121275"/>
                  <a:pt x="1764562" y="119768"/>
                </a:cubicBezTo>
                <a:cubicBezTo>
                  <a:pt x="1769957" y="113126"/>
                  <a:pt x="1767594" y="108569"/>
                  <a:pt x="1757474" y="106094"/>
                </a:cubicBezTo>
                <a:lnTo>
                  <a:pt x="1604553" y="106094"/>
                </a:lnTo>
                <a:lnTo>
                  <a:pt x="1604553" y="31531"/>
                </a:lnTo>
                <a:cubicBezTo>
                  <a:pt x="1606311" y="12765"/>
                  <a:pt x="1602575" y="2376"/>
                  <a:pt x="1593345" y="363"/>
                </a:cubicBezTo>
                <a:close/>
              </a:path>
            </a:pathLst>
          </a:custGeom>
          <a:gradFill flip="none" rotWithShape="1">
            <a:gsLst>
              <a:gs pos="0">
                <a:srgbClr val="009E47">
                  <a:alpha val="88000"/>
                </a:srgbClr>
              </a:gs>
              <a:gs pos="55000">
                <a:srgbClr val="039463"/>
              </a:gs>
              <a:gs pos="100000">
                <a:srgbClr val="068885"/>
              </a:gs>
            </a:gsLst>
            <a:path path="circle">
              <a:fillToRect t="100000" r="100000"/>
            </a:path>
            <a:tileRect l="-100000" b="-100000"/>
          </a:gradFill>
          <a:ln w="12700" cap="flat" cmpd="sng" algn="ctr">
            <a:noFill/>
            <a:prstDash val="solid"/>
            <a:miter lim="800000"/>
          </a:ln>
          <a:effectLst/>
        </p:spPr>
        <p:txBody>
          <a:bodyPr wrap="square" rtlCol="0" anchor="ctr">
            <a:noAutofit/>
          </a:body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rgbClr val="FFFFFF"/>
              </a:solidFill>
              <a:effectLst/>
              <a:uLnTx/>
              <a:uFillTx/>
              <a:latin typeface="Calibri" panose="020F0502020204030204"/>
              <a:ea typeface="+mn-ea"/>
              <a:cs typeface="+mn-cs"/>
            </a:endParaRPr>
          </a:p>
        </p:txBody>
      </p:sp>
      <p:cxnSp>
        <p:nvCxnSpPr>
          <p:cNvPr id="47" name="直接连接符 46"/>
          <p:cNvCxnSpPr/>
          <p:nvPr/>
        </p:nvCxnSpPr>
        <p:spPr>
          <a:xfrm>
            <a:off x="1735983" y="3843270"/>
            <a:ext cx="8388000" cy="0"/>
          </a:xfrm>
          <a:prstGeom prst="line">
            <a:avLst/>
          </a:prstGeom>
          <a:ln w="12700">
            <a:solidFill>
              <a:srgbClr val="04926A"/>
            </a:solidFill>
            <a:prstDash val="dash"/>
            <a:headEnd type="oval"/>
            <a:tailEnd type="oval"/>
          </a:ln>
        </p:spPr>
        <p:style>
          <a:lnRef idx="1">
            <a:schemeClr val="accent1"/>
          </a:lnRef>
          <a:fillRef idx="0">
            <a:schemeClr val="accent1"/>
          </a:fillRef>
          <a:effectRef idx="0">
            <a:schemeClr val="accent1"/>
          </a:effectRef>
          <a:fontRef idx="minor">
            <a:schemeClr val="tx1"/>
          </a:fontRef>
        </p:style>
      </p:cxnSp>
      <p:grpSp>
        <p:nvGrpSpPr>
          <p:cNvPr id="18" name="组合 17"/>
          <p:cNvGrpSpPr/>
          <p:nvPr/>
        </p:nvGrpSpPr>
        <p:grpSpPr>
          <a:xfrm>
            <a:off x="1765935" y="4450080"/>
            <a:ext cx="2087880" cy="1556385"/>
            <a:chOff x="3633" y="6990"/>
            <a:chExt cx="3288" cy="2451"/>
          </a:xfrm>
        </p:grpSpPr>
        <p:sp>
          <p:nvSpPr>
            <p:cNvPr id="51" name="矩形: 圆角 40"/>
            <p:cNvSpPr/>
            <p:nvPr/>
          </p:nvSpPr>
          <p:spPr>
            <a:xfrm rot="16200000" flipV="1">
              <a:off x="4265" y="6786"/>
              <a:ext cx="2023" cy="3288"/>
            </a:xfrm>
            <a:prstGeom prst="roundRect">
              <a:avLst>
                <a:gd name="adj" fmla="val 6487"/>
              </a:avLst>
            </a:prstGeom>
            <a:solidFill>
              <a:srgbClr val="FFFFFF"/>
            </a:solidFill>
            <a:ln w="6350" cap="flat" cmpd="sng" algn="ctr">
              <a:gradFill flip="none" rotWithShape="1">
                <a:gsLst>
                  <a:gs pos="0">
                    <a:srgbClr val="058C79"/>
                  </a:gs>
                  <a:gs pos="100000">
                    <a:schemeClr val="bg1"/>
                  </a:gs>
                </a:gsLst>
                <a:lin ang="0" scaled="1"/>
                <a:tileRect/>
              </a:gradFill>
              <a:prstDash val="solid"/>
              <a:miter lim="800000"/>
            </a:ln>
            <a:effectLst>
              <a:outerShdw blurRad="50800" dist="38100" dir="2700000" algn="tl" rotWithShape="0">
                <a:prstClr val="black">
                  <a:alpha val="40000"/>
                </a:prstClr>
              </a:outerShdw>
            </a:effectLst>
          </p:spPr>
          <p:txBody>
            <a:bodyPr lIns="68580" tIns="34290" rIns="68580" bIns="34290" rtlCol="0" anchor="ctr"/>
            <a:lstStyle/>
            <a:p>
              <a:pPr algn="ctr" defTabSz="342900">
                <a:defRPr/>
              </a:pPr>
              <a:endParaRPr lang="zh-CN" altLang="en-US" kern="0" dirty="0">
                <a:solidFill>
                  <a:srgbClr val="FFFFFF"/>
                </a:solidFill>
                <a:latin typeface="Calibri" panose="020F0502020204030204"/>
                <a:ea typeface="微软雅黑 Light" panose="020B0502040204020203" charset="-122"/>
              </a:endParaRPr>
            </a:p>
          </p:txBody>
        </p:sp>
        <p:sp>
          <p:nvSpPr>
            <p:cNvPr id="50" name="矩形 49"/>
            <p:cNvSpPr/>
            <p:nvPr/>
          </p:nvSpPr>
          <p:spPr>
            <a:xfrm>
              <a:off x="4056" y="6990"/>
              <a:ext cx="2441" cy="725"/>
            </a:xfrm>
            <a:prstGeom prst="rect">
              <a:avLst/>
            </a:prstGeom>
            <a:gradFill>
              <a:gsLst>
                <a:gs pos="0">
                  <a:srgbClr val="009E47">
                    <a:alpha val="88000"/>
                  </a:srgbClr>
                </a:gs>
                <a:gs pos="55000">
                  <a:srgbClr val="039463"/>
                </a:gs>
                <a:gs pos="100000">
                  <a:srgbClr val="068885"/>
                </a:gs>
              </a:gsLst>
              <a:path path="circle">
                <a:fillToRect t="100000" r="100000"/>
              </a:path>
              <a:tileRect l="-100000" b="-100000"/>
            </a:gradFill>
            <a:effectLst>
              <a:outerShdw blurRad="50800" dist="38100" algn="l" rotWithShape="0">
                <a:prstClr val="black">
                  <a:alpha val="40000"/>
                </a:prstClr>
              </a:outerShdw>
            </a:effectLst>
          </p:spPr>
          <p:txBody>
            <a:bodyPr wrap="square">
              <a:spAutoFit/>
            </a:bodyPr>
            <a:lstStyle/>
            <a:p>
              <a:pPr lvl="0" algn="ctr"/>
              <a:r>
                <a:rPr lang="zh-CN" altLang="en-US" sz="2400" b="1" dirty="0">
                  <a:solidFill>
                    <a:schemeClr val="bg1"/>
                  </a:solidFill>
                </a:rPr>
                <a:t>一元函数</a:t>
              </a:r>
              <a:endParaRPr lang="zh-CN" altLang="en-US" sz="2400" b="1" dirty="0">
                <a:solidFill>
                  <a:schemeClr val="bg1"/>
                </a:solidFill>
              </a:endParaRPr>
            </a:p>
          </p:txBody>
        </p:sp>
        <p:sp>
          <p:nvSpPr>
            <p:cNvPr id="52" name="矩形 51"/>
            <p:cNvSpPr/>
            <p:nvPr/>
          </p:nvSpPr>
          <p:spPr>
            <a:xfrm>
              <a:off x="4131" y="8233"/>
              <a:ext cx="2269" cy="727"/>
            </a:xfrm>
            <a:prstGeom prst="rect">
              <a:avLst/>
            </a:prstGeom>
          </p:spPr>
          <p:txBody>
            <a:bodyPr wrap="square">
              <a:spAutoFit/>
            </a:bodyPr>
            <a:lstStyle/>
            <a:p>
              <a:pPr lvl="0" algn="ctr"/>
              <a:r>
                <a:rPr lang="zh-CN" altLang="en-US" sz="2400" b="1" dirty="0"/>
                <a:t>微分学</a:t>
              </a:r>
              <a:endParaRPr lang="zh-CN" altLang="en-US" sz="2400" b="1" dirty="0"/>
            </a:p>
          </p:txBody>
        </p:sp>
      </p:grpSp>
      <p:sp>
        <p:nvSpPr>
          <p:cNvPr id="5" name="右箭头 4"/>
          <p:cNvSpPr/>
          <p:nvPr/>
        </p:nvSpPr>
        <p:spPr>
          <a:xfrm>
            <a:off x="3825875" y="4460240"/>
            <a:ext cx="936000" cy="250190"/>
          </a:xfrm>
          <a:prstGeom prst="rightArrow">
            <a:avLst/>
          </a:prstGeom>
          <a:gradFill flip="none" rotWithShape="1">
            <a:gsLst>
              <a:gs pos="100000">
                <a:srgbClr val="007434">
                  <a:alpha val="100000"/>
                </a:srgbClr>
              </a:gs>
              <a:gs pos="4000">
                <a:schemeClr val="bg1"/>
              </a:gs>
            </a:gsLst>
            <a:lin ang="3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字魂36号-正文宋楷" panose="00000500000000000000" pitchFamily="2" charset="-122"/>
              <a:ea typeface="字魂36号-正文宋楷" panose="00000500000000000000" pitchFamily="2" charset="-122"/>
            </a:endParaRPr>
          </a:p>
        </p:txBody>
      </p:sp>
      <p:sp>
        <p:nvSpPr>
          <p:cNvPr id="6" name="右箭头 5"/>
          <p:cNvSpPr/>
          <p:nvPr/>
        </p:nvSpPr>
        <p:spPr>
          <a:xfrm>
            <a:off x="6962140" y="4460240"/>
            <a:ext cx="936000" cy="250190"/>
          </a:xfrm>
          <a:prstGeom prst="rightArrow">
            <a:avLst/>
          </a:prstGeom>
          <a:gradFill flip="none" rotWithShape="1">
            <a:gsLst>
              <a:gs pos="100000">
                <a:srgbClr val="007434">
                  <a:alpha val="100000"/>
                </a:srgbClr>
              </a:gs>
              <a:gs pos="4000">
                <a:schemeClr val="bg1"/>
              </a:gs>
            </a:gsLst>
            <a:lin ang="3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字魂36号-正文宋楷" panose="00000500000000000000" pitchFamily="2" charset="-122"/>
              <a:ea typeface="字魂36号-正文宋楷" panose="00000500000000000000" pitchFamily="2" charset="-122"/>
            </a:endParaRPr>
          </a:p>
        </p:txBody>
      </p:sp>
      <p:sp>
        <p:nvSpPr>
          <p:cNvPr id="7" name="矩形 6"/>
          <p:cNvSpPr/>
          <p:nvPr/>
        </p:nvSpPr>
        <p:spPr>
          <a:xfrm>
            <a:off x="1801178" y="884555"/>
            <a:ext cx="8589645" cy="769441"/>
          </a:xfrm>
          <a:prstGeom prst="rect">
            <a:avLst/>
          </a:prstGeom>
        </p:spPr>
        <p:txBody>
          <a:bodyPr wrap="square">
            <a:spAutoFit/>
          </a:bodyPr>
          <a:lstStyle/>
          <a:p>
            <a:r>
              <a:rPr lang="zh-CN" altLang="en-US" sz="4400" b="1" dirty="0">
                <a:solidFill>
                  <a:schemeClr val="bg1"/>
                </a:solidFill>
                <a:latin typeface="微软雅黑" panose="020B0503020204020204" pitchFamily="34" charset="-122"/>
                <a:ea typeface="微软雅黑" panose="020B0503020204020204" pitchFamily="34" charset="-122"/>
                <a:sym typeface="+mn-lt"/>
              </a:rPr>
              <a:t>第九章   </a:t>
            </a:r>
            <a:r>
              <a:rPr lang="zh-CN" altLang="en-US" sz="4400" b="1" dirty="0">
                <a:solidFill>
                  <a:schemeClr val="bg1"/>
                </a:solidFill>
                <a:latin typeface="微软雅黑" panose="020B0503020204020204" pitchFamily="34" charset="-122"/>
                <a:ea typeface="微软雅黑" panose="020B0503020204020204" pitchFamily="34" charset="-122"/>
              </a:rPr>
              <a:t>多元函数微分法及其应用</a:t>
            </a:r>
            <a:endParaRPr lang="zh-CN" altLang="en-US" sz="4400" b="1" dirty="0">
              <a:solidFill>
                <a:schemeClr val="bg1"/>
              </a:solidFill>
              <a:latin typeface="微软雅黑" panose="020B0503020204020204" pitchFamily="34" charset="-122"/>
              <a:ea typeface="微软雅黑" panose="020B0503020204020204" pitchFamily="34" charset="-122"/>
            </a:endParaRPr>
          </a:p>
        </p:txBody>
      </p:sp>
      <p:grpSp>
        <p:nvGrpSpPr>
          <p:cNvPr id="8" name="组合 7"/>
          <p:cNvGrpSpPr/>
          <p:nvPr/>
        </p:nvGrpSpPr>
        <p:grpSpPr>
          <a:xfrm>
            <a:off x="4730442" y="4450080"/>
            <a:ext cx="2087880" cy="1556385"/>
            <a:chOff x="3633" y="6990"/>
            <a:chExt cx="3288" cy="2451"/>
          </a:xfrm>
        </p:grpSpPr>
        <p:sp>
          <p:nvSpPr>
            <p:cNvPr id="9" name="矩形: 圆角 40"/>
            <p:cNvSpPr/>
            <p:nvPr/>
          </p:nvSpPr>
          <p:spPr>
            <a:xfrm rot="16200000" flipV="1">
              <a:off x="4265" y="6786"/>
              <a:ext cx="2023" cy="3288"/>
            </a:xfrm>
            <a:prstGeom prst="roundRect">
              <a:avLst>
                <a:gd name="adj" fmla="val 6487"/>
              </a:avLst>
            </a:prstGeom>
            <a:solidFill>
              <a:srgbClr val="FFFFFF"/>
            </a:solidFill>
            <a:ln w="6350" cap="flat" cmpd="sng" algn="ctr">
              <a:gradFill flip="none" rotWithShape="1">
                <a:gsLst>
                  <a:gs pos="0">
                    <a:srgbClr val="058C79"/>
                  </a:gs>
                  <a:gs pos="100000">
                    <a:schemeClr val="bg1"/>
                  </a:gs>
                </a:gsLst>
                <a:lin ang="0" scaled="1"/>
                <a:tileRect/>
              </a:gradFill>
              <a:prstDash val="solid"/>
              <a:miter lim="800000"/>
            </a:ln>
            <a:effectLst>
              <a:outerShdw blurRad="50800" dist="38100" dir="2700000" algn="tl" rotWithShape="0">
                <a:prstClr val="black">
                  <a:alpha val="40000"/>
                </a:prstClr>
              </a:outerShdw>
            </a:effectLst>
          </p:spPr>
          <p:txBody>
            <a:bodyPr lIns="68580" tIns="34290" rIns="68580" bIns="34290" rtlCol="0" anchor="ctr"/>
            <a:lstStyle/>
            <a:p>
              <a:pPr algn="ctr" defTabSz="342900">
                <a:defRPr/>
              </a:pPr>
              <a:endParaRPr lang="zh-CN" altLang="en-US" kern="0" dirty="0">
                <a:solidFill>
                  <a:srgbClr val="FFFFFF"/>
                </a:solidFill>
                <a:latin typeface="Calibri" panose="020F0502020204030204"/>
                <a:ea typeface="微软雅黑 Light" panose="020B0502040204020203" charset="-122"/>
              </a:endParaRPr>
            </a:p>
          </p:txBody>
        </p:sp>
        <p:sp>
          <p:nvSpPr>
            <p:cNvPr id="10" name="矩形 9"/>
            <p:cNvSpPr/>
            <p:nvPr/>
          </p:nvSpPr>
          <p:spPr>
            <a:xfrm>
              <a:off x="4056" y="6990"/>
              <a:ext cx="2441" cy="727"/>
            </a:xfrm>
            <a:prstGeom prst="rect">
              <a:avLst/>
            </a:prstGeom>
            <a:gradFill>
              <a:gsLst>
                <a:gs pos="0">
                  <a:srgbClr val="009E47">
                    <a:alpha val="88000"/>
                  </a:srgbClr>
                </a:gs>
                <a:gs pos="55000">
                  <a:srgbClr val="039463"/>
                </a:gs>
                <a:gs pos="100000">
                  <a:srgbClr val="068885"/>
                </a:gs>
              </a:gsLst>
              <a:path path="circle">
                <a:fillToRect t="100000" r="100000"/>
              </a:path>
              <a:tileRect l="-100000" b="-100000"/>
            </a:gradFill>
            <a:effectLst>
              <a:outerShdw blurRad="50800" dist="38100" algn="l" rotWithShape="0">
                <a:prstClr val="black">
                  <a:alpha val="40000"/>
                </a:prstClr>
              </a:outerShdw>
            </a:effectLst>
          </p:spPr>
          <p:txBody>
            <a:bodyPr wrap="square">
              <a:spAutoFit/>
            </a:bodyPr>
            <a:lstStyle/>
            <a:p>
              <a:pPr lvl="0" algn="ctr"/>
              <a:r>
                <a:rPr lang="zh-CN" altLang="en-US" sz="2400" b="1" dirty="0">
                  <a:solidFill>
                    <a:schemeClr val="bg1"/>
                  </a:solidFill>
                </a:rPr>
                <a:t>多元函数</a:t>
              </a:r>
              <a:endParaRPr lang="zh-CN" altLang="en-US" sz="2400" b="1" dirty="0">
                <a:solidFill>
                  <a:schemeClr val="bg1"/>
                </a:solidFill>
              </a:endParaRPr>
            </a:p>
          </p:txBody>
        </p:sp>
        <p:sp>
          <p:nvSpPr>
            <p:cNvPr id="11" name="矩形 10"/>
            <p:cNvSpPr/>
            <p:nvPr/>
          </p:nvSpPr>
          <p:spPr>
            <a:xfrm>
              <a:off x="4131" y="8233"/>
              <a:ext cx="2263" cy="727"/>
            </a:xfrm>
            <a:prstGeom prst="rect">
              <a:avLst/>
            </a:prstGeom>
          </p:spPr>
          <p:txBody>
            <a:bodyPr wrap="square">
              <a:spAutoFit/>
            </a:bodyPr>
            <a:lstStyle/>
            <a:p>
              <a:pPr lvl="0" algn="ctr"/>
              <a:r>
                <a:rPr lang="zh-CN" altLang="en-US" sz="2400" b="1" dirty="0"/>
                <a:t>微分学</a:t>
              </a:r>
              <a:endParaRPr lang="zh-CN" altLang="en-US" sz="2400" b="1" dirty="0"/>
            </a:p>
          </p:txBody>
        </p:sp>
      </p:grpSp>
      <p:grpSp>
        <p:nvGrpSpPr>
          <p:cNvPr id="12" name="组合 11"/>
          <p:cNvGrpSpPr/>
          <p:nvPr/>
        </p:nvGrpSpPr>
        <p:grpSpPr>
          <a:xfrm>
            <a:off x="7938154" y="4469765"/>
            <a:ext cx="2087880" cy="1556385"/>
            <a:chOff x="3633" y="6990"/>
            <a:chExt cx="3288" cy="2451"/>
          </a:xfrm>
        </p:grpSpPr>
        <p:sp>
          <p:nvSpPr>
            <p:cNvPr id="17" name="矩形: 圆角 40"/>
            <p:cNvSpPr/>
            <p:nvPr/>
          </p:nvSpPr>
          <p:spPr>
            <a:xfrm rot="16200000" flipV="1">
              <a:off x="4265" y="6786"/>
              <a:ext cx="2023" cy="3288"/>
            </a:xfrm>
            <a:prstGeom prst="roundRect">
              <a:avLst>
                <a:gd name="adj" fmla="val 6487"/>
              </a:avLst>
            </a:prstGeom>
            <a:solidFill>
              <a:srgbClr val="FFFFFF"/>
            </a:solidFill>
            <a:ln w="6350" cap="flat" cmpd="sng" algn="ctr">
              <a:gradFill flip="none" rotWithShape="1">
                <a:gsLst>
                  <a:gs pos="0">
                    <a:srgbClr val="058C79"/>
                  </a:gs>
                  <a:gs pos="100000">
                    <a:schemeClr val="bg1"/>
                  </a:gs>
                </a:gsLst>
                <a:lin ang="0" scaled="1"/>
                <a:tileRect/>
              </a:gradFill>
              <a:prstDash val="solid"/>
              <a:miter lim="800000"/>
            </a:ln>
            <a:effectLst>
              <a:outerShdw blurRad="50800" dist="38100" dir="2700000" algn="tl" rotWithShape="0">
                <a:prstClr val="black">
                  <a:alpha val="40000"/>
                </a:prstClr>
              </a:outerShdw>
            </a:effectLst>
          </p:spPr>
          <p:txBody>
            <a:bodyPr lIns="68580" tIns="34290" rIns="68580" bIns="34290" rtlCol="0" anchor="ctr"/>
            <a:lstStyle/>
            <a:p>
              <a:pPr algn="ctr" defTabSz="342900">
                <a:defRPr/>
              </a:pPr>
              <a:endParaRPr lang="zh-CN" altLang="en-US" kern="0" dirty="0">
                <a:solidFill>
                  <a:srgbClr val="FFFFFF"/>
                </a:solidFill>
                <a:latin typeface="Calibri" panose="020F0502020204030204"/>
                <a:ea typeface="微软雅黑 Light" panose="020B0502040204020203" charset="-122"/>
              </a:endParaRPr>
            </a:p>
          </p:txBody>
        </p:sp>
        <p:sp>
          <p:nvSpPr>
            <p:cNvPr id="22" name="矩形 21"/>
            <p:cNvSpPr/>
            <p:nvPr/>
          </p:nvSpPr>
          <p:spPr>
            <a:xfrm>
              <a:off x="4056" y="6990"/>
              <a:ext cx="2441" cy="725"/>
            </a:xfrm>
            <a:prstGeom prst="rect">
              <a:avLst/>
            </a:prstGeom>
            <a:gradFill>
              <a:gsLst>
                <a:gs pos="0">
                  <a:srgbClr val="009E47">
                    <a:alpha val="88000"/>
                  </a:srgbClr>
                </a:gs>
                <a:gs pos="55000">
                  <a:srgbClr val="039463"/>
                </a:gs>
                <a:gs pos="100000">
                  <a:srgbClr val="068885"/>
                </a:gs>
              </a:gsLst>
              <a:path path="circle">
                <a:fillToRect t="100000" r="100000"/>
              </a:path>
              <a:tileRect l="-100000" b="-100000"/>
            </a:gradFill>
            <a:effectLst>
              <a:outerShdw blurRad="50800" dist="38100" algn="l" rotWithShape="0">
                <a:prstClr val="black">
                  <a:alpha val="40000"/>
                </a:prstClr>
              </a:outerShdw>
            </a:effectLst>
          </p:spPr>
          <p:txBody>
            <a:bodyPr wrap="square">
              <a:spAutoFit/>
            </a:bodyPr>
            <a:lstStyle/>
            <a:p>
              <a:pPr lvl="0" algn="ctr"/>
              <a:r>
                <a:rPr lang="zh-CN" altLang="en-US" sz="2400" b="1" dirty="0">
                  <a:solidFill>
                    <a:schemeClr val="bg1"/>
                  </a:solidFill>
                </a:rPr>
                <a:t>注意</a:t>
              </a:r>
              <a:endParaRPr lang="zh-CN" altLang="en-US" sz="2400" b="1" dirty="0">
                <a:solidFill>
                  <a:schemeClr val="bg1"/>
                </a:solidFill>
              </a:endParaRPr>
            </a:p>
          </p:txBody>
        </p:sp>
        <p:sp>
          <p:nvSpPr>
            <p:cNvPr id="25" name="矩形 24"/>
            <p:cNvSpPr/>
            <p:nvPr/>
          </p:nvSpPr>
          <p:spPr>
            <a:xfrm>
              <a:off x="3889" y="7955"/>
              <a:ext cx="2821" cy="1309"/>
            </a:xfrm>
            <a:prstGeom prst="rect">
              <a:avLst/>
            </a:prstGeom>
          </p:spPr>
          <p:txBody>
            <a:bodyPr wrap="square">
              <a:spAutoFit/>
            </a:bodyPr>
            <a:lstStyle/>
            <a:p>
              <a:pPr algn="ctr"/>
              <a:r>
                <a:rPr lang="zh-CN" altLang="en-US" sz="2400" b="1" dirty="0"/>
                <a:t>善于类比</a:t>
              </a:r>
              <a:endParaRPr lang="zh-CN" altLang="en-US" sz="2400" b="1" dirty="0"/>
            </a:p>
            <a:p>
              <a:pPr algn="ctr"/>
              <a:r>
                <a:rPr lang="zh-CN" altLang="en-US" sz="2400" b="1" dirty="0"/>
                <a:t>区别异同</a:t>
              </a:r>
              <a:endParaRPr lang="zh-CN" altLang="en-US" sz="2400" b="1" dirty="0"/>
            </a:p>
          </p:txBody>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图文框 19"/>
          <p:cNvSpPr/>
          <p:nvPr/>
        </p:nvSpPr>
        <p:spPr>
          <a:xfrm>
            <a:off x="0" y="11150"/>
            <a:ext cx="12192001" cy="6858001"/>
          </a:xfrm>
          <a:prstGeom prst="frame">
            <a:avLst>
              <a:gd name="adj1" fmla="val 50000"/>
            </a:avLst>
          </a:prstGeom>
          <a:gradFill flip="none" rotWithShape="1">
            <a:gsLst>
              <a:gs pos="74000">
                <a:srgbClr val="007434">
                  <a:alpha val="31000"/>
                </a:srgbClr>
              </a:gs>
              <a:gs pos="4000">
                <a:schemeClr val="bg1">
                  <a:alpha val="0"/>
                </a:schemeClr>
              </a:gs>
              <a:gs pos="100000">
                <a:schemeClr val="bg1">
                  <a:alpha val="64000"/>
                </a:schemeClr>
              </a:gs>
            </a:gsLst>
            <a:lin ang="2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字魂36号-正文宋楷" panose="00000500000000000000" pitchFamily="2" charset="-122"/>
              <a:ea typeface="字魂36号-正文宋楷" panose="00000500000000000000" pitchFamily="2" charset="-122"/>
              <a:cs typeface="+mn-cs"/>
            </a:endParaRPr>
          </a:p>
        </p:txBody>
      </p:sp>
      <p:pic>
        <p:nvPicPr>
          <p:cNvPr id="19" name="图片 18"/>
          <p:cNvPicPr>
            <a:picLocks noChangeAspect="1"/>
          </p:cNvPicPr>
          <p:nvPr/>
        </p:nvPicPr>
        <p:blipFill rotWithShape="1">
          <a:blip r:embed="rId1" cstate="print">
            <a:extLst>
              <a:ext uri="{28A0092B-C50C-407E-A947-70E740481C1C}">
                <a14:useLocalDpi xmlns:a14="http://schemas.microsoft.com/office/drawing/2010/main" val="0"/>
              </a:ext>
            </a:extLst>
          </a:blip>
          <a:srcRect l="35303" r="7303" b="29466"/>
          <a:stretch>
            <a:fillRect/>
          </a:stretch>
        </p:blipFill>
        <p:spPr>
          <a:xfrm flipH="1">
            <a:off x="0" y="8611"/>
            <a:ext cx="6996430" cy="6860540"/>
          </a:xfrm>
          <a:prstGeom prst="rect">
            <a:avLst/>
          </a:prstGeom>
        </p:spPr>
      </p:pic>
      <p:sp>
        <p:nvSpPr>
          <p:cNvPr id="11" name="Rectangle 1"/>
          <p:cNvSpPr/>
          <p:nvPr/>
        </p:nvSpPr>
        <p:spPr>
          <a:xfrm>
            <a:off x="-6985" y="-47904"/>
            <a:ext cx="12289790" cy="6917055"/>
          </a:xfrm>
          <a:prstGeom prst="rect">
            <a:avLst/>
          </a:prstGeom>
          <a:gradFill flip="none" rotWithShape="1">
            <a:gsLst>
              <a:gs pos="0">
                <a:srgbClr val="009E47">
                  <a:alpha val="42000"/>
                </a:srgbClr>
              </a:gs>
              <a:gs pos="55000">
                <a:srgbClr val="039463"/>
              </a:gs>
              <a:gs pos="100000">
                <a:srgbClr val="068885"/>
              </a:gs>
            </a:gsLst>
            <a:path path="circle">
              <a:fillToRect t="100000" r="100000"/>
            </a:path>
            <a:tileRect l="-100000" b="-100000"/>
          </a:gra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rgbClr val="FFFFFF"/>
              </a:solidFill>
              <a:effectLst/>
              <a:uLnTx/>
              <a:uFillTx/>
              <a:latin typeface="Calibri" panose="020F0502020204030204"/>
              <a:ea typeface="+mn-ea"/>
              <a:cs typeface="+mn-cs"/>
            </a:endParaRPr>
          </a:p>
        </p:txBody>
      </p:sp>
      <p:sp>
        <p:nvSpPr>
          <p:cNvPr id="5" name="PA-102232"/>
          <p:cNvSpPr/>
          <p:nvPr>
            <p:custDataLst>
              <p:tags r:id="rId2"/>
            </p:custDataLst>
          </p:nvPr>
        </p:nvSpPr>
        <p:spPr>
          <a:xfrm>
            <a:off x="378053" y="250074"/>
            <a:ext cx="11536045" cy="6397625"/>
          </a:xfrm>
          <a:prstGeom prst="rect">
            <a:avLst/>
          </a:prstGeom>
          <a:solidFill>
            <a:schemeClr val="bg1"/>
          </a:solidFill>
          <a:ln>
            <a:noFill/>
          </a:ln>
          <a:effectLst>
            <a:outerShdw blurRad="393700" dist="88900" algn="ctr" rotWithShape="0">
              <a:schemeClr val="bg1">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a:ln>
                <a:noFill/>
              </a:ln>
              <a:solidFill>
                <a:srgbClr val="006BB6"/>
              </a:solidFill>
              <a:effectLst/>
              <a:uLnTx/>
              <a:uFillTx/>
              <a:latin typeface="Calibri" panose="020F0502020204030204"/>
              <a:ea typeface="宋体" panose="02010600030101010101" pitchFamily="2" charset="-122"/>
              <a:cs typeface="+mn-ea"/>
              <a:sym typeface="+mn-lt"/>
            </a:endParaRPr>
          </a:p>
        </p:txBody>
      </p:sp>
      <p:sp>
        <p:nvSpPr>
          <p:cNvPr id="10" name="PA-文本框 8"/>
          <p:cNvSpPr txBox="1"/>
          <p:nvPr>
            <p:custDataLst>
              <p:tags r:id="rId3"/>
            </p:custDataLst>
          </p:nvPr>
        </p:nvSpPr>
        <p:spPr>
          <a:xfrm>
            <a:off x="876000" y="638872"/>
            <a:ext cx="3069308" cy="120032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en-GB" altLang="zh-CN" sz="7200" b="1" i="0" u="none" strike="noStrike" kern="1200" cap="none" spc="0" normalizeH="0" baseline="0" noProof="0" dirty="0">
                <a:ln>
                  <a:noFill/>
                </a:ln>
                <a:solidFill>
                  <a:srgbClr val="1D9D79"/>
                </a:solidFill>
                <a:effectLst/>
                <a:uLnTx/>
                <a:uFillTx/>
                <a:latin typeface="Calisto MT" panose="02040603050505030304" pitchFamily="18" charset="0"/>
                <a:ea typeface="宋体" panose="02010600030101010101" pitchFamily="2" charset="-122"/>
                <a:cs typeface="+mn-ea"/>
                <a:sym typeface="+mn-lt"/>
              </a:rPr>
              <a:t>C</a:t>
            </a:r>
            <a:r>
              <a:rPr kumimoji="1" lang="en-GB" altLang="zh-CN" sz="3200" b="1" i="0" u="none" strike="noStrike" kern="1200" cap="none" spc="0" normalizeH="0" baseline="0" noProof="0" dirty="0">
                <a:ln>
                  <a:noFill/>
                </a:ln>
                <a:solidFill>
                  <a:srgbClr val="1D9D79"/>
                </a:solidFill>
                <a:effectLst/>
                <a:uLnTx/>
                <a:uFillTx/>
                <a:latin typeface="Calisto MT" panose="02040603050505030304" pitchFamily="18" charset="0"/>
                <a:ea typeface="宋体" panose="02010600030101010101" pitchFamily="2" charset="-122"/>
                <a:cs typeface="+mn-ea"/>
                <a:sym typeface="+mn-lt"/>
              </a:rPr>
              <a:t>ONTENTS</a:t>
            </a:r>
            <a:endParaRPr kumimoji="1" lang="en-GB" altLang="zh-CN" sz="3200" b="1" i="0" u="none" strike="noStrike" kern="1200" cap="none" spc="0" normalizeH="0" baseline="0" noProof="0" dirty="0">
              <a:ln>
                <a:noFill/>
              </a:ln>
              <a:solidFill>
                <a:srgbClr val="1D9D79"/>
              </a:solidFill>
              <a:effectLst/>
              <a:uLnTx/>
              <a:uFillTx/>
              <a:latin typeface="Calisto MT" panose="02040603050505030304" pitchFamily="18" charset="0"/>
              <a:ea typeface="宋体" panose="02010600030101010101" pitchFamily="2" charset="-122"/>
              <a:cs typeface="+mn-ea"/>
              <a:sym typeface="+mn-lt"/>
            </a:endParaRPr>
          </a:p>
        </p:txBody>
      </p:sp>
      <p:sp>
        <p:nvSpPr>
          <p:cNvPr id="2" name="矩形 1"/>
          <p:cNvSpPr/>
          <p:nvPr/>
        </p:nvSpPr>
        <p:spPr>
          <a:xfrm>
            <a:off x="1769401" y="516286"/>
            <a:ext cx="1515158" cy="707886"/>
          </a:xfrm>
          <a:prstGeom prst="rect">
            <a:avLst/>
          </a:prstGeom>
        </p:spPr>
        <p:txBody>
          <a:bodyPr wrap="none">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4000" b="1" i="0" u="none" strike="noStrike" kern="1200" cap="none" spc="0" normalizeH="0" baseline="0" noProof="0" dirty="0">
                <a:ln>
                  <a:noFill/>
                </a:ln>
                <a:solidFill>
                  <a:srgbClr val="1D9D79"/>
                </a:solidFill>
                <a:effectLst/>
                <a:uLnTx/>
                <a:uFillTx/>
                <a:latin typeface="微软雅黑" panose="020B0503020204020204" pitchFamily="34" charset="-122"/>
                <a:ea typeface="微软雅黑" panose="020B0503020204020204" pitchFamily="34" charset="-122"/>
                <a:cs typeface="+mn-cs"/>
                <a:sym typeface="+mn-lt"/>
              </a:rPr>
              <a:t>目  录</a:t>
            </a:r>
            <a:endParaRPr kumimoji="1" lang="zh-CN" altLang="en-US" sz="4000" b="1" i="0" u="none" strike="noStrike" kern="1200" cap="none" spc="0" normalizeH="0" baseline="0" noProof="0" dirty="0">
              <a:ln>
                <a:noFill/>
              </a:ln>
              <a:solidFill>
                <a:srgbClr val="1D9D79"/>
              </a:solidFill>
              <a:effectLst>
                <a:outerShdw blurRad="38100" dist="38100" dir="2700000" algn="tl">
                  <a:srgbClr val="000000">
                    <a:alpha val="43137"/>
                  </a:srgbClr>
                </a:outerShdw>
              </a:effectLst>
              <a:uLnTx/>
              <a:uFillTx/>
              <a:latin typeface="微软雅黑" panose="020B0503020204020204" pitchFamily="34" charset="-122"/>
              <a:ea typeface="微软雅黑" panose="020B0503020204020204" pitchFamily="34" charset="-122"/>
              <a:cs typeface="+mn-ea"/>
              <a:sym typeface="+mn-lt"/>
            </a:endParaRPr>
          </a:p>
        </p:txBody>
      </p:sp>
      <p:cxnSp>
        <p:nvCxnSpPr>
          <p:cNvPr id="6" name="直接连接符 5"/>
          <p:cNvCxnSpPr/>
          <p:nvPr/>
        </p:nvCxnSpPr>
        <p:spPr>
          <a:xfrm rot="5400000" flipH="1">
            <a:off x="6082748" y="-3357984"/>
            <a:ext cx="26504" cy="10440000"/>
          </a:xfrm>
          <a:prstGeom prst="line">
            <a:avLst/>
          </a:prstGeom>
          <a:ln>
            <a:solidFill>
              <a:srgbClr val="007434"/>
            </a:solidFill>
            <a:prstDash val="dash"/>
            <a:headEnd type="oval" w="med" len="med"/>
            <a:tailEnd type="oval" w="med" len="med"/>
          </a:ln>
        </p:spPr>
        <p:style>
          <a:lnRef idx="1">
            <a:schemeClr val="accent1"/>
          </a:lnRef>
          <a:fillRef idx="0">
            <a:schemeClr val="accent1"/>
          </a:fillRef>
          <a:effectRef idx="0">
            <a:schemeClr val="accent1"/>
          </a:effectRef>
          <a:fontRef idx="minor">
            <a:schemeClr val="tx1"/>
          </a:fontRef>
        </p:style>
      </p:cxnSp>
      <p:sp>
        <p:nvSpPr>
          <p:cNvPr id="21" name="矩形 20"/>
          <p:cNvSpPr/>
          <p:nvPr/>
        </p:nvSpPr>
        <p:spPr>
          <a:xfrm>
            <a:off x="945202" y="2378656"/>
            <a:ext cx="4152099" cy="461665"/>
          </a:xfrm>
          <a:prstGeom prst="rect">
            <a:avLst/>
          </a:prstGeom>
        </p:spPr>
        <p:txBody>
          <a:bodyPr wrap="none">
            <a:spAutoFit/>
          </a:bodyPr>
          <a:lstStyle/>
          <a:p>
            <a:r>
              <a:rPr lang="zh-CN" altLang="en-US" sz="2400" dirty="0">
                <a:latin typeface="微软雅黑" panose="020B0503020204020204" pitchFamily="34" charset="-122"/>
                <a:ea typeface="微软雅黑" panose="020B0503020204020204" pitchFamily="34" charset="-122"/>
              </a:rPr>
              <a:t>第一节   多元函数的基本概念</a:t>
            </a:r>
            <a:endParaRPr lang="zh-CN" altLang="en-US" sz="2400" dirty="0">
              <a:latin typeface="微软雅黑" panose="020B0503020204020204" pitchFamily="34" charset="-122"/>
              <a:ea typeface="微软雅黑" panose="020B0503020204020204" pitchFamily="34" charset="-122"/>
            </a:endParaRPr>
          </a:p>
        </p:txBody>
      </p:sp>
      <p:sp>
        <p:nvSpPr>
          <p:cNvPr id="22" name="矩形 21"/>
          <p:cNvSpPr/>
          <p:nvPr/>
        </p:nvSpPr>
        <p:spPr>
          <a:xfrm>
            <a:off x="945202" y="3144845"/>
            <a:ext cx="2305439" cy="461665"/>
          </a:xfrm>
          <a:prstGeom prst="rect">
            <a:avLst/>
          </a:prstGeom>
        </p:spPr>
        <p:txBody>
          <a:bodyPr wrap="none">
            <a:spAutoFit/>
          </a:bodyPr>
          <a:lstStyle/>
          <a:p>
            <a:r>
              <a:rPr lang="zh-CN" altLang="en-US" sz="2400" b="1" dirty="0">
                <a:solidFill>
                  <a:srgbClr val="007434"/>
                </a:solidFill>
                <a:latin typeface="微软雅黑" panose="020B0503020204020204" pitchFamily="34" charset="-122"/>
                <a:ea typeface="微软雅黑" panose="020B0503020204020204" pitchFamily="34" charset="-122"/>
              </a:rPr>
              <a:t>第三节   全微分</a:t>
            </a:r>
            <a:endParaRPr lang="zh-CN" altLang="en-US" sz="2400" b="1" dirty="0">
              <a:solidFill>
                <a:srgbClr val="007434"/>
              </a:solidFill>
              <a:latin typeface="微软雅黑" panose="020B0503020204020204" pitchFamily="34" charset="-122"/>
              <a:ea typeface="微软雅黑" panose="020B0503020204020204" pitchFamily="34" charset="-122"/>
            </a:endParaRPr>
          </a:p>
        </p:txBody>
      </p:sp>
      <p:sp>
        <p:nvSpPr>
          <p:cNvPr id="23" name="矩形 22"/>
          <p:cNvSpPr/>
          <p:nvPr/>
        </p:nvSpPr>
        <p:spPr>
          <a:xfrm>
            <a:off x="6146076" y="2378656"/>
            <a:ext cx="2305439" cy="461665"/>
          </a:xfrm>
          <a:prstGeom prst="rect">
            <a:avLst/>
          </a:prstGeom>
        </p:spPr>
        <p:txBody>
          <a:bodyPr wrap="none">
            <a:spAutoFit/>
          </a:bodyPr>
          <a:lstStyle/>
          <a:p>
            <a:r>
              <a:rPr lang="zh-CN" altLang="en-US" sz="2400" dirty="0">
                <a:latin typeface="微软雅黑" panose="020B0503020204020204" pitchFamily="34" charset="-122"/>
                <a:ea typeface="微软雅黑" panose="020B0503020204020204" pitchFamily="34" charset="-122"/>
              </a:rPr>
              <a:t>第二节   偏导数</a:t>
            </a:r>
            <a:endParaRPr lang="zh-CN" altLang="en-US" sz="2400" dirty="0">
              <a:latin typeface="微软雅黑" panose="020B0503020204020204" pitchFamily="34" charset="-122"/>
              <a:ea typeface="微软雅黑" panose="020B0503020204020204" pitchFamily="34" charset="-122"/>
            </a:endParaRPr>
          </a:p>
        </p:txBody>
      </p:sp>
      <p:sp>
        <p:nvSpPr>
          <p:cNvPr id="25" name="矩形 24"/>
          <p:cNvSpPr/>
          <p:nvPr/>
        </p:nvSpPr>
        <p:spPr>
          <a:xfrm>
            <a:off x="6146076" y="3144845"/>
            <a:ext cx="5334635" cy="460375"/>
          </a:xfrm>
          <a:prstGeom prst="rect">
            <a:avLst/>
          </a:prstGeom>
        </p:spPr>
        <p:txBody>
          <a:bodyPr wrap="square">
            <a:spAutoFit/>
          </a:bodyPr>
          <a:lstStyle/>
          <a:p>
            <a:r>
              <a:rPr lang="zh-CN" altLang="en-US" sz="2400" dirty="0">
                <a:latin typeface="微软雅黑" panose="020B0503020204020204" pitchFamily="34" charset="-122"/>
                <a:ea typeface="微软雅黑" panose="020B0503020204020204" pitchFamily="34" charset="-122"/>
              </a:rPr>
              <a:t>第四节   </a:t>
            </a:r>
            <a:r>
              <a:rPr lang="zh-CN" altLang="en-US" sz="2400" dirty="0">
                <a:latin typeface="微软雅黑" panose="020B0503020204020204" pitchFamily="34" charset="-122"/>
                <a:ea typeface="微软雅黑" panose="020B0503020204020204" pitchFamily="34" charset="-122"/>
                <a:sym typeface="+mn-lt"/>
              </a:rPr>
              <a:t>多元复合函数的求导法则</a:t>
            </a:r>
            <a:endParaRPr lang="zh-CN" altLang="en-US" sz="2400" dirty="0">
              <a:latin typeface="微软雅黑" panose="020B0503020204020204" pitchFamily="34" charset="-122"/>
              <a:ea typeface="微软雅黑" panose="020B0503020204020204" pitchFamily="34" charset="-122"/>
            </a:endParaRPr>
          </a:p>
        </p:txBody>
      </p:sp>
      <p:sp>
        <p:nvSpPr>
          <p:cNvPr id="32" name="矩形 31"/>
          <p:cNvSpPr/>
          <p:nvPr/>
        </p:nvSpPr>
        <p:spPr>
          <a:xfrm>
            <a:off x="945202" y="3911034"/>
            <a:ext cx="5203825" cy="460375"/>
          </a:xfrm>
          <a:prstGeom prst="rect">
            <a:avLst/>
          </a:prstGeom>
        </p:spPr>
        <p:txBody>
          <a:bodyPr wrap="square">
            <a:spAutoFit/>
          </a:bodyPr>
          <a:lstStyle/>
          <a:p>
            <a:r>
              <a:rPr lang="zh-CN" altLang="en-US" sz="2400" dirty="0">
                <a:latin typeface="微软雅黑" panose="020B0503020204020204" pitchFamily="34" charset="-122"/>
                <a:ea typeface="微软雅黑" panose="020B0503020204020204" pitchFamily="34" charset="-122"/>
              </a:rPr>
              <a:t>第五节   隐函数的</a:t>
            </a:r>
            <a:r>
              <a:rPr lang="zh-CN" altLang="en-US" sz="2400" dirty="0">
                <a:latin typeface="微软雅黑" panose="020B0503020204020204" pitchFamily="34" charset="-122"/>
                <a:ea typeface="微软雅黑" panose="020B0503020204020204" pitchFamily="34" charset="-122"/>
                <a:sym typeface="+mn-lt"/>
              </a:rPr>
              <a:t>求导公式</a:t>
            </a:r>
            <a:endParaRPr lang="zh-CN" altLang="en-US" sz="2400" dirty="0">
              <a:latin typeface="微软雅黑" panose="020B0503020204020204" pitchFamily="34" charset="-122"/>
              <a:ea typeface="微软雅黑" panose="020B0503020204020204" pitchFamily="34" charset="-122"/>
            </a:endParaRPr>
          </a:p>
        </p:txBody>
      </p:sp>
      <p:sp>
        <p:nvSpPr>
          <p:cNvPr id="33" name="矩形 32"/>
          <p:cNvSpPr/>
          <p:nvPr/>
        </p:nvSpPr>
        <p:spPr>
          <a:xfrm>
            <a:off x="945202" y="4675933"/>
            <a:ext cx="3691255" cy="460375"/>
          </a:xfrm>
          <a:prstGeom prst="rect">
            <a:avLst/>
          </a:prstGeom>
        </p:spPr>
        <p:txBody>
          <a:bodyPr wrap="square">
            <a:spAutoFit/>
          </a:bodyPr>
          <a:lstStyle/>
          <a:p>
            <a:r>
              <a:rPr lang="zh-CN" altLang="en-US" sz="2400" dirty="0">
                <a:latin typeface="微软雅黑" panose="020B0503020204020204" pitchFamily="34" charset="-122"/>
                <a:ea typeface="微软雅黑" panose="020B0503020204020204" pitchFamily="34" charset="-122"/>
              </a:rPr>
              <a:t>第七节   方向导数与梯度</a:t>
            </a:r>
            <a:endParaRPr lang="zh-CN" altLang="en-US" sz="2400" dirty="0">
              <a:latin typeface="微软雅黑" panose="020B0503020204020204" pitchFamily="34" charset="-122"/>
              <a:ea typeface="微软雅黑" panose="020B0503020204020204" pitchFamily="34" charset="-122"/>
            </a:endParaRPr>
          </a:p>
        </p:txBody>
      </p:sp>
      <p:sp>
        <p:nvSpPr>
          <p:cNvPr id="34" name="矩形 33"/>
          <p:cNvSpPr/>
          <p:nvPr/>
        </p:nvSpPr>
        <p:spPr>
          <a:xfrm>
            <a:off x="6146076" y="3909744"/>
            <a:ext cx="5075428" cy="461665"/>
          </a:xfrm>
          <a:prstGeom prst="rect">
            <a:avLst/>
          </a:prstGeom>
        </p:spPr>
        <p:txBody>
          <a:bodyPr wrap="none">
            <a:spAutoFit/>
          </a:bodyPr>
          <a:lstStyle/>
          <a:p>
            <a:r>
              <a:rPr lang="zh-CN" altLang="en-US" sz="2400" dirty="0">
                <a:latin typeface="微软雅黑" panose="020B0503020204020204" pitchFamily="34" charset="-122"/>
                <a:ea typeface="微软雅黑" panose="020B0503020204020204" pitchFamily="34" charset="-122"/>
              </a:rPr>
              <a:t>第六节   </a:t>
            </a:r>
            <a:r>
              <a:rPr kumimoji="1" lang="zh-CN" altLang="en-US" sz="2400" dirty="0">
                <a:latin typeface="微软雅黑" panose="020B0503020204020204" pitchFamily="34" charset="-122"/>
                <a:ea typeface="微软雅黑" panose="020B0503020204020204" pitchFamily="34" charset="-122"/>
              </a:rPr>
              <a:t>多元函数微分学的几何应用</a:t>
            </a:r>
            <a:endParaRPr lang="zh-CN" altLang="en-US" sz="2400" dirty="0">
              <a:latin typeface="微软雅黑" panose="020B0503020204020204" pitchFamily="34" charset="-122"/>
              <a:ea typeface="微软雅黑" panose="020B0503020204020204" pitchFamily="34" charset="-122"/>
            </a:endParaRPr>
          </a:p>
        </p:txBody>
      </p:sp>
      <p:sp>
        <p:nvSpPr>
          <p:cNvPr id="35" name="矩形 34"/>
          <p:cNvSpPr/>
          <p:nvPr/>
        </p:nvSpPr>
        <p:spPr>
          <a:xfrm>
            <a:off x="6146076" y="4675933"/>
            <a:ext cx="5601335" cy="460375"/>
          </a:xfrm>
          <a:prstGeom prst="rect">
            <a:avLst/>
          </a:prstGeom>
        </p:spPr>
        <p:txBody>
          <a:bodyPr wrap="square">
            <a:spAutoFit/>
          </a:bodyPr>
          <a:lstStyle/>
          <a:p>
            <a:r>
              <a:rPr lang="zh-CN" altLang="en-US" sz="2400" dirty="0">
                <a:latin typeface="微软雅黑" panose="020B0503020204020204" pitchFamily="34" charset="-122"/>
                <a:ea typeface="微软雅黑" panose="020B0503020204020204" pitchFamily="34" charset="-122"/>
              </a:rPr>
              <a:t>第八节   </a:t>
            </a:r>
            <a:r>
              <a:rPr lang="zh-CN" altLang="en-US" sz="2400" dirty="0">
                <a:solidFill>
                  <a:srgbClr val="000000"/>
                </a:solidFill>
                <a:latin typeface="Times New Roman" panose="02020603050405020304" pitchFamily="18" charset="0"/>
                <a:ea typeface="微软雅黑" panose="020B0503020204020204" pitchFamily="34" charset="-122"/>
              </a:rPr>
              <a:t>多元函数的极值及其求法</a:t>
            </a:r>
            <a:endParaRPr lang="zh-CN" altLang="en-US" sz="2400" dirty="0">
              <a:latin typeface="微软雅黑" panose="020B0503020204020204" pitchFamily="34" charset="-122"/>
              <a:ea typeface="微软雅黑" panose="020B0503020204020204" pitchFamily="34" charset="-122"/>
            </a:endParaRPr>
          </a:p>
        </p:txBody>
      </p:sp>
      <p:sp>
        <p:nvSpPr>
          <p:cNvPr id="36" name="矩形 35"/>
          <p:cNvSpPr/>
          <p:nvPr/>
        </p:nvSpPr>
        <p:spPr>
          <a:xfrm>
            <a:off x="945202" y="5440831"/>
            <a:ext cx="4906010" cy="461665"/>
          </a:xfrm>
          <a:prstGeom prst="rect">
            <a:avLst/>
          </a:prstGeom>
        </p:spPr>
        <p:txBody>
          <a:bodyPr wrap="square">
            <a:spAutoFit/>
          </a:bodyPr>
          <a:lstStyle/>
          <a:p>
            <a:r>
              <a:rPr lang="zh-CN" altLang="en-US" sz="2400" dirty="0">
                <a:latin typeface="微软雅黑" panose="020B0503020204020204" pitchFamily="34" charset="-122"/>
                <a:ea typeface="微软雅黑" panose="020B0503020204020204" pitchFamily="34" charset="-122"/>
              </a:rPr>
              <a:t>第九节   二元函数的泰勒公式</a:t>
            </a:r>
            <a:endParaRPr lang="zh-CN" altLang="en-US" sz="2400" dirty="0">
              <a:latin typeface="微软雅黑" panose="020B0503020204020204" pitchFamily="34" charset="-122"/>
              <a:ea typeface="微软雅黑" panose="020B0503020204020204" pitchFamily="34" charset="-122"/>
            </a:endParaRPr>
          </a:p>
        </p:txBody>
      </p:sp>
      <p:sp>
        <p:nvSpPr>
          <p:cNvPr id="37" name="矩形 36"/>
          <p:cNvSpPr/>
          <p:nvPr/>
        </p:nvSpPr>
        <p:spPr>
          <a:xfrm>
            <a:off x="6146076" y="5440831"/>
            <a:ext cx="5481955" cy="460375"/>
          </a:xfrm>
          <a:prstGeom prst="rect">
            <a:avLst/>
          </a:prstGeom>
        </p:spPr>
        <p:txBody>
          <a:bodyPr wrap="square">
            <a:spAutoFit/>
          </a:bodyPr>
          <a:lstStyle/>
          <a:p>
            <a:r>
              <a:rPr lang="zh-CN" altLang="en-US" sz="2400" dirty="0">
                <a:latin typeface="微软雅黑" panose="020B0503020204020204" pitchFamily="34" charset="-122"/>
                <a:ea typeface="微软雅黑" panose="020B0503020204020204" pitchFamily="34" charset="-122"/>
              </a:rPr>
              <a:t>第十节   最小二乘法</a:t>
            </a:r>
            <a:endParaRPr lang="zh-CN" altLang="en-US" sz="2400" dirty="0">
              <a:latin typeface="微软雅黑" panose="020B0503020204020204" pitchFamily="34" charset="-122"/>
              <a:ea typeface="微软雅黑" panose="020B0503020204020204" pitchFamily="34" charset="-122"/>
            </a:endParaRPr>
          </a:p>
        </p:txBody>
      </p:sp>
      <p:sp>
        <p:nvSpPr>
          <p:cNvPr id="24" name="矩形 23"/>
          <p:cNvSpPr/>
          <p:nvPr/>
        </p:nvSpPr>
        <p:spPr>
          <a:xfrm>
            <a:off x="5157282" y="691154"/>
            <a:ext cx="1877437" cy="769441"/>
          </a:xfrm>
          <a:prstGeom prst="rect">
            <a:avLst/>
          </a:prstGeom>
        </p:spPr>
        <p:txBody>
          <a:bodyPr wrap="none">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4400" b="1" i="0" u="none" strike="noStrike" kern="1200" cap="none" spc="0" normalizeH="0" baseline="0" noProof="0" dirty="0">
                <a:ln>
                  <a:noFill/>
                </a:ln>
                <a:solidFill>
                  <a:srgbClr val="1D9D79"/>
                </a:solidFill>
                <a:effectLst/>
                <a:uLnTx/>
                <a:uFillTx/>
                <a:latin typeface="微软雅黑" panose="020B0503020204020204" pitchFamily="34" charset="-122"/>
                <a:ea typeface="微软雅黑" panose="020B0503020204020204" pitchFamily="34" charset="-122"/>
                <a:cs typeface="+mn-cs"/>
                <a:sym typeface="+mn-lt"/>
              </a:rPr>
              <a:t>第</a:t>
            </a:r>
            <a:r>
              <a:rPr lang="zh-CN" altLang="en-US" sz="4400" b="1" dirty="0">
                <a:solidFill>
                  <a:srgbClr val="1D9D79"/>
                </a:solidFill>
                <a:latin typeface="微软雅黑" panose="020B0503020204020204" pitchFamily="34" charset="-122"/>
                <a:ea typeface="微软雅黑" panose="020B0503020204020204" pitchFamily="34" charset="-122"/>
                <a:sym typeface="+mn-lt"/>
              </a:rPr>
              <a:t>九</a:t>
            </a:r>
            <a:r>
              <a:rPr kumimoji="0" lang="zh-CN" altLang="en-US" sz="4400" b="1" i="0" u="none" strike="noStrike" kern="1200" cap="none" spc="0" normalizeH="0" baseline="0" noProof="0" dirty="0">
                <a:ln>
                  <a:noFill/>
                </a:ln>
                <a:solidFill>
                  <a:srgbClr val="1D9D79"/>
                </a:solidFill>
                <a:effectLst/>
                <a:uLnTx/>
                <a:uFillTx/>
                <a:latin typeface="微软雅黑" panose="020B0503020204020204" pitchFamily="34" charset="-122"/>
                <a:ea typeface="微软雅黑" panose="020B0503020204020204" pitchFamily="34" charset="-122"/>
                <a:cs typeface="+mn-cs"/>
                <a:sym typeface="+mn-lt"/>
              </a:rPr>
              <a:t>章</a:t>
            </a:r>
            <a:endParaRPr kumimoji="1" lang="zh-CN" altLang="en-US" sz="4400" b="1" i="0" u="none" strike="noStrike" kern="1200" cap="none" spc="0" normalizeH="0" baseline="0" noProof="0" dirty="0">
              <a:ln>
                <a:noFill/>
              </a:ln>
              <a:solidFill>
                <a:srgbClr val="1D9D79"/>
              </a:solidFill>
              <a:effectLst>
                <a:outerShdw blurRad="38100" dist="38100" dir="2700000" algn="tl">
                  <a:srgbClr val="000000">
                    <a:alpha val="43137"/>
                  </a:srgbClr>
                </a:outerShdw>
              </a:effectLst>
              <a:uLnTx/>
              <a:uFillTx/>
              <a:latin typeface="微软雅黑" panose="020B0503020204020204" pitchFamily="34" charset="-122"/>
              <a:ea typeface="微软雅黑" panose="020B0503020204020204" pitchFamily="34" charset="-122"/>
              <a:cs typeface="+mn-ea"/>
              <a:sym typeface="+mn-lt"/>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5" name="组合 14"/>
          <p:cNvGrpSpPr/>
          <p:nvPr/>
        </p:nvGrpSpPr>
        <p:grpSpPr>
          <a:xfrm>
            <a:off x="-6985" y="-47904"/>
            <a:ext cx="12289790" cy="6917055"/>
            <a:chOff x="-6985" y="-47904"/>
            <a:chExt cx="12289790" cy="6917055"/>
          </a:xfrm>
        </p:grpSpPr>
        <p:sp>
          <p:nvSpPr>
            <p:cNvPr id="7" name="图文框 6"/>
            <p:cNvSpPr/>
            <p:nvPr/>
          </p:nvSpPr>
          <p:spPr>
            <a:xfrm>
              <a:off x="0" y="11150"/>
              <a:ext cx="12192001" cy="6858001"/>
            </a:xfrm>
            <a:prstGeom prst="frame">
              <a:avLst>
                <a:gd name="adj1" fmla="val 50000"/>
              </a:avLst>
            </a:prstGeom>
            <a:gradFill flip="none" rotWithShape="1">
              <a:gsLst>
                <a:gs pos="74000">
                  <a:srgbClr val="007434">
                    <a:alpha val="31000"/>
                  </a:srgbClr>
                </a:gs>
                <a:gs pos="4000">
                  <a:schemeClr val="bg1">
                    <a:alpha val="0"/>
                  </a:schemeClr>
                </a:gs>
                <a:gs pos="100000">
                  <a:schemeClr val="bg1">
                    <a:alpha val="64000"/>
                  </a:schemeClr>
                </a:gs>
              </a:gsLst>
              <a:lin ang="2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latin typeface="字魂36号-正文宋楷" panose="00000500000000000000" pitchFamily="2" charset="-122"/>
                <a:ea typeface="字魂36号-正文宋楷" panose="00000500000000000000" pitchFamily="2" charset="-122"/>
              </a:endParaRPr>
            </a:p>
          </p:txBody>
        </p:sp>
        <p:pic>
          <p:nvPicPr>
            <p:cNvPr id="13" name="图片 12"/>
            <p:cNvPicPr>
              <a:picLocks noChangeAspect="1"/>
            </p:cNvPicPr>
            <p:nvPr/>
          </p:nvPicPr>
          <p:blipFill rotWithShape="1">
            <a:blip r:embed="rId1" cstate="print">
              <a:extLst>
                <a:ext uri="{28A0092B-C50C-407E-A947-70E740481C1C}">
                  <a14:useLocalDpi xmlns:a14="http://schemas.microsoft.com/office/drawing/2010/main" val="0"/>
                </a:ext>
              </a:extLst>
            </a:blip>
            <a:srcRect l="35303" r="7303" b="29466"/>
            <a:stretch>
              <a:fillRect/>
            </a:stretch>
          </p:blipFill>
          <p:spPr>
            <a:xfrm flipH="1">
              <a:off x="0" y="8611"/>
              <a:ext cx="6996430" cy="6860540"/>
            </a:xfrm>
            <a:prstGeom prst="rect">
              <a:avLst/>
            </a:prstGeom>
          </p:spPr>
        </p:pic>
        <p:sp>
          <p:nvSpPr>
            <p:cNvPr id="14" name="Rectangle 1"/>
            <p:cNvSpPr/>
            <p:nvPr/>
          </p:nvSpPr>
          <p:spPr>
            <a:xfrm>
              <a:off x="-6985" y="-47904"/>
              <a:ext cx="12289790" cy="6917055"/>
            </a:xfrm>
            <a:prstGeom prst="rect">
              <a:avLst/>
            </a:prstGeom>
            <a:gradFill flip="none" rotWithShape="1">
              <a:gsLst>
                <a:gs pos="0">
                  <a:srgbClr val="009E47">
                    <a:alpha val="42000"/>
                  </a:srgbClr>
                </a:gs>
                <a:gs pos="55000">
                  <a:srgbClr val="039463"/>
                </a:gs>
                <a:gs pos="100000">
                  <a:srgbClr val="068885"/>
                </a:gs>
              </a:gsLst>
              <a:path path="circle">
                <a:fillToRect t="100000" r="100000"/>
              </a:path>
              <a:tileRect l="-100000" b="-100000"/>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rgbClr val="FFFFFF"/>
                </a:solidFill>
                <a:effectLst/>
                <a:uLnTx/>
                <a:uFillTx/>
                <a:latin typeface="Calibri" panose="020F0502020204030204"/>
                <a:ea typeface="+mn-ea"/>
                <a:cs typeface="+mn-cs"/>
              </a:endParaRPr>
            </a:p>
          </p:txBody>
        </p:sp>
      </p:grpSp>
      <p:sp>
        <p:nvSpPr>
          <p:cNvPr id="16" name="PA-102232"/>
          <p:cNvSpPr/>
          <p:nvPr>
            <p:custDataLst>
              <p:tags r:id="rId2"/>
            </p:custDataLst>
          </p:nvPr>
        </p:nvSpPr>
        <p:spPr>
          <a:xfrm>
            <a:off x="369888" y="1731523"/>
            <a:ext cx="11536045" cy="3589507"/>
          </a:xfrm>
          <a:prstGeom prst="rect">
            <a:avLst/>
          </a:prstGeom>
          <a:solidFill>
            <a:schemeClr val="bg1"/>
          </a:solidFill>
          <a:ln>
            <a:noFill/>
          </a:ln>
          <a:effectLst>
            <a:outerShdw blurRad="393700" dist="88900" algn="ctr" rotWithShape="0">
              <a:schemeClr val="bg1">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rgbClr val="006BB6"/>
              </a:solidFill>
              <a:cs typeface="+mn-ea"/>
              <a:sym typeface="+mn-lt"/>
            </a:endParaRPr>
          </a:p>
        </p:txBody>
      </p:sp>
      <p:sp>
        <p:nvSpPr>
          <p:cNvPr id="6" name="Text Box 62"/>
          <p:cNvSpPr txBox="1">
            <a:spLocks noChangeArrowheads="1"/>
          </p:cNvSpPr>
          <p:nvPr/>
        </p:nvSpPr>
        <p:spPr bwMode="auto">
          <a:xfrm>
            <a:off x="4650733" y="686345"/>
            <a:ext cx="2890535" cy="584775"/>
          </a:xfrm>
          <a:prstGeom prst="rect">
            <a:avLst/>
          </a:prstGeom>
          <a:noFill/>
          <a:ln>
            <a:noFill/>
          </a:ln>
          <a:effectLst/>
        </p:spPr>
        <p:txBody>
          <a:bodyPr wrap="none">
            <a:spAutoFit/>
          </a:bodyPr>
          <a:lstStyle/>
          <a:p>
            <a:pPr algn="ctr"/>
            <a:r>
              <a:rPr lang="zh-CN" altLang="en-US" sz="3200" b="1" dirty="0">
                <a:solidFill>
                  <a:schemeClr val="bg1"/>
                </a:solidFill>
                <a:latin typeface="微软雅黑" panose="020B0503020204020204" pitchFamily="34" charset="-122"/>
                <a:ea typeface="微软雅黑" panose="020B0503020204020204" pitchFamily="34" charset="-122"/>
              </a:rPr>
              <a:t>第三节  全微分</a:t>
            </a:r>
            <a:endParaRPr lang="en-US" altLang="zh-CN" sz="3200" b="1" dirty="0">
              <a:solidFill>
                <a:schemeClr val="bg1"/>
              </a:solidFill>
              <a:latin typeface="微软雅黑" panose="020B0503020204020204" pitchFamily="34" charset="-122"/>
              <a:ea typeface="微软雅黑" panose="020B0503020204020204" pitchFamily="34" charset="-122"/>
            </a:endParaRPr>
          </a:p>
        </p:txBody>
      </p:sp>
      <p:grpSp>
        <p:nvGrpSpPr>
          <p:cNvPr id="9" name="组合 8"/>
          <p:cNvGrpSpPr/>
          <p:nvPr/>
        </p:nvGrpSpPr>
        <p:grpSpPr>
          <a:xfrm>
            <a:off x="3115100" y="2320980"/>
            <a:ext cx="5961800" cy="901065"/>
            <a:chOff x="3977909" y="1027773"/>
            <a:chExt cx="5961800" cy="901065"/>
          </a:xfrm>
        </p:grpSpPr>
        <p:sp>
          <p:nvSpPr>
            <p:cNvPr id="4" name="矩形: 圆角 40"/>
            <p:cNvSpPr/>
            <p:nvPr/>
          </p:nvSpPr>
          <p:spPr>
            <a:xfrm flipV="1">
              <a:off x="3977909" y="1027773"/>
              <a:ext cx="5961800" cy="901065"/>
            </a:xfrm>
            <a:prstGeom prst="roundRect">
              <a:avLst>
                <a:gd name="adj" fmla="val 6487"/>
              </a:avLst>
            </a:prstGeom>
            <a:solidFill>
              <a:srgbClr val="FFFFFF"/>
            </a:solidFill>
            <a:ln w="19050" cap="flat" cmpd="sng" algn="ctr">
              <a:gradFill flip="none" rotWithShape="1">
                <a:gsLst>
                  <a:gs pos="0">
                    <a:srgbClr val="058C79"/>
                  </a:gs>
                  <a:gs pos="100000">
                    <a:schemeClr val="bg1"/>
                  </a:gs>
                </a:gsLst>
                <a:lin ang="0" scaled="1"/>
                <a:tileRect/>
              </a:gradFill>
              <a:prstDash val="solid"/>
              <a:miter lim="800000"/>
            </a:ln>
            <a:effectLst>
              <a:outerShdw blurRad="63500" dist="38100" dir="2280000" algn="tl" rotWithShape="0">
                <a:prstClr val="black">
                  <a:alpha val="45000"/>
                </a:prstClr>
              </a:outerShdw>
            </a:effectLst>
          </p:spPr>
          <p:txBody>
            <a:bodyPr lIns="68580" tIns="34290" rIns="68580" bIns="34290" rtlCol="0" anchor="ctr"/>
            <a:lstStyle/>
            <a:p>
              <a:pPr algn="ctr" defTabSz="342900">
                <a:defRPr/>
              </a:pPr>
              <a:endParaRPr lang="zh-CN" altLang="en-US" kern="0" dirty="0">
                <a:solidFill>
                  <a:srgbClr val="FFFFFF"/>
                </a:solidFill>
                <a:latin typeface="Calibri" panose="020F0502020204030204"/>
                <a:ea typeface="微软雅黑 Light" panose="020B0502040204020203" charset="-122"/>
              </a:endParaRPr>
            </a:p>
          </p:txBody>
        </p:sp>
        <p:sp>
          <p:nvSpPr>
            <p:cNvPr id="5" name="矩形 4"/>
            <p:cNvSpPr/>
            <p:nvPr/>
          </p:nvSpPr>
          <p:spPr>
            <a:xfrm>
              <a:off x="4304152" y="1217006"/>
              <a:ext cx="3057247" cy="523220"/>
            </a:xfrm>
            <a:prstGeom prst="rect">
              <a:avLst/>
            </a:prstGeom>
          </p:spPr>
          <p:txBody>
            <a:bodyPr wrap="none">
              <a:spAutoFit/>
            </a:bodyPr>
            <a:lstStyle/>
            <a:p>
              <a:r>
                <a:rPr lang="zh-CN" altLang="en-US" sz="2800" b="1" dirty="0">
                  <a:latin typeface="微软雅黑" panose="020B0503020204020204" pitchFamily="34" charset="-122"/>
                  <a:ea typeface="微软雅黑" panose="020B0503020204020204" pitchFamily="34" charset="-122"/>
                </a:rPr>
                <a:t>一、全微分</a:t>
              </a:r>
              <a:r>
                <a:rPr lang="zh-CN" altLang="en-US" sz="2800" b="1" dirty="0">
                  <a:latin typeface="微软雅黑" panose="020B0503020204020204" pitchFamily="34" charset="-122"/>
                  <a:ea typeface="微软雅黑" panose="020B0503020204020204" pitchFamily="34" charset="-122"/>
                  <a:sym typeface="+mn-lt"/>
                </a:rPr>
                <a:t>的定义</a:t>
              </a:r>
              <a:endParaRPr lang="zh-CN" altLang="en-US" sz="2800" b="1" dirty="0">
                <a:latin typeface="微软雅黑" panose="020B0503020204020204" pitchFamily="34" charset="-122"/>
                <a:ea typeface="微软雅黑" panose="020B0503020204020204" pitchFamily="34" charset="-122"/>
              </a:endParaRPr>
            </a:p>
          </p:txBody>
        </p:sp>
      </p:grpSp>
      <p:grpSp>
        <p:nvGrpSpPr>
          <p:cNvPr id="8" name="组合 7"/>
          <p:cNvGrpSpPr/>
          <p:nvPr/>
        </p:nvGrpSpPr>
        <p:grpSpPr>
          <a:xfrm>
            <a:off x="3115100" y="3756601"/>
            <a:ext cx="5961801" cy="901065"/>
            <a:chOff x="3977909" y="2138089"/>
            <a:chExt cx="5961801" cy="901065"/>
          </a:xfrm>
        </p:grpSpPr>
        <p:sp>
          <p:nvSpPr>
            <p:cNvPr id="22" name="矩形: 圆角 40"/>
            <p:cNvSpPr/>
            <p:nvPr/>
          </p:nvSpPr>
          <p:spPr>
            <a:xfrm flipV="1">
              <a:off x="3977909" y="2138089"/>
              <a:ext cx="5961801" cy="901065"/>
            </a:xfrm>
            <a:prstGeom prst="roundRect">
              <a:avLst>
                <a:gd name="adj" fmla="val 6487"/>
              </a:avLst>
            </a:prstGeom>
            <a:solidFill>
              <a:srgbClr val="FFFFFF"/>
            </a:solidFill>
            <a:ln w="19050" cap="flat" cmpd="sng" algn="ctr">
              <a:gradFill flip="none" rotWithShape="1">
                <a:gsLst>
                  <a:gs pos="0">
                    <a:srgbClr val="058C79"/>
                  </a:gs>
                  <a:gs pos="100000">
                    <a:schemeClr val="bg1"/>
                  </a:gs>
                </a:gsLst>
                <a:lin ang="0" scaled="1"/>
                <a:tileRect/>
              </a:gradFill>
              <a:prstDash val="solid"/>
              <a:miter lim="800000"/>
            </a:ln>
            <a:effectLst>
              <a:outerShdw blurRad="63500" dist="38100" dir="2280000" algn="tl" rotWithShape="0">
                <a:prstClr val="black">
                  <a:alpha val="45000"/>
                </a:prstClr>
              </a:outerShdw>
            </a:effectLst>
          </p:spPr>
          <p:txBody>
            <a:bodyPr lIns="68580" tIns="34290" rIns="68580" bIns="34290" rtlCol="0" anchor="ctr"/>
            <a:lstStyle/>
            <a:p>
              <a:pPr algn="ctr" defTabSz="342900">
                <a:defRPr/>
              </a:pPr>
              <a:endParaRPr lang="zh-CN" altLang="en-US" kern="0" dirty="0">
                <a:solidFill>
                  <a:srgbClr val="FFFFFF"/>
                </a:solidFill>
                <a:latin typeface="Calibri" panose="020F0502020204030204"/>
                <a:ea typeface="微软雅黑 Light" panose="020B0502040204020203" charset="-122"/>
              </a:endParaRPr>
            </a:p>
          </p:txBody>
        </p:sp>
        <p:sp>
          <p:nvSpPr>
            <p:cNvPr id="23" name="矩形 22"/>
            <p:cNvSpPr/>
            <p:nvPr/>
          </p:nvSpPr>
          <p:spPr>
            <a:xfrm>
              <a:off x="4218088" y="2327323"/>
              <a:ext cx="5386411" cy="523220"/>
            </a:xfrm>
            <a:prstGeom prst="rect">
              <a:avLst/>
            </a:prstGeom>
          </p:spPr>
          <p:txBody>
            <a:bodyPr wrap="none">
              <a:spAutoFit/>
            </a:bodyPr>
            <a:lstStyle/>
            <a:p>
              <a:r>
                <a:rPr lang="en-US" altLang="zh-CN" sz="2800" b="1" dirty="0">
                  <a:latin typeface="微软雅黑" panose="020B0503020204020204" pitchFamily="34" charset="-122"/>
                  <a:ea typeface="微软雅黑" panose="020B0503020204020204" pitchFamily="34" charset="-122"/>
                  <a:sym typeface="+mn-lt"/>
                </a:rPr>
                <a:t>*</a:t>
              </a:r>
              <a:r>
                <a:rPr lang="zh-CN" altLang="en-US" sz="2800" b="1" dirty="0">
                  <a:latin typeface="微软雅黑" panose="020B0503020204020204" pitchFamily="34" charset="-122"/>
                  <a:ea typeface="微软雅黑" panose="020B0503020204020204" pitchFamily="34" charset="-122"/>
                </a:rPr>
                <a:t>二、</a:t>
              </a:r>
              <a:r>
                <a:rPr lang="zh-CN" altLang="en-US" sz="2800" b="1" dirty="0">
                  <a:latin typeface="微软雅黑" panose="020B0503020204020204" pitchFamily="34" charset="-122"/>
                  <a:ea typeface="微软雅黑" panose="020B0503020204020204" pitchFamily="34" charset="-122"/>
                  <a:sym typeface="+mn-lt"/>
                </a:rPr>
                <a:t>全微分在数值计算中的应用</a:t>
              </a:r>
              <a:endParaRPr lang="zh-CN" altLang="en-US" sz="2800" b="1" dirty="0">
                <a:latin typeface="微软雅黑" panose="020B0503020204020204" pitchFamily="34" charset="-122"/>
                <a:ea typeface="微软雅黑" panose="020B0503020204020204" pitchFamily="34" charset="-122"/>
              </a:endParaRPr>
            </a:p>
          </p:txBody>
        </p:sp>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8" name="组合 27"/>
          <p:cNvGrpSpPr/>
          <p:nvPr/>
        </p:nvGrpSpPr>
        <p:grpSpPr>
          <a:xfrm>
            <a:off x="0" y="0"/>
            <a:ext cx="12192000" cy="6858000"/>
            <a:chOff x="0" y="0"/>
            <a:chExt cx="12192000" cy="6858000"/>
          </a:xfrm>
        </p:grpSpPr>
        <p:sp>
          <p:nvSpPr>
            <p:cNvPr id="29" name="Rectangle 1"/>
            <p:cNvSpPr/>
            <p:nvPr/>
          </p:nvSpPr>
          <p:spPr>
            <a:xfrm>
              <a:off x="0" y="0"/>
              <a:ext cx="12192000" cy="6858000"/>
            </a:xfrm>
            <a:prstGeom prst="rect">
              <a:avLst/>
            </a:prstGeom>
            <a:gradFill flip="none" rotWithShape="1">
              <a:gsLst>
                <a:gs pos="0">
                  <a:srgbClr val="009E47">
                    <a:alpha val="88000"/>
                  </a:srgbClr>
                </a:gs>
                <a:gs pos="55000">
                  <a:srgbClr val="039463"/>
                </a:gs>
                <a:gs pos="100000">
                  <a:srgbClr val="068885"/>
                </a:gs>
              </a:gsLst>
              <a:path path="circle">
                <a:fillToRect t="100000" r="100000"/>
              </a:path>
              <a:tileRect l="-100000" b="-100000"/>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rgbClr val="FFFFFF"/>
                </a:solidFill>
                <a:effectLst/>
                <a:uLnTx/>
                <a:uFillTx/>
                <a:latin typeface="Calibri" panose="020F0502020204030204"/>
                <a:ea typeface="+mn-ea"/>
                <a:cs typeface="+mn-cs"/>
              </a:endParaRPr>
            </a:p>
          </p:txBody>
        </p:sp>
        <p:sp>
          <p:nvSpPr>
            <p:cNvPr id="30" name="圆角矩形 2"/>
            <p:cNvSpPr/>
            <p:nvPr/>
          </p:nvSpPr>
          <p:spPr>
            <a:xfrm>
              <a:off x="224790" y="196850"/>
              <a:ext cx="11743055" cy="6456045"/>
            </a:xfrm>
            <a:prstGeom prst="roundRect">
              <a:avLst>
                <a:gd name="adj" fmla="val 3499"/>
              </a:avLst>
            </a:prstGeom>
            <a:solidFill>
              <a:schemeClr val="bg1"/>
            </a:solidFill>
            <a:ln>
              <a:solidFill>
                <a:srgbClr val="17908C"/>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nvGrpSpPr>
            <p:cNvPr id="31" name="组合 30"/>
            <p:cNvGrpSpPr/>
            <p:nvPr/>
          </p:nvGrpSpPr>
          <p:grpSpPr>
            <a:xfrm>
              <a:off x="228600" y="236182"/>
              <a:ext cx="11771970" cy="6421275"/>
              <a:chOff x="228600" y="236182"/>
              <a:chExt cx="11771970" cy="6421275"/>
            </a:xfrm>
          </p:grpSpPr>
          <p:sp>
            <p:nvSpPr>
              <p:cNvPr id="32" name="Rectangle 1"/>
              <p:cNvSpPr/>
              <p:nvPr/>
            </p:nvSpPr>
            <p:spPr>
              <a:xfrm>
                <a:off x="364173" y="6462830"/>
                <a:ext cx="82948" cy="81477"/>
              </a:xfrm>
              <a:prstGeom prst="rect">
                <a:avLst/>
              </a:prstGeom>
              <a:gradFill flip="none" rotWithShape="1">
                <a:gsLst>
                  <a:gs pos="0">
                    <a:srgbClr val="009E47">
                      <a:alpha val="73000"/>
                    </a:srgbClr>
                  </a:gs>
                  <a:gs pos="61000">
                    <a:srgbClr val="039463"/>
                  </a:gs>
                  <a:gs pos="100000">
                    <a:srgbClr val="068885"/>
                  </a:gs>
                </a:gsLst>
                <a:path path="circle">
                  <a:fillToRect t="100000" r="100000"/>
                </a:path>
                <a:tileRect l="-100000" b="-100000"/>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rgbClr val="FFFFFF"/>
                  </a:solidFill>
                  <a:effectLst/>
                  <a:uLnTx/>
                  <a:uFillTx/>
                  <a:latin typeface="Calibri" panose="020F0502020204030204"/>
                  <a:ea typeface="+mn-ea"/>
                  <a:cs typeface="+mn-cs"/>
                </a:endParaRPr>
              </a:p>
            </p:txBody>
          </p:sp>
          <p:sp>
            <p:nvSpPr>
              <p:cNvPr id="33" name="Rectangle 1"/>
              <p:cNvSpPr/>
              <p:nvPr/>
            </p:nvSpPr>
            <p:spPr>
              <a:xfrm rot="2659048">
                <a:off x="8838055" y="320052"/>
                <a:ext cx="147664" cy="140036"/>
              </a:xfrm>
              <a:prstGeom prst="rect">
                <a:avLst/>
              </a:prstGeom>
              <a:gradFill flip="none" rotWithShape="1">
                <a:gsLst>
                  <a:gs pos="0">
                    <a:srgbClr val="009E47">
                      <a:alpha val="73000"/>
                    </a:srgbClr>
                  </a:gs>
                  <a:gs pos="61000">
                    <a:srgbClr val="039463"/>
                  </a:gs>
                  <a:gs pos="100000">
                    <a:srgbClr val="068885"/>
                  </a:gs>
                </a:gsLst>
                <a:path path="circle">
                  <a:fillToRect t="100000" r="100000"/>
                </a:path>
                <a:tileRect l="-100000" b="-100000"/>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dirty="0">
                  <a:ln>
                    <a:noFill/>
                  </a:ln>
                  <a:solidFill>
                    <a:srgbClr val="FFFFFF"/>
                  </a:solidFill>
                  <a:effectLst/>
                  <a:uLnTx/>
                  <a:uFillTx/>
                  <a:latin typeface="Calibri" panose="020F0502020204030204"/>
                  <a:ea typeface="+mn-ea"/>
                  <a:cs typeface="+mn-cs"/>
                </a:endParaRPr>
              </a:p>
            </p:txBody>
          </p:sp>
          <p:sp>
            <p:nvSpPr>
              <p:cNvPr id="34" name="矩形 33"/>
              <p:cNvSpPr/>
              <p:nvPr/>
            </p:nvSpPr>
            <p:spPr>
              <a:xfrm>
                <a:off x="543503" y="6349680"/>
                <a:ext cx="1420582" cy="307777"/>
              </a:xfrm>
              <a:prstGeom prst="rect">
                <a:avLst/>
              </a:prstGeom>
            </p:spPr>
            <p:txBody>
              <a:bodyPr wrap="none">
                <a:spAutoFit/>
              </a:bodyPr>
              <a:lstStyle/>
              <a:p>
                <a:r>
                  <a:rPr lang="zh-CN" altLang="en-US" sz="1400" dirty="0">
                    <a:solidFill>
                      <a:schemeClr val="bg1">
                        <a:lumMod val="50000"/>
                      </a:schemeClr>
                    </a:solidFill>
                    <a:latin typeface="微软雅黑" panose="020B0503020204020204" pitchFamily="34" charset="-122"/>
                    <a:ea typeface="微软雅黑" panose="020B0503020204020204" pitchFamily="34" charset="-122"/>
                  </a:rPr>
                  <a:t>第三节   全微分</a:t>
                </a:r>
                <a:endParaRPr lang="zh-CN" altLang="en-US" sz="1400" dirty="0">
                  <a:solidFill>
                    <a:schemeClr val="bg1">
                      <a:lumMod val="50000"/>
                    </a:schemeClr>
                  </a:solidFill>
                  <a:latin typeface="微软雅黑" panose="020B0503020204020204" pitchFamily="34" charset="-122"/>
                  <a:ea typeface="微软雅黑" panose="020B0503020204020204" pitchFamily="34" charset="-122"/>
                </a:endParaRPr>
              </a:p>
            </p:txBody>
          </p:sp>
          <p:sp>
            <p:nvSpPr>
              <p:cNvPr id="35" name="矩形 34"/>
              <p:cNvSpPr/>
              <p:nvPr/>
            </p:nvSpPr>
            <p:spPr>
              <a:xfrm>
                <a:off x="9055533" y="236182"/>
                <a:ext cx="2945037" cy="307777"/>
              </a:xfrm>
              <a:prstGeom prst="rect">
                <a:avLst/>
              </a:prstGeom>
            </p:spPr>
            <p:txBody>
              <a:bodyPr wrap="none">
                <a:spAutoFit/>
              </a:bodyPr>
              <a:lstStyle/>
              <a:p>
                <a:r>
                  <a:rPr lang="zh-CN" altLang="en-US" sz="1400" dirty="0">
                    <a:solidFill>
                      <a:schemeClr val="bg1">
                        <a:lumMod val="50000"/>
                      </a:schemeClr>
                    </a:solidFill>
                    <a:latin typeface="微软雅黑" panose="020B0503020204020204" pitchFamily="34" charset="-122"/>
                    <a:ea typeface="微软雅黑" panose="020B0503020204020204" pitchFamily="34" charset="-122"/>
                  </a:rPr>
                  <a:t>第九章   多元函数微分法及其应用</a:t>
                </a:r>
                <a:endParaRPr lang="zh-CN" altLang="en-US" sz="1400" dirty="0">
                  <a:solidFill>
                    <a:schemeClr val="bg1">
                      <a:lumMod val="50000"/>
                    </a:schemeClr>
                  </a:solidFill>
                  <a:latin typeface="微软雅黑" panose="020B0503020204020204" pitchFamily="34" charset="-122"/>
                  <a:ea typeface="微软雅黑" panose="020B0503020204020204" pitchFamily="34" charset="-122"/>
                </a:endParaRPr>
              </a:p>
            </p:txBody>
          </p:sp>
          <p:cxnSp>
            <p:nvCxnSpPr>
              <p:cNvPr id="36" name="直接连接符 35"/>
              <p:cNvCxnSpPr/>
              <p:nvPr/>
            </p:nvCxnSpPr>
            <p:spPr>
              <a:xfrm>
                <a:off x="228600" y="390070"/>
                <a:ext cx="8388000" cy="0"/>
              </a:xfrm>
              <a:prstGeom prst="line">
                <a:avLst/>
              </a:prstGeom>
              <a:ln>
                <a:solidFill>
                  <a:srgbClr val="04926A"/>
                </a:solidFill>
              </a:ln>
            </p:spPr>
            <p:style>
              <a:lnRef idx="1">
                <a:schemeClr val="accent1"/>
              </a:lnRef>
              <a:fillRef idx="0">
                <a:schemeClr val="accent1"/>
              </a:fillRef>
              <a:effectRef idx="0">
                <a:schemeClr val="accent1"/>
              </a:effectRef>
              <a:fontRef idx="minor">
                <a:schemeClr val="tx1"/>
              </a:fontRef>
            </p:style>
          </p:cxnSp>
          <p:cxnSp>
            <p:nvCxnSpPr>
              <p:cNvPr id="37" name="直接连接符 36"/>
              <p:cNvCxnSpPr/>
              <p:nvPr/>
            </p:nvCxnSpPr>
            <p:spPr>
              <a:xfrm>
                <a:off x="2047875" y="6503568"/>
                <a:ext cx="9894022"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grpSp>
      </p:grpSp>
      <p:sp>
        <p:nvSpPr>
          <p:cNvPr id="2" name="Rectangle 27"/>
          <p:cNvSpPr txBox="1">
            <a:spLocks noChangeArrowheads="1"/>
          </p:cNvSpPr>
          <p:nvPr/>
        </p:nvSpPr>
        <p:spPr>
          <a:xfrm>
            <a:off x="1226806" y="619963"/>
            <a:ext cx="3886200" cy="609601"/>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3200" b="1" dirty="0">
                <a:solidFill>
                  <a:srgbClr val="04926A"/>
                </a:solidFill>
                <a:latin typeface="微软雅黑" panose="020B0503020204020204" pitchFamily="34" charset="-122"/>
                <a:ea typeface="微软雅黑" panose="020B0503020204020204" pitchFamily="34" charset="-122"/>
                <a:cs typeface="+mn-cs"/>
              </a:rPr>
              <a:t>一、全微分的定义</a:t>
            </a:r>
            <a:endParaRPr lang="zh-CN" altLang="en-US" sz="3200" b="1" dirty="0">
              <a:solidFill>
                <a:srgbClr val="04926A"/>
              </a:solidFill>
              <a:latin typeface="微软雅黑" panose="020B0503020204020204" pitchFamily="34" charset="-122"/>
              <a:ea typeface="微软雅黑" panose="020B0503020204020204" pitchFamily="34" charset="-122"/>
              <a:cs typeface="+mn-cs"/>
            </a:endParaRPr>
          </a:p>
        </p:txBody>
      </p:sp>
      <p:sp>
        <p:nvSpPr>
          <p:cNvPr id="3" name="右箭头 11"/>
          <p:cNvSpPr/>
          <p:nvPr/>
        </p:nvSpPr>
        <p:spPr>
          <a:xfrm>
            <a:off x="5581985" y="3288829"/>
            <a:ext cx="4666806" cy="1022166"/>
          </a:xfrm>
          <a:prstGeom prst="rightArrow">
            <a:avLst>
              <a:gd name="adj1" fmla="val 50000"/>
              <a:gd name="adj2" fmla="val 57680"/>
            </a:avLst>
          </a:prstGeom>
          <a:solidFill>
            <a:srgbClr val="04926A">
              <a:alpha val="20000"/>
            </a:srgbClr>
          </a:solidFill>
          <a:ln>
            <a:solidFill>
              <a:srgbClr val="04926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2800" dirty="0">
                <a:solidFill>
                  <a:srgbClr val="04926A"/>
                </a:solidFill>
                <a:latin typeface="Cambria Math" panose="02040503050406030204" charset="0"/>
                <a:ea typeface="黑体" panose="02010609060101010101" pitchFamily="49" charset="-122"/>
              </a:rPr>
              <a:t>先引出多元函数的增量</a:t>
            </a:r>
            <a:endParaRPr kumimoji="1" lang="zh-CN" altLang="en-US" sz="2800" dirty="0">
              <a:solidFill>
                <a:srgbClr val="04926A"/>
              </a:solidFill>
              <a:latin typeface="Cambria Math" panose="02040503050406030204" charset="0"/>
              <a:ea typeface="黑体" panose="02010609060101010101" pitchFamily="49" charset="-122"/>
            </a:endParaRPr>
          </a:p>
        </p:txBody>
      </p:sp>
      <mc:AlternateContent xmlns:mc="http://schemas.openxmlformats.org/markup-compatibility/2006">
        <mc:Choice xmlns:a14="http://schemas.microsoft.com/office/drawing/2010/main" Requires="a14">
          <p:sp>
            <p:nvSpPr>
              <p:cNvPr id="4" name="对象 3"/>
              <p:cNvSpPr txBox="1"/>
              <p:nvPr/>
            </p:nvSpPr>
            <p:spPr>
              <a:xfrm>
                <a:off x="3240087" y="2041625"/>
                <a:ext cx="5965227" cy="431800"/>
              </a:xfrm>
              <a:prstGeom prst="rect">
                <a:avLst/>
              </a:prstGeom>
            </p:spPr>
            <p:txBody>
              <a:bodyPr>
                <a:noAutofit/>
              </a:bodyPr>
              <a:lstStyle/>
              <a:p>
                <a14:m>
                  <m:oMathPara xmlns:m="http://schemas.openxmlformats.org/officeDocument/2006/math">
                    <m:oMathParaPr>
                      <m:jc m:val="left"/>
                    </m:oMathParaPr>
                    <m:oMath xmlns:m="http://schemas.openxmlformats.org/officeDocument/2006/math">
                      <m:r>
                        <a:rPr kumimoji="1" lang="zh-CN" altLang="en-US" sz="2800">
                          <a:solidFill>
                            <a:schemeClr val="tx1">
                              <a:lumMod val="95000"/>
                              <a:lumOff val="5000"/>
                            </a:schemeClr>
                          </a:solidFill>
                          <a:latin typeface="Cambria Math" panose="02040503050406030204" charset="0"/>
                          <a:ea typeface="黑体" panose="02010609060101010101" pitchFamily="49" charset="-122"/>
                        </a:rPr>
                        <m:t>一元函数</m:t>
                      </m:r>
                      <m:r>
                        <a:rPr kumimoji="1" lang="zh-CN" altLang="en-US" sz="2800">
                          <a:solidFill>
                            <a:schemeClr val="tx1">
                              <a:lumMod val="95000"/>
                              <a:lumOff val="5000"/>
                            </a:schemeClr>
                          </a:solidFill>
                          <a:latin typeface="Cambria Math" panose="02040503050406030204" charset="0"/>
                          <a:ea typeface="黑体" panose="02010609060101010101" pitchFamily="49" charset="-122"/>
                        </a:rPr>
                        <m:t>𝑦</m:t>
                      </m:r>
                      <m:r>
                        <a:rPr kumimoji="1" lang="zh-CN" altLang="en-US" sz="2800">
                          <a:solidFill>
                            <a:schemeClr val="tx1">
                              <a:lumMod val="95000"/>
                              <a:lumOff val="5000"/>
                            </a:schemeClr>
                          </a:solidFill>
                          <a:latin typeface="Cambria Math" panose="02040503050406030204" charset="0"/>
                          <a:ea typeface="黑体" panose="02010609060101010101" pitchFamily="49" charset="-122"/>
                        </a:rPr>
                        <m:t>=</m:t>
                      </m:r>
                      <m:r>
                        <a:rPr kumimoji="1" lang="zh-CN" altLang="en-US" sz="2800">
                          <a:solidFill>
                            <a:schemeClr val="tx1">
                              <a:lumMod val="95000"/>
                              <a:lumOff val="5000"/>
                            </a:schemeClr>
                          </a:solidFill>
                          <a:latin typeface="Cambria Math" panose="02040503050406030204" charset="0"/>
                          <a:ea typeface="黑体" panose="02010609060101010101" pitchFamily="49" charset="-122"/>
                        </a:rPr>
                        <m:t>𝑓</m:t>
                      </m:r>
                      <m:r>
                        <a:rPr kumimoji="1" lang="zh-CN" altLang="en-US" sz="2800">
                          <a:solidFill>
                            <a:schemeClr val="tx1">
                              <a:lumMod val="95000"/>
                              <a:lumOff val="5000"/>
                            </a:schemeClr>
                          </a:solidFill>
                          <a:latin typeface="Cambria Math" panose="02040503050406030204" charset="0"/>
                          <a:ea typeface="黑体" panose="02010609060101010101" pitchFamily="49" charset="-122"/>
                        </a:rPr>
                        <m:t>(</m:t>
                      </m:r>
                      <m:r>
                        <a:rPr kumimoji="1" lang="zh-CN" altLang="en-US" sz="2800">
                          <a:solidFill>
                            <a:schemeClr val="tx1">
                              <a:lumMod val="95000"/>
                              <a:lumOff val="5000"/>
                            </a:schemeClr>
                          </a:solidFill>
                          <a:latin typeface="Cambria Math" panose="02040503050406030204" charset="0"/>
                          <a:ea typeface="黑体" panose="02010609060101010101" pitchFamily="49" charset="-122"/>
                        </a:rPr>
                        <m:t>𝑥</m:t>
                      </m:r>
                      <m:r>
                        <a:rPr kumimoji="1" lang="zh-CN" altLang="en-US" sz="2800">
                          <a:solidFill>
                            <a:schemeClr val="tx1">
                              <a:lumMod val="95000"/>
                              <a:lumOff val="5000"/>
                            </a:schemeClr>
                          </a:solidFill>
                          <a:latin typeface="Cambria Math" panose="02040503050406030204" charset="0"/>
                          <a:ea typeface="黑体" panose="02010609060101010101" pitchFamily="49" charset="-122"/>
                        </a:rPr>
                        <m:t>)</m:t>
                      </m:r>
                      <m:r>
                        <a:rPr kumimoji="1" lang="zh-CN" altLang="en-US" sz="2800">
                          <a:solidFill>
                            <a:schemeClr val="tx1">
                              <a:lumMod val="95000"/>
                              <a:lumOff val="5000"/>
                            </a:schemeClr>
                          </a:solidFill>
                          <a:latin typeface="Cambria Math" panose="02040503050406030204" charset="0"/>
                          <a:ea typeface="黑体" panose="02010609060101010101" pitchFamily="49" charset="-122"/>
                        </a:rPr>
                        <m:t>微分与增量的关系</m:t>
                      </m:r>
                    </m:oMath>
                  </m:oMathPara>
                </a14:m>
                <a:endParaRPr kumimoji="1" lang="zh-CN" altLang="en-US" sz="2800" dirty="0">
                  <a:solidFill>
                    <a:schemeClr val="tx1">
                      <a:lumMod val="95000"/>
                      <a:lumOff val="5000"/>
                    </a:schemeClr>
                  </a:solidFill>
                  <a:latin typeface="Cambria Math" panose="02040503050406030204" charset="0"/>
                  <a:ea typeface="黑体" panose="02010609060101010101" pitchFamily="49" charset="-122"/>
                </a:endParaRPr>
              </a:p>
            </p:txBody>
          </p:sp>
        </mc:Choice>
        <mc:Fallback>
          <p:sp>
            <p:nvSpPr>
              <p:cNvPr id="4" name="对象 3"/>
              <p:cNvSpPr txBox="1">
                <a:spLocks noRot="1" noChangeAspect="1" noMove="1" noResize="1" noEditPoints="1" noAdjustHandles="1" noChangeArrowheads="1" noChangeShapeType="1" noTextEdit="1"/>
              </p:cNvSpPr>
              <p:nvPr/>
            </p:nvSpPr>
            <p:spPr>
              <a:xfrm>
                <a:off x="3240087" y="2041625"/>
                <a:ext cx="5965227" cy="431800"/>
              </a:xfrm>
              <a:prstGeom prst="rect">
                <a:avLst/>
              </a:prstGeom>
              <a:blipFill rotWithShape="1">
                <a:blip r:embed="rId1"/>
                <a:stretch>
                  <a:fillRect l="-5" t="-23" r="6" b="-6742"/>
                </a:stretch>
              </a:blipFill>
            </p:spPr>
            <p:txBody>
              <a:bodyPr/>
              <a:lstStyle/>
              <a:p>
                <a:r>
                  <a:rPr lang="zh-CN" altLang="en-US">
                    <a:noFill/>
                  </a:rPr>
                  <a:t> </a:t>
                </a:r>
              </a:p>
            </p:txBody>
          </p:sp>
        </mc:Fallback>
      </mc:AlternateContent>
      <p:sp>
        <p:nvSpPr>
          <p:cNvPr id="6" name="Rectangle 2"/>
          <p:cNvSpPr txBox="1">
            <a:spLocks noChangeArrowheads="1"/>
          </p:cNvSpPr>
          <p:nvPr/>
        </p:nvSpPr>
        <p:spPr>
          <a:xfrm>
            <a:off x="1651202" y="1311704"/>
            <a:ext cx="3134158" cy="576287"/>
          </a:xfrm>
          <a:prstGeom prst="rect">
            <a:avLst/>
          </a:prstGeom>
          <a:ln w="28575">
            <a:noFill/>
            <a:prstDash val="dashDot"/>
          </a:ln>
        </p:spPr>
        <p:txBody>
          <a:bodyPr vert="horz" lIns="91440" tIns="45720" rIns="91440" bIns="45720" rtlCol="0" anchor="ctr">
            <a:noAutofit/>
          </a:bodyPr>
          <a:lstStyle>
            <a:lvl1pPr algn="l" defTabSz="914400" rtl="0" eaLnBrk="1" latinLnBrk="0" hangingPunct="1">
              <a:lnSpc>
                <a:spcPct val="90000"/>
              </a:lnSpc>
              <a:spcBef>
                <a:spcPct val="0"/>
              </a:spcBef>
              <a:buNone/>
              <a:defRPr sz="2800" b="1" kern="1200">
                <a:solidFill>
                  <a:schemeClr val="tx1"/>
                </a:solidFill>
                <a:latin typeface="+mj-lt"/>
                <a:ea typeface="+mj-ea"/>
                <a:cs typeface="+mj-cs"/>
              </a:defRPr>
            </a:lvl1pPr>
          </a:lstStyle>
          <a:p>
            <a:pPr>
              <a:lnSpc>
                <a:spcPct val="100000"/>
              </a:lnSpc>
              <a:spcBef>
                <a:spcPct val="50000"/>
              </a:spcBef>
            </a:pPr>
            <a:r>
              <a:rPr kumimoji="1" lang="en-US" altLang="zh-CN" dirty="0">
                <a:solidFill>
                  <a:srgbClr val="04926A"/>
                </a:solidFill>
                <a:latin typeface="微软雅黑" panose="020B0503020204020204" pitchFamily="34" charset="-122"/>
                <a:ea typeface="微软雅黑" panose="020B0503020204020204" pitchFamily="34" charset="-122"/>
                <a:cs typeface="+mn-cs"/>
              </a:rPr>
              <a:t>1. </a:t>
            </a:r>
            <a:r>
              <a:rPr kumimoji="1" lang="zh-CN" altLang="en-US" dirty="0">
                <a:solidFill>
                  <a:srgbClr val="04926A"/>
                </a:solidFill>
                <a:latin typeface="微软雅黑" panose="020B0503020204020204" pitchFamily="34" charset="-122"/>
                <a:ea typeface="微软雅黑" panose="020B0503020204020204" pitchFamily="34" charset="-122"/>
                <a:cs typeface="+mn-cs"/>
              </a:rPr>
              <a:t>二元函数的增量</a:t>
            </a:r>
            <a:endParaRPr kumimoji="1" lang="en-US" altLang="zh-CN" dirty="0">
              <a:solidFill>
                <a:srgbClr val="04926A"/>
              </a:solidFill>
              <a:latin typeface="微软雅黑" panose="020B0503020204020204" pitchFamily="34" charset="-122"/>
              <a:ea typeface="微软雅黑" panose="020B0503020204020204" pitchFamily="34" charset="-122"/>
              <a:cs typeface="+mn-cs"/>
            </a:endParaRPr>
          </a:p>
        </p:txBody>
      </p:sp>
      <mc:AlternateContent xmlns:mc="http://schemas.openxmlformats.org/markup-compatibility/2006">
        <mc:Choice xmlns:a14="http://schemas.microsoft.com/office/drawing/2010/main" Requires="a14">
          <p:sp>
            <p:nvSpPr>
              <p:cNvPr id="7" name="Object 5"/>
              <p:cNvSpPr txBox="1"/>
              <p:nvPr/>
            </p:nvSpPr>
            <p:spPr bwMode="auto">
              <a:xfrm>
                <a:off x="3240087" y="2695500"/>
                <a:ext cx="4941945" cy="431800"/>
              </a:xfrm>
              <a:prstGeom prst="rect">
                <a:avLst/>
              </a:prstGeom>
              <a:noFill/>
              <a:ln>
                <a:noFill/>
              </a:ln>
              <a:effectLst/>
            </p:spPr>
            <p:txBody>
              <a:bodyPr>
                <a:noAutofit/>
              </a:bodyPr>
              <a:lstStyle/>
              <a:p>
                <a14:m>
                  <m:oMathPara xmlns:m="http://schemas.openxmlformats.org/officeDocument/2006/math">
                    <m:oMathParaPr>
                      <m:jc m:val="left"/>
                    </m:oMathParaPr>
                    <m:oMath xmlns:m="http://schemas.openxmlformats.org/officeDocument/2006/math">
                      <m:r>
                        <a:rPr kumimoji="1" lang="zh-CN" altLang="en-US" sz="2800">
                          <a:solidFill>
                            <a:schemeClr val="tx1">
                              <a:lumMod val="95000"/>
                              <a:lumOff val="5000"/>
                            </a:schemeClr>
                          </a:solidFill>
                          <a:latin typeface="Cambria Math" panose="02040503050406030204" charset="0"/>
                          <a:ea typeface="黑体" panose="02010609060101010101" pitchFamily="49" charset="-122"/>
                        </a:rPr>
                        <m:t>𝑓</m:t>
                      </m:r>
                      <m:r>
                        <a:rPr kumimoji="1" lang="zh-CN" altLang="en-US" sz="2800">
                          <a:solidFill>
                            <a:schemeClr val="tx1">
                              <a:lumMod val="95000"/>
                              <a:lumOff val="5000"/>
                            </a:schemeClr>
                          </a:solidFill>
                          <a:latin typeface="Cambria Math" panose="02040503050406030204" charset="0"/>
                          <a:ea typeface="黑体" panose="02010609060101010101" pitchFamily="49" charset="-122"/>
                        </a:rPr>
                        <m:t>(</m:t>
                      </m:r>
                      <m:sSub>
                        <m:sSubPr>
                          <m:ctrlPr>
                            <a:rPr kumimoji="1" lang="zh-CN" altLang="en-US" sz="2800" i="1">
                              <a:solidFill>
                                <a:schemeClr val="tx1">
                                  <a:lumMod val="95000"/>
                                  <a:lumOff val="5000"/>
                                </a:schemeClr>
                              </a:solidFill>
                              <a:latin typeface="Cambria Math" panose="02040503050406030204" charset="0"/>
                              <a:ea typeface="黑体" panose="02010609060101010101" pitchFamily="49" charset="-122"/>
                            </a:rPr>
                          </m:ctrlPr>
                        </m:sSubPr>
                        <m:e>
                          <m:r>
                            <a:rPr kumimoji="1" lang="zh-CN" altLang="en-US" sz="2800">
                              <a:solidFill>
                                <a:schemeClr val="tx1">
                                  <a:lumMod val="95000"/>
                                  <a:lumOff val="5000"/>
                                </a:schemeClr>
                              </a:solidFill>
                              <a:latin typeface="Cambria Math" panose="02040503050406030204" charset="0"/>
                              <a:ea typeface="黑体" panose="02010609060101010101" pitchFamily="49" charset="-122"/>
                            </a:rPr>
                            <m:t>𝑥</m:t>
                          </m:r>
                        </m:e>
                        <m:sub>
                          <m:r>
                            <a:rPr kumimoji="1" lang="zh-CN" altLang="en-US" sz="2800">
                              <a:solidFill>
                                <a:schemeClr val="tx1">
                                  <a:lumMod val="95000"/>
                                  <a:lumOff val="5000"/>
                                </a:schemeClr>
                              </a:solidFill>
                              <a:latin typeface="Cambria Math" panose="02040503050406030204" charset="0"/>
                              <a:ea typeface="黑体" panose="02010609060101010101" pitchFamily="49" charset="-122"/>
                            </a:rPr>
                            <m:t>0</m:t>
                          </m:r>
                        </m:sub>
                      </m:sSub>
                      <m:r>
                        <a:rPr kumimoji="1" lang="zh-CN" altLang="en-US" sz="2800">
                          <a:solidFill>
                            <a:schemeClr val="tx1">
                              <a:lumMod val="95000"/>
                              <a:lumOff val="5000"/>
                            </a:schemeClr>
                          </a:solidFill>
                          <a:latin typeface="Cambria Math" panose="02040503050406030204" charset="0"/>
                          <a:ea typeface="黑体" panose="02010609060101010101" pitchFamily="49" charset="-122"/>
                        </a:rPr>
                        <m:t>+</m:t>
                      </m:r>
                      <m:r>
                        <m:rPr>
                          <m:sty m:val="p"/>
                        </m:rPr>
                        <a:rPr kumimoji="1" lang="zh-CN" altLang="en-US" sz="2800">
                          <a:solidFill>
                            <a:schemeClr val="tx1">
                              <a:lumMod val="95000"/>
                              <a:lumOff val="5000"/>
                            </a:schemeClr>
                          </a:solidFill>
                          <a:latin typeface="Cambria Math" panose="02040503050406030204" charset="0"/>
                          <a:ea typeface="黑体" panose="02010609060101010101" pitchFamily="49" charset="-122"/>
                        </a:rPr>
                        <m:t>Δ</m:t>
                      </m:r>
                      <m:r>
                        <a:rPr kumimoji="1" lang="zh-CN" altLang="en-US" sz="2800">
                          <a:solidFill>
                            <a:schemeClr val="tx1">
                              <a:lumMod val="95000"/>
                              <a:lumOff val="5000"/>
                            </a:schemeClr>
                          </a:solidFill>
                          <a:latin typeface="Cambria Math" panose="02040503050406030204" charset="0"/>
                          <a:ea typeface="黑体" panose="02010609060101010101" pitchFamily="49" charset="-122"/>
                        </a:rPr>
                        <m:t>​</m:t>
                      </m:r>
                      <m:r>
                        <a:rPr kumimoji="1" lang="zh-CN" altLang="en-US" sz="2800">
                          <a:solidFill>
                            <a:schemeClr val="tx1">
                              <a:lumMod val="95000"/>
                              <a:lumOff val="5000"/>
                            </a:schemeClr>
                          </a:solidFill>
                          <a:latin typeface="Cambria Math" panose="02040503050406030204" charset="0"/>
                          <a:ea typeface="黑体" panose="02010609060101010101" pitchFamily="49" charset="-122"/>
                        </a:rPr>
                        <m:t>𝑥</m:t>
                      </m:r>
                      <m:r>
                        <a:rPr kumimoji="1" lang="zh-CN" altLang="en-US" sz="2800">
                          <a:solidFill>
                            <a:schemeClr val="tx1">
                              <a:lumMod val="95000"/>
                              <a:lumOff val="5000"/>
                            </a:schemeClr>
                          </a:solidFill>
                          <a:latin typeface="Cambria Math" panose="02040503050406030204" charset="0"/>
                          <a:ea typeface="黑体" panose="02010609060101010101" pitchFamily="49" charset="-122"/>
                        </a:rPr>
                        <m:t>)−</m:t>
                      </m:r>
                      <m:r>
                        <a:rPr kumimoji="1" lang="zh-CN" altLang="en-US" sz="2800">
                          <a:solidFill>
                            <a:schemeClr val="tx1">
                              <a:lumMod val="95000"/>
                              <a:lumOff val="5000"/>
                            </a:schemeClr>
                          </a:solidFill>
                          <a:latin typeface="Cambria Math" panose="02040503050406030204" charset="0"/>
                          <a:ea typeface="黑体" panose="02010609060101010101" pitchFamily="49" charset="-122"/>
                        </a:rPr>
                        <m:t>𝑓</m:t>
                      </m:r>
                      <m:r>
                        <a:rPr kumimoji="1" lang="zh-CN" altLang="en-US" sz="2800">
                          <a:solidFill>
                            <a:schemeClr val="tx1">
                              <a:lumMod val="95000"/>
                              <a:lumOff val="5000"/>
                            </a:schemeClr>
                          </a:solidFill>
                          <a:latin typeface="Cambria Math" panose="02040503050406030204" charset="0"/>
                          <a:ea typeface="黑体" panose="02010609060101010101" pitchFamily="49" charset="-122"/>
                        </a:rPr>
                        <m:t>(</m:t>
                      </m:r>
                      <m:r>
                        <a:rPr kumimoji="1" lang="zh-CN" altLang="en-US" sz="2800">
                          <a:solidFill>
                            <a:schemeClr val="tx1">
                              <a:lumMod val="95000"/>
                              <a:lumOff val="5000"/>
                            </a:schemeClr>
                          </a:solidFill>
                          <a:latin typeface="Cambria Math" panose="02040503050406030204" charset="0"/>
                          <a:ea typeface="黑体" panose="02010609060101010101" pitchFamily="49" charset="-122"/>
                        </a:rPr>
                        <m:t>𝑥</m:t>
                      </m:r>
                      <m:r>
                        <a:rPr kumimoji="1" lang="zh-CN" altLang="en-US" sz="2800">
                          <a:solidFill>
                            <a:schemeClr val="tx1">
                              <a:lumMod val="95000"/>
                              <a:lumOff val="5000"/>
                            </a:schemeClr>
                          </a:solidFill>
                          <a:latin typeface="Cambria Math" panose="02040503050406030204" charset="0"/>
                          <a:ea typeface="黑体" panose="02010609060101010101" pitchFamily="49" charset="-122"/>
                        </a:rPr>
                        <m:t>)≈</m:t>
                      </m:r>
                      <m:sSup>
                        <m:sSupPr>
                          <m:ctrlPr>
                            <a:rPr kumimoji="1" lang="zh-CN" altLang="en-US" sz="2800" i="1">
                              <a:solidFill>
                                <a:schemeClr val="tx1">
                                  <a:lumMod val="95000"/>
                                  <a:lumOff val="5000"/>
                                </a:schemeClr>
                              </a:solidFill>
                              <a:latin typeface="Cambria Math" panose="02040503050406030204" charset="0"/>
                              <a:ea typeface="黑体" panose="02010609060101010101" pitchFamily="49" charset="-122"/>
                            </a:rPr>
                          </m:ctrlPr>
                        </m:sSupPr>
                        <m:e>
                          <m:r>
                            <a:rPr kumimoji="1" lang="zh-CN" altLang="en-US" sz="2800">
                              <a:solidFill>
                                <a:schemeClr val="tx1">
                                  <a:lumMod val="95000"/>
                                  <a:lumOff val="5000"/>
                                </a:schemeClr>
                              </a:solidFill>
                              <a:latin typeface="Cambria Math" panose="02040503050406030204" charset="0"/>
                              <a:ea typeface="黑体" panose="02010609060101010101" pitchFamily="49" charset="-122"/>
                            </a:rPr>
                            <m:t>𝑓</m:t>
                          </m:r>
                        </m:e>
                        <m:sup>
                          <m:r>
                            <a:rPr kumimoji="1" lang="zh-CN" altLang="en-US" sz="2800">
                              <a:solidFill>
                                <a:schemeClr val="tx1">
                                  <a:lumMod val="95000"/>
                                  <a:lumOff val="5000"/>
                                </a:schemeClr>
                              </a:solidFill>
                              <a:latin typeface="Cambria Math" panose="02040503050406030204" charset="0"/>
                              <a:ea typeface="黑体" panose="02010609060101010101" pitchFamily="49" charset="-122"/>
                            </a:rPr>
                            <m:t>′</m:t>
                          </m:r>
                        </m:sup>
                      </m:sSup>
                      <m:r>
                        <a:rPr kumimoji="1" lang="zh-CN" altLang="en-US" sz="2800">
                          <a:solidFill>
                            <a:schemeClr val="tx1">
                              <a:lumMod val="95000"/>
                              <a:lumOff val="5000"/>
                            </a:schemeClr>
                          </a:solidFill>
                          <a:latin typeface="Cambria Math" panose="02040503050406030204" charset="0"/>
                          <a:ea typeface="黑体" panose="02010609060101010101" pitchFamily="49" charset="-122"/>
                        </a:rPr>
                        <m:t>(</m:t>
                      </m:r>
                      <m:sSub>
                        <m:sSubPr>
                          <m:ctrlPr>
                            <a:rPr kumimoji="1" lang="zh-CN" altLang="en-US" sz="2800" i="1">
                              <a:solidFill>
                                <a:schemeClr val="tx1">
                                  <a:lumMod val="95000"/>
                                  <a:lumOff val="5000"/>
                                </a:schemeClr>
                              </a:solidFill>
                              <a:latin typeface="Cambria Math" panose="02040503050406030204" charset="0"/>
                              <a:ea typeface="黑体" panose="02010609060101010101" pitchFamily="49" charset="-122"/>
                            </a:rPr>
                          </m:ctrlPr>
                        </m:sSubPr>
                        <m:e>
                          <m:r>
                            <a:rPr kumimoji="1" lang="zh-CN" altLang="en-US" sz="2800">
                              <a:solidFill>
                                <a:schemeClr val="tx1">
                                  <a:lumMod val="95000"/>
                                  <a:lumOff val="5000"/>
                                </a:schemeClr>
                              </a:solidFill>
                              <a:latin typeface="Cambria Math" panose="02040503050406030204" charset="0"/>
                              <a:ea typeface="黑体" panose="02010609060101010101" pitchFamily="49" charset="-122"/>
                            </a:rPr>
                            <m:t>𝑥</m:t>
                          </m:r>
                        </m:e>
                        <m:sub>
                          <m:r>
                            <a:rPr kumimoji="1" lang="zh-CN" altLang="en-US" sz="2800">
                              <a:solidFill>
                                <a:schemeClr val="tx1">
                                  <a:lumMod val="95000"/>
                                  <a:lumOff val="5000"/>
                                </a:schemeClr>
                              </a:solidFill>
                              <a:latin typeface="Cambria Math" panose="02040503050406030204" charset="0"/>
                              <a:ea typeface="黑体" panose="02010609060101010101" pitchFamily="49" charset="-122"/>
                            </a:rPr>
                            <m:t>0</m:t>
                          </m:r>
                        </m:sub>
                      </m:sSub>
                      <m:r>
                        <a:rPr kumimoji="1" lang="zh-CN" altLang="en-US" sz="2800">
                          <a:solidFill>
                            <a:schemeClr val="tx1">
                              <a:lumMod val="95000"/>
                              <a:lumOff val="5000"/>
                            </a:schemeClr>
                          </a:solidFill>
                          <a:latin typeface="Cambria Math" panose="02040503050406030204" charset="0"/>
                          <a:ea typeface="黑体" panose="02010609060101010101" pitchFamily="49" charset="-122"/>
                        </a:rPr>
                        <m:t>)</m:t>
                      </m:r>
                      <m:r>
                        <m:rPr>
                          <m:sty m:val="p"/>
                        </m:rPr>
                        <a:rPr kumimoji="1" lang="zh-CN" altLang="en-US" sz="2800">
                          <a:solidFill>
                            <a:schemeClr val="tx1">
                              <a:lumMod val="95000"/>
                              <a:lumOff val="5000"/>
                            </a:schemeClr>
                          </a:solidFill>
                          <a:latin typeface="Cambria Math" panose="02040503050406030204" charset="0"/>
                          <a:ea typeface="黑体" panose="02010609060101010101" pitchFamily="49" charset="-122"/>
                        </a:rPr>
                        <m:t>Δ</m:t>
                      </m:r>
                      <m:r>
                        <a:rPr kumimoji="1" lang="zh-CN" altLang="en-US" sz="2800">
                          <a:solidFill>
                            <a:schemeClr val="tx1">
                              <a:lumMod val="95000"/>
                              <a:lumOff val="5000"/>
                            </a:schemeClr>
                          </a:solidFill>
                          <a:latin typeface="Cambria Math" panose="02040503050406030204" charset="0"/>
                          <a:ea typeface="黑体" panose="02010609060101010101" pitchFamily="49" charset="-122"/>
                        </a:rPr>
                        <m:t>𝑦</m:t>
                      </m:r>
                    </m:oMath>
                  </m:oMathPara>
                </a14:m>
                <a:endParaRPr kumimoji="1" lang="zh-CN" altLang="en-US" sz="2800" dirty="0">
                  <a:solidFill>
                    <a:schemeClr val="tx1">
                      <a:lumMod val="95000"/>
                      <a:lumOff val="5000"/>
                    </a:schemeClr>
                  </a:solidFill>
                  <a:latin typeface="Cambria Math" panose="02040503050406030204" charset="0"/>
                  <a:ea typeface="黑体" panose="02010609060101010101" pitchFamily="49" charset="-122"/>
                </a:endParaRPr>
              </a:p>
            </p:txBody>
          </p:sp>
        </mc:Choice>
        <mc:Fallback>
          <p:sp>
            <p:nvSpPr>
              <p:cNvPr id="7" name="Object 5"/>
              <p:cNvSpPr txBox="1">
                <a:spLocks noRot="1" noChangeAspect="1" noMove="1" noResize="1" noEditPoints="1" noAdjustHandles="1" noChangeArrowheads="1" noChangeShapeType="1" noTextEdit="1"/>
              </p:cNvSpPr>
              <p:nvPr/>
            </p:nvSpPr>
            <p:spPr bwMode="auto">
              <a:xfrm>
                <a:off x="3240087" y="2695500"/>
                <a:ext cx="4941945" cy="431800"/>
              </a:xfrm>
              <a:prstGeom prst="rect">
                <a:avLst/>
              </a:prstGeom>
              <a:blipFill rotWithShape="1">
                <a:blip r:embed="rId2"/>
                <a:stretch>
                  <a:fillRect l="-6" t="-130" r="1" b="-9282"/>
                </a:stretch>
              </a:blipFill>
              <a:ln>
                <a:noFill/>
              </a:ln>
              <a:effectLst/>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8" name="对象 7"/>
              <p:cNvSpPr txBox="1"/>
              <p:nvPr/>
            </p:nvSpPr>
            <p:spPr>
              <a:xfrm>
                <a:off x="3240087" y="3532676"/>
                <a:ext cx="2341898" cy="431800"/>
              </a:xfrm>
              <a:prstGeom prst="rect">
                <a:avLst/>
              </a:prstGeom>
            </p:spPr>
            <p:txBody>
              <a:bodyPr>
                <a:noAutofit/>
              </a:bodyPr>
              <a:lstStyle/>
              <a:p>
                <a14:m>
                  <m:oMathPara xmlns:m="http://schemas.openxmlformats.org/officeDocument/2006/math">
                    <m:oMathParaPr>
                      <m:jc m:val="left"/>
                    </m:oMathParaPr>
                    <m:oMath xmlns:m="http://schemas.openxmlformats.org/officeDocument/2006/math">
                      <m:r>
                        <a:rPr kumimoji="1" lang="zh-CN" altLang="en-US" sz="2800">
                          <a:solidFill>
                            <a:schemeClr val="tx1">
                              <a:lumMod val="95000"/>
                              <a:lumOff val="5000"/>
                            </a:schemeClr>
                          </a:solidFill>
                          <a:latin typeface="Cambria Math" panose="02040503050406030204" charset="0"/>
                          <a:ea typeface="黑体" panose="02010609060101010101" pitchFamily="49" charset="-122"/>
                        </a:rPr>
                        <m:t>设</m:t>
                      </m:r>
                      <m:r>
                        <a:rPr kumimoji="1" lang="zh-CN" altLang="en-US" sz="2800">
                          <a:solidFill>
                            <a:schemeClr val="tx1">
                              <a:lumMod val="95000"/>
                              <a:lumOff val="5000"/>
                            </a:schemeClr>
                          </a:solidFill>
                          <a:latin typeface="Cambria Math" panose="02040503050406030204" charset="0"/>
                          <a:ea typeface="黑体" panose="02010609060101010101" pitchFamily="49" charset="-122"/>
                        </a:rPr>
                        <m:t>𝑧</m:t>
                      </m:r>
                      <m:r>
                        <a:rPr kumimoji="1" lang="zh-CN" altLang="en-US" sz="2800">
                          <a:solidFill>
                            <a:schemeClr val="tx1">
                              <a:lumMod val="95000"/>
                              <a:lumOff val="5000"/>
                            </a:schemeClr>
                          </a:solidFill>
                          <a:latin typeface="Cambria Math" panose="02040503050406030204" charset="0"/>
                          <a:ea typeface="黑体" panose="02010609060101010101" pitchFamily="49" charset="-122"/>
                        </a:rPr>
                        <m:t>=</m:t>
                      </m:r>
                      <m:r>
                        <a:rPr kumimoji="1" lang="zh-CN" altLang="en-US" sz="2800">
                          <a:solidFill>
                            <a:schemeClr val="tx1">
                              <a:lumMod val="95000"/>
                              <a:lumOff val="5000"/>
                            </a:schemeClr>
                          </a:solidFill>
                          <a:latin typeface="Cambria Math" panose="02040503050406030204" charset="0"/>
                          <a:ea typeface="黑体" panose="02010609060101010101" pitchFamily="49" charset="-122"/>
                        </a:rPr>
                        <m:t>𝑓</m:t>
                      </m:r>
                      <m:r>
                        <a:rPr kumimoji="1" lang="zh-CN" altLang="en-US" sz="2800">
                          <a:solidFill>
                            <a:schemeClr val="tx1">
                              <a:lumMod val="95000"/>
                              <a:lumOff val="5000"/>
                            </a:schemeClr>
                          </a:solidFill>
                          <a:latin typeface="Cambria Math" panose="02040503050406030204" charset="0"/>
                          <a:ea typeface="黑体" panose="02010609060101010101" pitchFamily="49" charset="-122"/>
                        </a:rPr>
                        <m:t>(</m:t>
                      </m:r>
                      <m:r>
                        <a:rPr kumimoji="1" lang="zh-CN" altLang="en-US" sz="2800">
                          <a:solidFill>
                            <a:schemeClr val="tx1">
                              <a:lumMod val="95000"/>
                              <a:lumOff val="5000"/>
                            </a:schemeClr>
                          </a:solidFill>
                          <a:latin typeface="Cambria Math" panose="02040503050406030204" charset="0"/>
                          <a:ea typeface="黑体" panose="02010609060101010101" pitchFamily="49" charset="-122"/>
                        </a:rPr>
                        <m:t>𝑥</m:t>
                      </m:r>
                      <m:r>
                        <a:rPr kumimoji="1" lang="zh-CN" altLang="en-US" sz="2800">
                          <a:solidFill>
                            <a:schemeClr val="tx1">
                              <a:lumMod val="95000"/>
                              <a:lumOff val="5000"/>
                            </a:schemeClr>
                          </a:solidFill>
                          <a:latin typeface="Cambria Math" panose="02040503050406030204" charset="0"/>
                          <a:ea typeface="黑体" panose="02010609060101010101" pitchFamily="49" charset="-122"/>
                        </a:rPr>
                        <m:t>,</m:t>
                      </m:r>
                      <m:r>
                        <a:rPr kumimoji="1" lang="zh-CN" altLang="en-US" sz="2800">
                          <a:solidFill>
                            <a:schemeClr val="tx1">
                              <a:lumMod val="95000"/>
                              <a:lumOff val="5000"/>
                            </a:schemeClr>
                          </a:solidFill>
                          <a:latin typeface="Cambria Math" panose="02040503050406030204" charset="0"/>
                          <a:ea typeface="黑体" panose="02010609060101010101" pitchFamily="49" charset="-122"/>
                        </a:rPr>
                        <m:t>𝑦</m:t>
                      </m:r>
                      <m:r>
                        <a:rPr kumimoji="1" lang="zh-CN" altLang="en-US" sz="2800">
                          <a:solidFill>
                            <a:schemeClr val="tx1">
                              <a:lumMod val="95000"/>
                              <a:lumOff val="5000"/>
                            </a:schemeClr>
                          </a:solidFill>
                          <a:latin typeface="Cambria Math" panose="02040503050406030204" charset="0"/>
                          <a:ea typeface="黑体" panose="02010609060101010101" pitchFamily="49" charset="-122"/>
                        </a:rPr>
                        <m:t>)</m:t>
                      </m:r>
                      <m:r>
                        <a:rPr kumimoji="1" lang="en-US" altLang="zh-CN" sz="2800" i="1" dirty="0">
                          <a:latin typeface="Cambria Math" panose="02040503050406030204" charset="0"/>
                          <a:ea typeface="黑体" panose="02010609060101010101" pitchFamily="49" charset="-122"/>
                          <a:cs typeface="Cambria Math" panose="02040503050406030204" charset="0"/>
                        </a:rPr>
                        <m:t>,</m:t>
                      </m:r>
                    </m:oMath>
                  </m:oMathPara>
                </a14:m>
                <a:endParaRPr kumimoji="1" lang="zh-CN" altLang="en-US" sz="2800" dirty="0">
                  <a:solidFill>
                    <a:schemeClr val="tx1">
                      <a:lumMod val="95000"/>
                      <a:lumOff val="5000"/>
                    </a:schemeClr>
                  </a:solidFill>
                  <a:latin typeface="Cambria Math" panose="02040503050406030204" charset="0"/>
                  <a:ea typeface="黑体" panose="02010609060101010101" pitchFamily="49" charset="-122"/>
                </a:endParaRPr>
              </a:p>
            </p:txBody>
          </p:sp>
        </mc:Choice>
        <mc:Fallback>
          <p:sp>
            <p:nvSpPr>
              <p:cNvPr id="8" name="对象 7"/>
              <p:cNvSpPr txBox="1">
                <a:spLocks noRot="1" noChangeAspect="1" noMove="1" noResize="1" noEditPoints="1" noAdjustHandles="1" noChangeArrowheads="1" noChangeShapeType="1" noTextEdit="1"/>
              </p:cNvSpPr>
              <p:nvPr/>
            </p:nvSpPr>
            <p:spPr>
              <a:xfrm>
                <a:off x="3240087" y="3532676"/>
                <a:ext cx="2341898" cy="431800"/>
              </a:xfrm>
              <a:prstGeom prst="rect">
                <a:avLst/>
              </a:prstGeom>
              <a:blipFill rotWithShape="1">
                <a:blip r:embed="rId3"/>
                <a:stretch>
                  <a:fillRect l="-14" t="-40" r="14" b="-17019"/>
                </a:stretch>
              </a:blipFill>
            </p:spPr>
            <p:txBody>
              <a:bodyPr/>
              <a:lstStyle/>
              <a:p>
                <a:r>
                  <a:rPr lang="zh-CN" altLang="en-US">
                    <a:noFill/>
                  </a:rPr>
                  <a:t> </a:t>
                </a:r>
              </a:p>
            </p:txBody>
          </p:sp>
        </mc:Fallback>
      </mc:AlternateContent>
      <p:grpSp>
        <p:nvGrpSpPr>
          <p:cNvPr id="19" name="组合 18"/>
          <p:cNvGrpSpPr/>
          <p:nvPr/>
        </p:nvGrpSpPr>
        <p:grpSpPr>
          <a:xfrm>
            <a:off x="2152852" y="2074246"/>
            <a:ext cx="1231265" cy="449580"/>
            <a:chOff x="1553" y="3802"/>
            <a:chExt cx="1939" cy="708"/>
          </a:xfrm>
        </p:grpSpPr>
        <p:sp>
          <p:nvSpPr>
            <p:cNvPr id="20" name="圆角矩形 21"/>
            <p:cNvSpPr/>
            <p:nvPr/>
          </p:nvSpPr>
          <p:spPr>
            <a:xfrm>
              <a:off x="1553" y="3803"/>
              <a:ext cx="1506" cy="707"/>
            </a:xfrm>
            <a:prstGeom prst="roundRect">
              <a:avLst/>
            </a:prstGeom>
            <a:solidFill>
              <a:srgbClr val="0492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endParaRPr>
            </a:p>
          </p:txBody>
        </p:sp>
        <p:sp>
          <p:nvSpPr>
            <p:cNvPr id="21" name="Text Box 28"/>
            <p:cNvSpPr txBox="1">
              <a:spLocks noChangeArrowheads="1"/>
            </p:cNvSpPr>
            <p:nvPr/>
          </p:nvSpPr>
          <p:spPr bwMode="auto">
            <a:xfrm>
              <a:off x="1650" y="3802"/>
              <a:ext cx="1842" cy="67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0" tIns="0" bIns="0">
              <a:spAutoFit/>
            </a:bodyPr>
            <a:lstStyle>
              <a:lvl1pPr>
                <a:lnSpc>
                  <a:spcPct val="85000"/>
                </a:lnSpc>
                <a:defRPr kumimoji="1" sz="2800" b="1">
                  <a:solidFill>
                    <a:schemeClr val="tx2"/>
                  </a:solidFill>
                  <a:latin typeface="Times New Roman" panose="02020603050405020304" pitchFamily="18" charset="0"/>
                  <a:ea typeface="楷体_GB2312" pitchFamily="49" charset="-122"/>
                </a:defRPr>
              </a:lvl1pPr>
              <a:lvl2pPr marL="742950" indent="-285750">
                <a:lnSpc>
                  <a:spcPct val="85000"/>
                </a:lnSpc>
                <a:defRPr kumimoji="1" sz="2800" b="1">
                  <a:solidFill>
                    <a:schemeClr val="tx2"/>
                  </a:solidFill>
                  <a:latin typeface="Times New Roman" panose="02020603050405020304" pitchFamily="18" charset="0"/>
                  <a:ea typeface="楷体_GB2312" pitchFamily="49" charset="-122"/>
                </a:defRPr>
              </a:lvl2pPr>
              <a:lvl3pPr marL="1143000" indent="-228600">
                <a:lnSpc>
                  <a:spcPct val="85000"/>
                </a:lnSpc>
                <a:defRPr kumimoji="1" sz="2800" b="1">
                  <a:solidFill>
                    <a:schemeClr val="tx2"/>
                  </a:solidFill>
                  <a:latin typeface="Times New Roman" panose="02020603050405020304" pitchFamily="18" charset="0"/>
                  <a:ea typeface="楷体_GB2312" pitchFamily="49" charset="-122"/>
                </a:defRPr>
              </a:lvl3pPr>
              <a:lvl4pPr marL="1600200" indent="-228600">
                <a:lnSpc>
                  <a:spcPct val="85000"/>
                </a:lnSpc>
                <a:defRPr kumimoji="1" sz="2800" b="1">
                  <a:solidFill>
                    <a:schemeClr val="tx2"/>
                  </a:solidFill>
                  <a:latin typeface="Times New Roman" panose="02020603050405020304" pitchFamily="18" charset="0"/>
                  <a:ea typeface="楷体_GB2312" pitchFamily="49" charset="-122"/>
                </a:defRPr>
              </a:lvl4pPr>
              <a:lvl5pPr marL="2057400" indent="-228600">
                <a:lnSpc>
                  <a:spcPct val="85000"/>
                </a:lnSpc>
                <a:defRPr kumimoji="1" sz="2800" b="1">
                  <a:solidFill>
                    <a:schemeClr val="tx2"/>
                  </a:solidFill>
                  <a:latin typeface="Times New Roman" panose="02020603050405020304" pitchFamily="18" charset="0"/>
                  <a:ea typeface="楷体_GB2312" pitchFamily="49" charset="-122"/>
                </a:defRPr>
              </a:lvl5pPr>
              <a:lvl6pPr marL="2514600" indent="-228600" eaLnBrk="0" fontAlgn="base" hangingPunct="0">
                <a:lnSpc>
                  <a:spcPct val="85000"/>
                </a:lnSpc>
                <a:spcBef>
                  <a:spcPct val="0"/>
                </a:spcBef>
                <a:spcAft>
                  <a:spcPct val="0"/>
                </a:spcAft>
                <a:defRPr kumimoji="1" sz="2800" b="1">
                  <a:solidFill>
                    <a:schemeClr val="tx2"/>
                  </a:solidFill>
                  <a:latin typeface="Times New Roman" panose="02020603050405020304" pitchFamily="18" charset="0"/>
                  <a:ea typeface="楷体_GB2312" pitchFamily="49" charset="-122"/>
                </a:defRPr>
              </a:lvl6pPr>
              <a:lvl7pPr marL="2971800" indent="-228600" eaLnBrk="0" fontAlgn="base" hangingPunct="0">
                <a:lnSpc>
                  <a:spcPct val="85000"/>
                </a:lnSpc>
                <a:spcBef>
                  <a:spcPct val="0"/>
                </a:spcBef>
                <a:spcAft>
                  <a:spcPct val="0"/>
                </a:spcAft>
                <a:defRPr kumimoji="1" sz="2800" b="1">
                  <a:solidFill>
                    <a:schemeClr val="tx2"/>
                  </a:solidFill>
                  <a:latin typeface="Times New Roman" panose="02020603050405020304" pitchFamily="18" charset="0"/>
                  <a:ea typeface="楷体_GB2312" pitchFamily="49" charset="-122"/>
                </a:defRPr>
              </a:lvl7pPr>
              <a:lvl8pPr marL="3429000" indent="-228600" eaLnBrk="0" fontAlgn="base" hangingPunct="0">
                <a:lnSpc>
                  <a:spcPct val="85000"/>
                </a:lnSpc>
                <a:spcBef>
                  <a:spcPct val="0"/>
                </a:spcBef>
                <a:spcAft>
                  <a:spcPct val="0"/>
                </a:spcAft>
                <a:defRPr kumimoji="1" sz="2800" b="1">
                  <a:solidFill>
                    <a:schemeClr val="tx2"/>
                  </a:solidFill>
                  <a:latin typeface="Times New Roman" panose="02020603050405020304" pitchFamily="18" charset="0"/>
                  <a:ea typeface="楷体_GB2312" pitchFamily="49" charset="-122"/>
                </a:defRPr>
              </a:lvl8pPr>
              <a:lvl9pPr marL="3886200" indent="-228600" eaLnBrk="0" fontAlgn="base" hangingPunct="0">
                <a:lnSpc>
                  <a:spcPct val="85000"/>
                </a:lnSpc>
                <a:spcBef>
                  <a:spcPct val="0"/>
                </a:spcBef>
                <a:spcAft>
                  <a:spcPct val="0"/>
                </a:spcAft>
                <a:defRPr kumimoji="1" sz="2800" b="1">
                  <a:solidFill>
                    <a:schemeClr val="tx2"/>
                  </a:solidFill>
                  <a:latin typeface="Times New Roman" panose="02020603050405020304" pitchFamily="18" charset="0"/>
                  <a:ea typeface="楷体_GB2312" pitchFamily="49" charset="-122"/>
                </a:defRPr>
              </a:lvl9pPr>
            </a:lstStyle>
            <a:p>
              <a:pPr fontAlgn="base">
                <a:lnSpc>
                  <a:spcPct val="100000"/>
                </a:lnSpc>
                <a:spcBef>
                  <a:spcPct val="50000"/>
                </a:spcBef>
                <a:spcAft>
                  <a:spcPct val="0"/>
                </a:spcAft>
                <a:defRPr/>
              </a:pPr>
              <a:r>
                <a:rPr lang="zh-CN" altLang="en-US" kern="0" dirty="0">
                  <a:solidFill>
                    <a:schemeClr val="bg1"/>
                  </a:solidFill>
                  <a:latin typeface="微软雅黑" panose="020B0503020204020204" pitchFamily="34" charset="-122"/>
                  <a:ea typeface="微软雅黑" panose="020B0503020204020204" pitchFamily="34" charset="-122"/>
                </a:rPr>
                <a:t>回顾：</a:t>
              </a:r>
              <a:endParaRPr lang="zh-CN" altLang="en-US" kern="0" dirty="0">
                <a:solidFill>
                  <a:schemeClr val="bg1"/>
                </a:solidFill>
                <a:latin typeface="微软雅黑" panose="020B0503020204020204" pitchFamily="34" charset="-122"/>
                <a:ea typeface="微软雅黑" panose="020B0503020204020204" pitchFamily="34" charset="-122"/>
              </a:endParaRPr>
            </a:p>
          </p:txBody>
        </p:sp>
      </p:grpSp>
      <mc:AlternateContent xmlns:mc="http://schemas.openxmlformats.org/markup-compatibility/2006">
        <mc:Choice xmlns:a14="http://schemas.microsoft.com/office/drawing/2010/main" Requires="a14">
          <p:sp>
            <p:nvSpPr>
              <p:cNvPr id="25" name="对象 7"/>
              <p:cNvSpPr txBox="1"/>
              <p:nvPr/>
            </p:nvSpPr>
            <p:spPr>
              <a:xfrm>
                <a:off x="3240087" y="4426615"/>
                <a:ext cx="7867986" cy="431800"/>
              </a:xfrm>
              <a:prstGeom prst="rect">
                <a:avLst/>
              </a:prstGeom>
            </p:spPr>
            <p:txBody>
              <a:bodyPr>
                <a:noAutofit/>
              </a:bodyPr>
              <a:lstStyle/>
              <a:p>
                <a14:m>
                  <m:oMathPara xmlns:m="http://schemas.openxmlformats.org/officeDocument/2006/math">
                    <m:oMathParaPr>
                      <m:jc m:val="left"/>
                    </m:oMathParaPr>
                    <m:oMath xmlns:m="http://schemas.openxmlformats.org/officeDocument/2006/math">
                      <m:sSub>
                        <m:sSubPr>
                          <m:ctrlPr>
                            <a:rPr kumimoji="1" lang="zh-CN" altLang="en-US" sz="2800" i="1">
                              <a:solidFill>
                                <a:schemeClr val="tx1">
                                  <a:lumMod val="95000"/>
                                  <a:lumOff val="5000"/>
                                </a:schemeClr>
                              </a:solidFill>
                              <a:latin typeface="Cambria Math" panose="02040503050406030204" charset="0"/>
                              <a:ea typeface="黑体" panose="02010609060101010101" pitchFamily="49" charset="-122"/>
                            </a:rPr>
                          </m:ctrlPr>
                        </m:sSubPr>
                        <m:e>
                          <m:r>
                            <m:rPr>
                              <m:sty m:val="p"/>
                            </m:rPr>
                            <a:rPr kumimoji="1" lang="zh-CN" altLang="en-US" sz="2800">
                              <a:solidFill>
                                <a:schemeClr val="tx1">
                                  <a:lumMod val="95000"/>
                                  <a:lumOff val="5000"/>
                                </a:schemeClr>
                              </a:solidFill>
                              <a:latin typeface="Cambria Math" panose="02040503050406030204" charset="0"/>
                              <a:ea typeface="黑体" panose="02010609060101010101" pitchFamily="49" charset="-122"/>
                            </a:rPr>
                            <m:t>Δ</m:t>
                          </m:r>
                        </m:e>
                        <m:sub>
                          <m:r>
                            <a:rPr kumimoji="1" lang="zh-CN" altLang="en-US" sz="2800">
                              <a:solidFill>
                                <a:schemeClr val="tx1">
                                  <a:lumMod val="95000"/>
                                  <a:lumOff val="5000"/>
                                </a:schemeClr>
                              </a:solidFill>
                              <a:latin typeface="Cambria Math" panose="02040503050406030204" charset="0"/>
                              <a:ea typeface="黑体" panose="02010609060101010101" pitchFamily="49" charset="-122"/>
                            </a:rPr>
                            <m:t>𝑥</m:t>
                          </m:r>
                        </m:sub>
                      </m:sSub>
                      <m:r>
                        <a:rPr kumimoji="1" lang="zh-CN" altLang="en-US" sz="2800">
                          <a:solidFill>
                            <a:schemeClr val="tx1">
                              <a:lumMod val="95000"/>
                              <a:lumOff val="5000"/>
                            </a:schemeClr>
                          </a:solidFill>
                          <a:latin typeface="Cambria Math" panose="02040503050406030204" charset="0"/>
                          <a:ea typeface="黑体" panose="02010609060101010101" pitchFamily="49" charset="-122"/>
                        </a:rPr>
                        <m:t>𝑧</m:t>
                      </m:r>
                      <m:r>
                        <a:rPr kumimoji="1" lang="zh-CN" altLang="en-US" sz="2800">
                          <a:solidFill>
                            <a:schemeClr val="tx1">
                              <a:lumMod val="95000"/>
                              <a:lumOff val="5000"/>
                            </a:schemeClr>
                          </a:solidFill>
                          <a:latin typeface="Cambria Math" panose="02040503050406030204" charset="0"/>
                          <a:ea typeface="黑体" panose="02010609060101010101" pitchFamily="49" charset="-122"/>
                        </a:rPr>
                        <m:t>=</m:t>
                      </m:r>
                      <m:r>
                        <a:rPr kumimoji="1" lang="zh-CN" altLang="en-US" sz="2800">
                          <a:solidFill>
                            <a:schemeClr val="tx1">
                              <a:lumMod val="95000"/>
                              <a:lumOff val="5000"/>
                            </a:schemeClr>
                          </a:solidFill>
                          <a:latin typeface="Cambria Math" panose="02040503050406030204" charset="0"/>
                          <a:ea typeface="黑体" panose="02010609060101010101" pitchFamily="49" charset="-122"/>
                        </a:rPr>
                        <m:t>𝑓</m:t>
                      </m:r>
                      <m:r>
                        <a:rPr kumimoji="1" lang="zh-CN" altLang="en-US" sz="2800">
                          <a:solidFill>
                            <a:schemeClr val="tx1">
                              <a:lumMod val="95000"/>
                              <a:lumOff val="5000"/>
                            </a:schemeClr>
                          </a:solidFill>
                          <a:latin typeface="Cambria Math" panose="02040503050406030204" charset="0"/>
                          <a:ea typeface="黑体" panose="02010609060101010101" pitchFamily="49" charset="-122"/>
                        </a:rPr>
                        <m:t>(</m:t>
                      </m:r>
                      <m:r>
                        <a:rPr kumimoji="1" lang="zh-CN" altLang="en-US" sz="2800">
                          <a:solidFill>
                            <a:schemeClr val="tx1">
                              <a:lumMod val="95000"/>
                              <a:lumOff val="5000"/>
                            </a:schemeClr>
                          </a:solidFill>
                          <a:latin typeface="Cambria Math" panose="02040503050406030204" charset="0"/>
                          <a:ea typeface="黑体" panose="02010609060101010101" pitchFamily="49" charset="-122"/>
                        </a:rPr>
                        <m:t>𝑥</m:t>
                      </m:r>
                      <m:r>
                        <a:rPr kumimoji="1" lang="zh-CN" altLang="en-US" sz="2800">
                          <a:solidFill>
                            <a:schemeClr val="tx1">
                              <a:lumMod val="95000"/>
                              <a:lumOff val="5000"/>
                            </a:schemeClr>
                          </a:solidFill>
                          <a:latin typeface="Cambria Math" panose="02040503050406030204" charset="0"/>
                          <a:ea typeface="黑体" panose="02010609060101010101" pitchFamily="49" charset="-122"/>
                        </a:rPr>
                        <m:t>+</m:t>
                      </m:r>
                      <m:r>
                        <m:rPr>
                          <m:sty m:val="p"/>
                        </m:rPr>
                        <a:rPr kumimoji="1" lang="zh-CN" altLang="en-US" sz="2800">
                          <a:solidFill>
                            <a:schemeClr val="tx1">
                              <a:lumMod val="95000"/>
                              <a:lumOff val="5000"/>
                            </a:schemeClr>
                          </a:solidFill>
                          <a:latin typeface="Cambria Math" panose="02040503050406030204" charset="0"/>
                          <a:ea typeface="黑体" panose="02010609060101010101" pitchFamily="49" charset="-122"/>
                        </a:rPr>
                        <m:t>Δ</m:t>
                      </m:r>
                      <m:r>
                        <a:rPr kumimoji="1" lang="zh-CN" altLang="en-US" sz="2800">
                          <a:solidFill>
                            <a:schemeClr val="tx1">
                              <a:lumMod val="95000"/>
                              <a:lumOff val="5000"/>
                            </a:schemeClr>
                          </a:solidFill>
                          <a:latin typeface="Cambria Math" panose="02040503050406030204" charset="0"/>
                          <a:ea typeface="黑体" panose="02010609060101010101" pitchFamily="49" charset="-122"/>
                        </a:rPr>
                        <m:t>​</m:t>
                      </m:r>
                      <m:r>
                        <a:rPr kumimoji="1" lang="zh-CN" altLang="en-US" sz="2800">
                          <a:solidFill>
                            <a:schemeClr val="tx1">
                              <a:lumMod val="95000"/>
                              <a:lumOff val="5000"/>
                            </a:schemeClr>
                          </a:solidFill>
                          <a:latin typeface="Cambria Math" panose="02040503050406030204" charset="0"/>
                          <a:ea typeface="黑体" panose="02010609060101010101" pitchFamily="49" charset="-122"/>
                        </a:rPr>
                        <m:t>𝑥</m:t>
                      </m:r>
                      <m:r>
                        <a:rPr kumimoji="1" lang="en-US" altLang="zh-CN" sz="2800" i="1" dirty="0">
                          <a:latin typeface="Cambria Math" panose="02040503050406030204" charset="0"/>
                          <a:ea typeface="黑体" panose="02010609060101010101" pitchFamily="49" charset="-122"/>
                          <a:cs typeface="Cambria Math" panose="02040503050406030204" charset="0"/>
                        </a:rPr>
                        <m:t>,</m:t>
                      </m:r>
                      <m:r>
                        <a:rPr kumimoji="1" lang="zh-CN" altLang="en-US" sz="2800">
                          <a:solidFill>
                            <a:schemeClr val="tx1">
                              <a:lumMod val="95000"/>
                              <a:lumOff val="5000"/>
                            </a:schemeClr>
                          </a:solidFill>
                          <a:latin typeface="Cambria Math" panose="02040503050406030204" charset="0"/>
                          <a:ea typeface="黑体" panose="02010609060101010101" pitchFamily="49" charset="-122"/>
                        </a:rPr>
                        <m:t>𝑦</m:t>
                      </m:r>
                      <m:r>
                        <a:rPr kumimoji="1" lang="zh-CN" altLang="en-US" sz="2800">
                          <a:solidFill>
                            <a:schemeClr val="tx1">
                              <a:lumMod val="95000"/>
                              <a:lumOff val="5000"/>
                            </a:schemeClr>
                          </a:solidFill>
                          <a:latin typeface="Cambria Math" panose="02040503050406030204" charset="0"/>
                          <a:ea typeface="黑体" panose="02010609060101010101" pitchFamily="49" charset="-122"/>
                        </a:rPr>
                        <m:t>)−</m:t>
                      </m:r>
                      <m:r>
                        <a:rPr kumimoji="1" lang="zh-CN" altLang="en-US" sz="2800">
                          <a:solidFill>
                            <a:schemeClr val="tx1">
                              <a:lumMod val="95000"/>
                              <a:lumOff val="5000"/>
                            </a:schemeClr>
                          </a:solidFill>
                          <a:latin typeface="Cambria Math" panose="02040503050406030204" charset="0"/>
                          <a:ea typeface="黑体" panose="02010609060101010101" pitchFamily="49" charset="-122"/>
                        </a:rPr>
                        <m:t>𝑓</m:t>
                      </m:r>
                      <m:r>
                        <a:rPr kumimoji="1" lang="zh-CN" altLang="en-US" sz="2800">
                          <a:solidFill>
                            <a:schemeClr val="tx1">
                              <a:lumMod val="95000"/>
                              <a:lumOff val="5000"/>
                            </a:schemeClr>
                          </a:solidFill>
                          <a:latin typeface="Cambria Math" panose="02040503050406030204" charset="0"/>
                          <a:ea typeface="黑体" panose="02010609060101010101" pitchFamily="49" charset="-122"/>
                        </a:rPr>
                        <m:t>(</m:t>
                      </m:r>
                      <m:r>
                        <a:rPr kumimoji="1" lang="zh-CN" altLang="en-US" sz="2800">
                          <a:solidFill>
                            <a:schemeClr val="tx1">
                              <a:lumMod val="95000"/>
                              <a:lumOff val="5000"/>
                            </a:schemeClr>
                          </a:solidFill>
                          <a:latin typeface="Cambria Math" panose="02040503050406030204" charset="0"/>
                          <a:ea typeface="黑体" panose="02010609060101010101" pitchFamily="49" charset="-122"/>
                        </a:rPr>
                        <m:t>𝑥</m:t>
                      </m:r>
                      <m:r>
                        <a:rPr kumimoji="1" lang="zh-CN" altLang="en-US" sz="2800">
                          <a:solidFill>
                            <a:schemeClr val="tx1">
                              <a:lumMod val="95000"/>
                              <a:lumOff val="5000"/>
                            </a:schemeClr>
                          </a:solidFill>
                          <a:latin typeface="Cambria Math" panose="02040503050406030204" charset="0"/>
                          <a:ea typeface="黑体" panose="02010609060101010101" pitchFamily="49" charset="-122"/>
                        </a:rPr>
                        <m:t>,</m:t>
                      </m:r>
                      <m:r>
                        <a:rPr kumimoji="1" lang="zh-CN" altLang="en-US" sz="2800">
                          <a:solidFill>
                            <a:schemeClr val="tx1">
                              <a:lumMod val="95000"/>
                              <a:lumOff val="5000"/>
                            </a:schemeClr>
                          </a:solidFill>
                          <a:latin typeface="Cambria Math" panose="02040503050406030204" charset="0"/>
                          <a:ea typeface="黑体" panose="02010609060101010101" pitchFamily="49" charset="-122"/>
                        </a:rPr>
                        <m:t>𝑦</m:t>
                      </m:r>
                      <m:r>
                        <a:rPr kumimoji="1" lang="zh-CN" altLang="en-US" sz="2800">
                          <a:solidFill>
                            <a:schemeClr val="tx1">
                              <a:lumMod val="95000"/>
                              <a:lumOff val="5000"/>
                            </a:schemeClr>
                          </a:solidFill>
                          <a:latin typeface="Cambria Math" panose="02040503050406030204" charset="0"/>
                          <a:ea typeface="黑体" panose="02010609060101010101" pitchFamily="49" charset="-122"/>
                        </a:rPr>
                        <m:t>)</m:t>
                      </m:r>
                      <m:r>
                        <a:rPr kumimoji="1" lang="en-US" altLang="zh-CN" sz="2800" i="1" dirty="0">
                          <a:latin typeface="Cambria Math" panose="02040503050406030204" charset="0"/>
                          <a:ea typeface="黑体" panose="02010609060101010101" pitchFamily="49" charset="-122"/>
                          <a:cs typeface="Cambria Math" panose="02040503050406030204" charset="0"/>
                        </a:rPr>
                        <m:t>,</m:t>
                      </m:r>
                      <m:r>
                        <m:rPr>
                          <m:nor/>
                        </m:rPr>
                        <a:rPr kumimoji="1" lang="zh-CN" altLang="en-US" sz="2800">
                          <a:solidFill>
                            <a:schemeClr val="tx1">
                              <a:lumMod val="95000"/>
                              <a:lumOff val="5000"/>
                            </a:schemeClr>
                          </a:solidFill>
                          <a:latin typeface="Cambria Math" panose="02040503050406030204" charset="0"/>
                          <a:ea typeface="黑体" panose="02010609060101010101" pitchFamily="49" charset="-122"/>
                        </a:rPr>
                        <m:t>称为</m:t>
                      </m:r>
                      <m:r>
                        <a:rPr kumimoji="1" lang="zh-CN" altLang="en-US" sz="2800" b="0" i="1" smtClean="0">
                          <a:solidFill>
                            <a:srgbClr val="04926A"/>
                          </a:solidFill>
                          <a:latin typeface="Cambria Math" panose="02040503050406030204" charset="0"/>
                          <a:ea typeface="黑体" panose="02010609060101010101" pitchFamily="49" charset="-122"/>
                        </a:rPr>
                        <m:t>𝑧</m:t>
                      </m:r>
                      <m:r>
                        <m:rPr>
                          <m:nor/>
                        </m:rPr>
                        <a:rPr kumimoji="1" lang="zh-CN" altLang="en-US" sz="2800" b="1">
                          <a:solidFill>
                            <a:srgbClr val="04926A"/>
                          </a:solidFill>
                          <a:latin typeface="Cambria Math" panose="02040503050406030204" charset="0"/>
                          <a:ea typeface="黑体" panose="02010609060101010101" pitchFamily="49" charset="-122"/>
                        </a:rPr>
                        <m:t>对</m:t>
                      </m:r>
                      <m:r>
                        <a:rPr kumimoji="1" lang="zh-CN" altLang="en-US" sz="2800" b="0" i="1">
                          <a:solidFill>
                            <a:srgbClr val="04926A"/>
                          </a:solidFill>
                          <a:latin typeface="Cambria Math" panose="02040503050406030204" charset="0"/>
                          <a:ea typeface="黑体" panose="02010609060101010101" pitchFamily="49" charset="-122"/>
                        </a:rPr>
                        <m:t>𝑥</m:t>
                      </m:r>
                      <m:r>
                        <m:rPr>
                          <m:nor/>
                        </m:rPr>
                        <a:rPr kumimoji="1" lang="zh-CN" altLang="en-US" sz="2800" b="1">
                          <a:solidFill>
                            <a:srgbClr val="04926A"/>
                          </a:solidFill>
                          <a:latin typeface="Cambria Math" panose="02040503050406030204" charset="0"/>
                          <a:ea typeface="黑体" panose="02010609060101010101" pitchFamily="49" charset="-122"/>
                        </a:rPr>
                        <m:t>的偏增量</m:t>
                      </m:r>
                      <m:r>
                        <a:rPr kumimoji="1" lang="en-US" altLang="zh-CN" sz="2800" dirty="0">
                          <a:latin typeface="Cambria Math" panose="02040503050406030204" charset="0"/>
                          <a:ea typeface="黑体" panose="02010609060101010101" pitchFamily="49" charset="-122"/>
                          <a:cs typeface="Cambria Math" panose="02040503050406030204" charset="0"/>
                        </a:rPr>
                        <m:t>;</m:t>
                      </m:r>
                    </m:oMath>
                  </m:oMathPara>
                </a14:m>
                <a:endParaRPr kumimoji="1" lang="zh-CN" altLang="en-US" sz="2800" dirty="0">
                  <a:solidFill>
                    <a:schemeClr val="tx1">
                      <a:lumMod val="95000"/>
                      <a:lumOff val="5000"/>
                    </a:schemeClr>
                  </a:solidFill>
                  <a:latin typeface="Cambria Math" panose="02040503050406030204" charset="0"/>
                  <a:ea typeface="黑体" panose="02010609060101010101" pitchFamily="49" charset="-122"/>
                </a:endParaRPr>
              </a:p>
            </p:txBody>
          </p:sp>
        </mc:Choice>
        <mc:Fallback>
          <p:sp>
            <p:nvSpPr>
              <p:cNvPr id="25" name="对象 7"/>
              <p:cNvSpPr txBox="1">
                <a:spLocks noRot="1" noChangeAspect="1" noMove="1" noResize="1" noEditPoints="1" noAdjustHandles="1" noChangeArrowheads="1" noChangeShapeType="1" noTextEdit="1"/>
              </p:cNvSpPr>
              <p:nvPr/>
            </p:nvSpPr>
            <p:spPr>
              <a:xfrm>
                <a:off x="3240087" y="4426615"/>
                <a:ext cx="7867986" cy="431800"/>
              </a:xfrm>
              <a:prstGeom prst="rect">
                <a:avLst/>
              </a:prstGeom>
              <a:blipFill rotWithShape="1">
                <a:blip r:embed="rId4"/>
                <a:stretch>
                  <a:fillRect l="-4" t="-7" b="-7493"/>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26" name="对象 7"/>
              <p:cNvSpPr txBox="1"/>
              <p:nvPr/>
            </p:nvSpPr>
            <p:spPr>
              <a:xfrm>
                <a:off x="3240087" y="5056585"/>
                <a:ext cx="7867986" cy="431800"/>
              </a:xfrm>
              <a:prstGeom prst="rect">
                <a:avLst/>
              </a:prstGeom>
            </p:spPr>
            <p:txBody>
              <a:bodyPr>
                <a:noAutofit/>
              </a:bodyPr>
              <a:lstStyle/>
              <a:p>
                <a14:m>
                  <m:oMathPara xmlns:m="http://schemas.openxmlformats.org/officeDocument/2006/math">
                    <m:oMathParaPr>
                      <m:jc m:val="left"/>
                    </m:oMathParaPr>
                    <m:oMath xmlns:m="http://schemas.openxmlformats.org/officeDocument/2006/math">
                      <m:sSub>
                        <m:sSubPr>
                          <m:ctrlPr>
                            <a:rPr kumimoji="1" lang="zh-CN" altLang="en-US" sz="2800" i="1">
                              <a:solidFill>
                                <a:schemeClr val="tx1">
                                  <a:lumMod val="95000"/>
                                  <a:lumOff val="5000"/>
                                </a:schemeClr>
                              </a:solidFill>
                              <a:latin typeface="Cambria Math" panose="02040503050406030204" charset="0"/>
                              <a:ea typeface="黑体" panose="02010609060101010101" pitchFamily="49" charset="-122"/>
                            </a:rPr>
                          </m:ctrlPr>
                        </m:sSubPr>
                        <m:e>
                          <m:r>
                            <m:rPr>
                              <m:sty m:val="p"/>
                            </m:rPr>
                            <a:rPr kumimoji="1" lang="zh-CN" altLang="en-US" sz="2800">
                              <a:solidFill>
                                <a:schemeClr val="tx1">
                                  <a:lumMod val="95000"/>
                                  <a:lumOff val="5000"/>
                                </a:schemeClr>
                              </a:solidFill>
                              <a:latin typeface="Cambria Math" panose="02040503050406030204" charset="0"/>
                              <a:ea typeface="黑体" panose="02010609060101010101" pitchFamily="49" charset="-122"/>
                            </a:rPr>
                            <m:t>Δ</m:t>
                          </m:r>
                        </m:e>
                        <m:sub>
                          <m:r>
                            <a:rPr kumimoji="1" lang="zh-CN" altLang="en-US" sz="2800">
                              <a:solidFill>
                                <a:schemeClr val="tx1">
                                  <a:lumMod val="95000"/>
                                  <a:lumOff val="5000"/>
                                </a:schemeClr>
                              </a:solidFill>
                              <a:latin typeface="Cambria Math" panose="02040503050406030204" charset="0"/>
                              <a:ea typeface="黑体" panose="02010609060101010101" pitchFamily="49" charset="-122"/>
                            </a:rPr>
                            <m:t>𝑦</m:t>
                          </m:r>
                        </m:sub>
                      </m:sSub>
                      <m:r>
                        <a:rPr kumimoji="1" lang="zh-CN" altLang="en-US" sz="2800">
                          <a:solidFill>
                            <a:schemeClr val="tx1">
                              <a:lumMod val="95000"/>
                              <a:lumOff val="5000"/>
                            </a:schemeClr>
                          </a:solidFill>
                          <a:latin typeface="Cambria Math" panose="02040503050406030204" charset="0"/>
                          <a:ea typeface="黑体" panose="02010609060101010101" pitchFamily="49" charset="-122"/>
                        </a:rPr>
                        <m:t>𝑧</m:t>
                      </m:r>
                      <m:r>
                        <a:rPr kumimoji="1" lang="zh-CN" altLang="en-US" sz="2800">
                          <a:solidFill>
                            <a:schemeClr val="tx1">
                              <a:lumMod val="95000"/>
                              <a:lumOff val="5000"/>
                            </a:schemeClr>
                          </a:solidFill>
                          <a:latin typeface="Cambria Math" panose="02040503050406030204" charset="0"/>
                          <a:ea typeface="黑体" panose="02010609060101010101" pitchFamily="49" charset="-122"/>
                        </a:rPr>
                        <m:t>=</m:t>
                      </m:r>
                      <m:r>
                        <a:rPr kumimoji="1" lang="zh-CN" altLang="en-US" sz="2800">
                          <a:solidFill>
                            <a:schemeClr val="tx1">
                              <a:lumMod val="95000"/>
                              <a:lumOff val="5000"/>
                            </a:schemeClr>
                          </a:solidFill>
                          <a:latin typeface="Cambria Math" panose="02040503050406030204" charset="0"/>
                          <a:ea typeface="黑体" panose="02010609060101010101" pitchFamily="49" charset="-122"/>
                        </a:rPr>
                        <m:t>𝑓</m:t>
                      </m:r>
                      <m:r>
                        <a:rPr kumimoji="1" lang="zh-CN" altLang="en-US" sz="2800">
                          <a:solidFill>
                            <a:schemeClr val="tx1">
                              <a:lumMod val="95000"/>
                              <a:lumOff val="5000"/>
                            </a:schemeClr>
                          </a:solidFill>
                          <a:latin typeface="Cambria Math" panose="02040503050406030204" charset="0"/>
                          <a:ea typeface="黑体" panose="02010609060101010101" pitchFamily="49" charset="-122"/>
                        </a:rPr>
                        <m:t>(</m:t>
                      </m:r>
                      <m:r>
                        <a:rPr kumimoji="1" lang="zh-CN" altLang="en-US" sz="2800">
                          <a:solidFill>
                            <a:schemeClr val="tx1">
                              <a:lumMod val="95000"/>
                              <a:lumOff val="5000"/>
                            </a:schemeClr>
                          </a:solidFill>
                          <a:latin typeface="Cambria Math" panose="02040503050406030204" charset="0"/>
                          <a:ea typeface="黑体" panose="02010609060101010101" pitchFamily="49" charset="-122"/>
                        </a:rPr>
                        <m:t>𝑥</m:t>
                      </m:r>
                      <m:r>
                        <a:rPr kumimoji="1" lang="en-US" altLang="zh-CN" sz="2800" i="1" dirty="0">
                          <a:latin typeface="Cambria Math" panose="02040503050406030204" charset="0"/>
                          <a:ea typeface="黑体" panose="02010609060101010101" pitchFamily="49" charset="-122"/>
                          <a:cs typeface="Cambria Math" panose="02040503050406030204" charset="0"/>
                        </a:rPr>
                        <m:t>,</m:t>
                      </m:r>
                      <m:r>
                        <a:rPr kumimoji="1" lang="zh-CN" altLang="en-US" sz="2800">
                          <a:solidFill>
                            <a:schemeClr val="tx1">
                              <a:lumMod val="95000"/>
                              <a:lumOff val="5000"/>
                            </a:schemeClr>
                          </a:solidFill>
                          <a:latin typeface="Cambria Math" panose="02040503050406030204" charset="0"/>
                          <a:ea typeface="黑体" panose="02010609060101010101" pitchFamily="49" charset="-122"/>
                        </a:rPr>
                        <m:t>𝑦</m:t>
                      </m:r>
                      <m:r>
                        <a:rPr kumimoji="1" lang="zh-CN" altLang="en-US" sz="2800">
                          <a:solidFill>
                            <a:schemeClr val="tx1">
                              <a:lumMod val="95000"/>
                              <a:lumOff val="5000"/>
                            </a:schemeClr>
                          </a:solidFill>
                          <a:latin typeface="Cambria Math" panose="02040503050406030204" charset="0"/>
                          <a:ea typeface="黑体" panose="02010609060101010101" pitchFamily="49" charset="-122"/>
                        </a:rPr>
                        <m:t>+</m:t>
                      </m:r>
                      <m:r>
                        <m:rPr>
                          <m:sty m:val="p"/>
                        </m:rPr>
                        <a:rPr kumimoji="1" lang="zh-CN" altLang="en-US" sz="2800">
                          <a:solidFill>
                            <a:schemeClr val="tx1">
                              <a:lumMod val="95000"/>
                              <a:lumOff val="5000"/>
                            </a:schemeClr>
                          </a:solidFill>
                          <a:latin typeface="Cambria Math" panose="02040503050406030204" charset="0"/>
                          <a:ea typeface="黑体" panose="02010609060101010101" pitchFamily="49" charset="-122"/>
                        </a:rPr>
                        <m:t>Δ</m:t>
                      </m:r>
                      <m:r>
                        <a:rPr kumimoji="1" lang="zh-CN" altLang="en-US" sz="2800">
                          <a:solidFill>
                            <a:schemeClr val="tx1">
                              <a:lumMod val="95000"/>
                              <a:lumOff val="5000"/>
                            </a:schemeClr>
                          </a:solidFill>
                          <a:latin typeface="Cambria Math" panose="02040503050406030204" charset="0"/>
                          <a:ea typeface="黑体" panose="02010609060101010101" pitchFamily="49" charset="-122"/>
                        </a:rPr>
                        <m:t>​</m:t>
                      </m:r>
                      <m:r>
                        <a:rPr kumimoji="1" lang="zh-CN" altLang="en-US" sz="2800">
                          <a:solidFill>
                            <a:schemeClr val="tx1">
                              <a:lumMod val="95000"/>
                              <a:lumOff val="5000"/>
                            </a:schemeClr>
                          </a:solidFill>
                          <a:latin typeface="Cambria Math" panose="02040503050406030204" charset="0"/>
                          <a:ea typeface="黑体" panose="02010609060101010101" pitchFamily="49" charset="-122"/>
                        </a:rPr>
                        <m:t>𝑦</m:t>
                      </m:r>
                      <m:r>
                        <a:rPr kumimoji="1" lang="zh-CN" altLang="en-US" sz="2800">
                          <a:solidFill>
                            <a:schemeClr val="tx1">
                              <a:lumMod val="95000"/>
                              <a:lumOff val="5000"/>
                            </a:schemeClr>
                          </a:solidFill>
                          <a:latin typeface="Cambria Math" panose="02040503050406030204" charset="0"/>
                          <a:ea typeface="黑体" panose="02010609060101010101" pitchFamily="49" charset="-122"/>
                        </a:rPr>
                        <m:t>)−</m:t>
                      </m:r>
                      <m:r>
                        <a:rPr kumimoji="1" lang="zh-CN" altLang="en-US" sz="2800">
                          <a:solidFill>
                            <a:schemeClr val="tx1">
                              <a:lumMod val="95000"/>
                              <a:lumOff val="5000"/>
                            </a:schemeClr>
                          </a:solidFill>
                          <a:latin typeface="Cambria Math" panose="02040503050406030204" charset="0"/>
                          <a:ea typeface="黑体" panose="02010609060101010101" pitchFamily="49" charset="-122"/>
                        </a:rPr>
                        <m:t>𝑓</m:t>
                      </m:r>
                      <m:r>
                        <a:rPr kumimoji="1" lang="zh-CN" altLang="en-US" sz="2800">
                          <a:solidFill>
                            <a:schemeClr val="tx1">
                              <a:lumMod val="95000"/>
                              <a:lumOff val="5000"/>
                            </a:schemeClr>
                          </a:solidFill>
                          <a:latin typeface="Cambria Math" panose="02040503050406030204" charset="0"/>
                          <a:ea typeface="黑体" panose="02010609060101010101" pitchFamily="49" charset="-122"/>
                        </a:rPr>
                        <m:t>(</m:t>
                      </m:r>
                      <m:r>
                        <a:rPr kumimoji="1" lang="zh-CN" altLang="en-US" sz="2800">
                          <a:solidFill>
                            <a:schemeClr val="tx1">
                              <a:lumMod val="95000"/>
                              <a:lumOff val="5000"/>
                            </a:schemeClr>
                          </a:solidFill>
                          <a:latin typeface="Cambria Math" panose="02040503050406030204" charset="0"/>
                          <a:ea typeface="黑体" panose="02010609060101010101" pitchFamily="49" charset="-122"/>
                        </a:rPr>
                        <m:t>𝑥</m:t>
                      </m:r>
                      <m:r>
                        <a:rPr kumimoji="1" lang="zh-CN" altLang="en-US" sz="2800">
                          <a:solidFill>
                            <a:schemeClr val="tx1">
                              <a:lumMod val="95000"/>
                              <a:lumOff val="5000"/>
                            </a:schemeClr>
                          </a:solidFill>
                          <a:latin typeface="Cambria Math" panose="02040503050406030204" charset="0"/>
                          <a:ea typeface="黑体" panose="02010609060101010101" pitchFamily="49" charset="-122"/>
                        </a:rPr>
                        <m:t>,</m:t>
                      </m:r>
                      <m:r>
                        <a:rPr kumimoji="1" lang="zh-CN" altLang="en-US" sz="2800">
                          <a:solidFill>
                            <a:schemeClr val="tx1">
                              <a:lumMod val="95000"/>
                              <a:lumOff val="5000"/>
                            </a:schemeClr>
                          </a:solidFill>
                          <a:latin typeface="Cambria Math" panose="02040503050406030204" charset="0"/>
                          <a:ea typeface="黑体" panose="02010609060101010101" pitchFamily="49" charset="-122"/>
                        </a:rPr>
                        <m:t>𝑦</m:t>
                      </m:r>
                      <m:r>
                        <a:rPr kumimoji="1" lang="zh-CN" altLang="en-US" sz="2800">
                          <a:solidFill>
                            <a:schemeClr val="tx1">
                              <a:lumMod val="95000"/>
                              <a:lumOff val="5000"/>
                            </a:schemeClr>
                          </a:solidFill>
                          <a:latin typeface="Cambria Math" panose="02040503050406030204" charset="0"/>
                          <a:ea typeface="黑体" panose="02010609060101010101" pitchFamily="49" charset="-122"/>
                        </a:rPr>
                        <m:t>)</m:t>
                      </m:r>
                      <m:r>
                        <a:rPr kumimoji="1" lang="en-US" altLang="zh-CN" sz="2800" i="1" dirty="0">
                          <a:latin typeface="Cambria Math" panose="02040503050406030204" charset="0"/>
                          <a:ea typeface="黑体" panose="02010609060101010101" pitchFamily="49" charset="-122"/>
                          <a:cs typeface="Cambria Math" panose="02040503050406030204" charset="0"/>
                        </a:rPr>
                        <m:t>,</m:t>
                      </m:r>
                      <m:r>
                        <m:rPr>
                          <m:nor/>
                        </m:rPr>
                        <a:rPr kumimoji="1" lang="zh-CN" altLang="en-US" sz="2800" smtClean="0">
                          <a:solidFill>
                            <a:schemeClr val="tx1"/>
                          </a:solidFill>
                          <a:latin typeface="Cambria Math" panose="02040503050406030204" charset="0"/>
                          <a:ea typeface="黑体" panose="02010609060101010101" pitchFamily="49" charset="-122"/>
                        </a:rPr>
                        <m:t>称为</m:t>
                      </m:r>
                      <m:r>
                        <a:rPr kumimoji="1" lang="zh-CN" altLang="en-US" sz="2800" b="0" i="1">
                          <a:solidFill>
                            <a:srgbClr val="04926A"/>
                          </a:solidFill>
                          <a:latin typeface="Cambria Math" panose="02040503050406030204" charset="0"/>
                          <a:ea typeface="黑体" panose="02010609060101010101" pitchFamily="49" charset="-122"/>
                        </a:rPr>
                        <m:t>𝑧</m:t>
                      </m:r>
                      <m:r>
                        <m:rPr>
                          <m:nor/>
                        </m:rPr>
                        <a:rPr kumimoji="1" lang="zh-CN" altLang="en-US" sz="2800" b="1">
                          <a:solidFill>
                            <a:srgbClr val="04926A"/>
                          </a:solidFill>
                          <a:latin typeface="Cambria Math" panose="02040503050406030204" charset="0"/>
                          <a:ea typeface="黑体" panose="02010609060101010101" pitchFamily="49" charset="-122"/>
                        </a:rPr>
                        <m:t>对</m:t>
                      </m:r>
                      <m:r>
                        <a:rPr kumimoji="1" lang="zh-CN" altLang="en-US" sz="2800" b="0" i="1">
                          <a:solidFill>
                            <a:srgbClr val="04926A"/>
                          </a:solidFill>
                          <a:latin typeface="Cambria Math" panose="02040503050406030204" charset="0"/>
                          <a:ea typeface="黑体" panose="02010609060101010101" pitchFamily="49" charset="-122"/>
                        </a:rPr>
                        <m:t>𝑦</m:t>
                      </m:r>
                      <m:r>
                        <m:rPr>
                          <m:nor/>
                        </m:rPr>
                        <a:rPr kumimoji="1" lang="zh-CN" altLang="en-US" sz="2800" b="1">
                          <a:solidFill>
                            <a:srgbClr val="04926A"/>
                          </a:solidFill>
                          <a:latin typeface="Cambria Math" panose="02040503050406030204" charset="0"/>
                          <a:ea typeface="黑体" panose="02010609060101010101" pitchFamily="49" charset="-122"/>
                        </a:rPr>
                        <m:t>的偏增量</m:t>
                      </m:r>
                      <m:r>
                        <a:rPr kumimoji="1" lang="en-US" altLang="zh-CN" sz="2800" dirty="0">
                          <a:latin typeface="Cambria Math" panose="02040503050406030204" charset="0"/>
                          <a:ea typeface="黑体" panose="02010609060101010101" pitchFamily="49" charset="-122"/>
                          <a:cs typeface="Cambria Math" panose="02040503050406030204" charset="0"/>
                        </a:rPr>
                        <m:t>;</m:t>
                      </m:r>
                    </m:oMath>
                  </m:oMathPara>
                </a14:m>
                <a:endParaRPr kumimoji="1" lang="zh-CN" altLang="en-US" sz="2800" dirty="0">
                  <a:solidFill>
                    <a:schemeClr val="tx1">
                      <a:lumMod val="95000"/>
                      <a:lumOff val="5000"/>
                    </a:schemeClr>
                  </a:solidFill>
                  <a:latin typeface="Cambria Math" panose="02040503050406030204" charset="0"/>
                  <a:ea typeface="黑体" panose="02010609060101010101" pitchFamily="49" charset="-122"/>
                </a:endParaRPr>
              </a:p>
            </p:txBody>
          </p:sp>
        </mc:Choice>
        <mc:Fallback>
          <p:sp>
            <p:nvSpPr>
              <p:cNvPr id="26" name="对象 7"/>
              <p:cNvSpPr txBox="1">
                <a:spLocks noRot="1" noChangeAspect="1" noMove="1" noResize="1" noEditPoints="1" noAdjustHandles="1" noChangeArrowheads="1" noChangeShapeType="1" noTextEdit="1"/>
              </p:cNvSpPr>
              <p:nvPr/>
            </p:nvSpPr>
            <p:spPr>
              <a:xfrm>
                <a:off x="3240087" y="5056585"/>
                <a:ext cx="7867986" cy="431800"/>
              </a:xfrm>
              <a:prstGeom prst="rect">
                <a:avLst/>
              </a:prstGeom>
              <a:blipFill rotWithShape="1">
                <a:blip r:embed="rId5"/>
                <a:stretch>
                  <a:fillRect l="-4" t="-19" b="-17334"/>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27" name="对象 7"/>
              <p:cNvSpPr txBox="1"/>
              <p:nvPr/>
            </p:nvSpPr>
            <p:spPr>
              <a:xfrm>
                <a:off x="3240088" y="5686555"/>
                <a:ext cx="7583488" cy="431800"/>
              </a:xfrm>
              <a:prstGeom prst="rect">
                <a:avLst/>
              </a:prstGeom>
            </p:spPr>
            <p:txBody>
              <a:bodyPr>
                <a:noAutofit/>
              </a:bodyPr>
              <a:lstStyle/>
              <a:p>
                <a14:m>
                  <m:oMathPara xmlns:m="http://schemas.openxmlformats.org/officeDocument/2006/math">
                    <m:oMathParaPr>
                      <m:jc m:val="left"/>
                    </m:oMathParaPr>
                    <m:oMath xmlns:m="http://schemas.openxmlformats.org/officeDocument/2006/math">
                      <m:sSub>
                        <m:sSubPr>
                          <m:ctrlPr>
                            <a:rPr kumimoji="1" lang="zh-CN" altLang="en-US" sz="2800" i="1" smtClean="0">
                              <a:solidFill>
                                <a:schemeClr val="tx1">
                                  <a:lumMod val="95000"/>
                                  <a:lumOff val="5000"/>
                                </a:schemeClr>
                              </a:solidFill>
                              <a:latin typeface="Cambria Math" panose="02040503050406030204" charset="0"/>
                              <a:ea typeface="黑体" panose="02010609060101010101" pitchFamily="49" charset="-122"/>
                            </a:rPr>
                          </m:ctrlPr>
                        </m:sSubPr>
                        <m:e>
                          <m:r>
                            <m:rPr>
                              <m:sty m:val="p"/>
                            </m:rPr>
                            <a:rPr kumimoji="1" lang="zh-CN" altLang="en-US" sz="2800">
                              <a:solidFill>
                                <a:schemeClr val="tx1">
                                  <a:lumMod val="95000"/>
                                  <a:lumOff val="5000"/>
                                </a:schemeClr>
                              </a:solidFill>
                              <a:latin typeface="Cambria Math" panose="02040503050406030204" charset="0"/>
                              <a:ea typeface="黑体" panose="02010609060101010101" pitchFamily="49" charset="-122"/>
                            </a:rPr>
                            <m:t>Δ</m:t>
                          </m:r>
                        </m:e>
                        <m:sub>
                          <m:r>
                            <a:rPr kumimoji="1" lang="zh-CN" altLang="en-US" sz="2800">
                              <a:solidFill>
                                <a:schemeClr val="tx1">
                                  <a:lumMod val="95000"/>
                                  <a:lumOff val="5000"/>
                                </a:schemeClr>
                              </a:solidFill>
                              <a:latin typeface="Cambria Math" panose="02040503050406030204" charset="0"/>
                              <a:ea typeface="黑体" panose="02010609060101010101" pitchFamily="49" charset="-122"/>
                            </a:rPr>
                            <m:t>𝑦</m:t>
                          </m:r>
                        </m:sub>
                      </m:sSub>
                      <m:r>
                        <a:rPr kumimoji="1" lang="zh-CN" altLang="en-US" sz="2800">
                          <a:solidFill>
                            <a:schemeClr val="tx1">
                              <a:lumMod val="95000"/>
                              <a:lumOff val="5000"/>
                            </a:schemeClr>
                          </a:solidFill>
                          <a:latin typeface="Cambria Math" panose="02040503050406030204" charset="0"/>
                          <a:ea typeface="黑体" panose="02010609060101010101" pitchFamily="49" charset="-122"/>
                        </a:rPr>
                        <m:t>𝑧</m:t>
                      </m:r>
                      <m:r>
                        <a:rPr kumimoji="1" lang="zh-CN" altLang="en-US" sz="2800">
                          <a:solidFill>
                            <a:schemeClr val="tx1">
                              <a:lumMod val="95000"/>
                              <a:lumOff val="5000"/>
                            </a:schemeClr>
                          </a:solidFill>
                          <a:latin typeface="Cambria Math" panose="02040503050406030204" charset="0"/>
                          <a:ea typeface="黑体" panose="02010609060101010101" pitchFamily="49" charset="-122"/>
                        </a:rPr>
                        <m:t>=</m:t>
                      </m:r>
                      <m:r>
                        <a:rPr kumimoji="1" lang="zh-CN" altLang="en-US" sz="2800">
                          <a:solidFill>
                            <a:schemeClr val="tx1">
                              <a:lumMod val="95000"/>
                              <a:lumOff val="5000"/>
                            </a:schemeClr>
                          </a:solidFill>
                          <a:latin typeface="Cambria Math" panose="02040503050406030204" charset="0"/>
                          <a:ea typeface="黑体" panose="02010609060101010101" pitchFamily="49" charset="-122"/>
                        </a:rPr>
                        <m:t>𝑓</m:t>
                      </m:r>
                      <m:d>
                        <m:dPr>
                          <m:ctrlPr>
                            <a:rPr kumimoji="1" lang="zh-CN" altLang="en-US" sz="2800" i="1">
                              <a:solidFill>
                                <a:schemeClr val="tx1">
                                  <a:lumMod val="95000"/>
                                  <a:lumOff val="5000"/>
                                </a:schemeClr>
                              </a:solidFill>
                              <a:latin typeface="Cambria Math" panose="02040503050406030204" charset="0"/>
                              <a:ea typeface="黑体" panose="02010609060101010101" pitchFamily="49" charset="-122"/>
                            </a:rPr>
                          </m:ctrlPr>
                        </m:dPr>
                        <m:e>
                          <m:r>
                            <a:rPr kumimoji="1" lang="zh-CN" altLang="en-US" sz="2800">
                              <a:solidFill>
                                <a:schemeClr val="tx1">
                                  <a:lumMod val="95000"/>
                                  <a:lumOff val="5000"/>
                                </a:schemeClr>
                              </a:solidFill>
                              <a:latin typeface="Cambria Math" panose="02040503050406030204" charset="0"/>
                              <a:ea typeface="黑体" panose="02010609060101010101" pitchFamily="49" charset="-122"/>
                            </a:rPr>
                            <m:t>𝑥</m:t>
                          </m:r>
                          <m:r>
                            <a:rPr kumimoji="1" lang="zh-CN" altLang="en-US" sz="2800">
                              <a:solidFill>
                                <a:schemeClr val="tx1">
                                  <a:lumMod val="95000"/>
                                  <a:lumOff val="5000"/>
                                </a:schemeClr>
                              </a:solidFill>
                              <a:latin typeface="Cambria Math" panose="02040503050406030204" charset="0"/>
                              <a:ea typeface="黑体" panose="02010609060101010101" pitchFamily="49" charset="-122"/>
                            </a:rPr>
                            <m:t>+</m:t>
                          </m:r>
                          <m:r>
                            <m:rPr>
                              <m:sty m:val="p"/>
                            </m:rPr>
                            <a:rPr kumimoji="1" lang="zh-CN" altLang="en-US" sz="2800">
                              <a:solidFill>
                                <a:schemeClr val="tx1">
                                  <a:lumMod val="95000"/>
                                  <a:lumOff val="5000"/>
                                </a:schemeClr>
                              </a:solidFill>
                              <a:latin typeface="Cambria Math" panose="02040503050406030204" charset="0"/>
                              <a:ea typeface="黑体" panose="02010609060101010101" pitchFamily="49" charset="-122"/>
                            </a:rPr>
                            <m:t>Δ</m:t>
                          </m:r>
                          <m:r>
                            <a:rPr kumimoji="1" lang="zh-CN" altLang="en-US" sz="2800">
                              <a:solidFill>
                                <a:schemeClr val="tx1">
                                  <a:lumMod val="95000"/>
                                  <a:lumOff val="5000"/>
                                </a:schemeClr>
                              </a:solidFill>
                              <a:latin typeface="Cambria Math" panose="02040503050406030204" charset="0"/>
                              <a:ea typeface="黑体" panose="02010609060101010101" pitchFamily="49" charset="-122"/>
                            </a:rPr>
                            <m:t>​</m:t>
                          </m:r>
                          <m:r>
                            <a:rPr kumimoji="1" lang="zh-CN" altLang="en-US" sz="2800">
                              <a:solidFill>
                                <a:schemeClr val="tx1">
                                  <a:lumMod val="95000"/>
                                  <a:lumOff val="5000"/>
                                </a:schemeClr>
                              </a:solidFill>
                              <a:latin typeface="Cambria Math" panose="02040503050406030204" charset="0"/>
                              <a:ea typeface="黑体" panose="02010609060101010101" pitchFamily="49" charset="-122"/>
                            </a:rPr>
                            <m:t>𝑥</m:t>
                          </m:r>
                          <m:r>
                            <a:rPr kumimoji="1" lang="en-US" altLang="zh-CN" sz="2800" i="1" dirty="0">
                              <a:latin typeface="Cambria Math" panose="02040503050406030204" charset="0"/>
                              <a:ea typeface="黑体" panose="02010609060101010101" pitchFamily="49" charset="-122"/>
                              <a:cs typeface="Cambria Math" panose="02040503050406030204" charset="0"/>
                            </a:rPr>
                            <m:t>,</m:t>
                          </m:r>
                          <m:r>
                            <a:rPr kumimoji="1" lang="zh-CN" altLang="en-US" sz="2800">
                              <a:solidFill>
                                <a:schemeClr val="tx1">
                                  <a:lumMod val="95000"/>
                                  <a:lumOff val="5000"/>
                                </a:schemeClr>
                              </a:solidFill>
                              <a:latin typeface="Cambria Math" panose="02040503050406030204" charset="0"/>
                              <a:ea typeface="黑体" panose="02010609060101010101" pitchFamily="49" charset="-122"/>
                            </a:rPr>
                            <m:t>𝑦</m:t>
                          </m:r>
                          <m:r>
                            <a:rPr kumimoji="1" lang="zh-CN" altLang="en-US" sz="2800">
                              <a:solidFill>
                                <a:schemeClr val="tx1">
                                  <a:lumMod val="95000"/>
                                  <a:lumOff val="5000"/>
                                </a:schemeClr>
                              </a:solidFill>
                              <a:latin typeface="Cambria Math" panose="02040503050406030204" charset="0"/>
                              <a:ea typeface="黑体" panose="02010609060101010101" pitchFamily="49" charset="-122"/>
                            </a:rPr>
                            <m:t>+</m:t>
                          </m:r>
                          <m:r>
                            <m:rPr>
                              <m:sty m:val="p"/>
                            </m:rPr>
                            <a:rPr kumimoji="1" lang="zh-CN" altLang="en-US" sz="2800">
                              <a:solidFill>
                                <a:schemeClr val="tx1">
                                  <a:lumMod val="95000"/>
                                  <a:lumOff val="5000"/>
                                </a:schemeClr>
                              </a:solidFill>
                              <a:latin typeface="Cambria Math" panose="02040503050406030204" charset="0"/>
                              <a:ea typeface="黑体" panose="02010609060101010101" pitchFamily="49" charset="-122"/>
                            </a:rPr>
                            <m:t>Δ</m:t>
                          </m:r>
                          <m:r>
                            <a:rPr kumimoji="1" lang="zh-CN" altLang="en-US" sz="2800">
                              <a:solidFill>
                                <a:schemeClr val="tx1">
                                  <a:lumMod val="95000"/>
                                  <a:lumOff val="5000"/>
                                </a:schemeClr>
                              </a:solidFill>
                              <a:latin typeface="Cambria Math" panose="02040503050406030204" charset="0"/>
                              <a:ea typeface="黑体" panose="02010609060101010101" pitchFamily="49" charset="-122"/>
                            </a:rPr>
                            <m:t>​</m:t>
                          </m:r>
                          <m:r>
                            <a:rPr kumimoji="1" lang="zh-CN" altLang="en-US" sz="2800">
                              <a:solidFill>
                                <a:schemeClr val="tx1">
                                  <a:lumMod val="95000"/>
                                  <a:lumOff val="5000"/>
                                </a:schemeClr>
                              </a:solidFill>
                              <a:latin typeface="Cambria Math" panose="02040503050406030204" charset="0"/>
                              <a:ea typeface="黑体" panose="02010609060101010101" pitchFamily="49" charset="-122"/>
                            </a:rPr>
                            <m:t>𝑦</m:t>
                          </m:r>
                        </m:e>
                      </m:d>
                      <m:r>
                        <a:rPr kumimoji="1" lang="zh-CN" altLang="en-US" sz="2800">
                          <a:solidFill>
                            <a:schemeClr val="tx1">
                              <a:lumMod val="95000"/>
                              <a:lumOff val="5000"/>
                            </a:schemeClr>
                          </a:solidFill>
                          <a:latin typeface="Cambria Math" panose="02040503050406030204" charset="0"/>
                          <a:ea typeface="黑体" panose="02010609060101010101" pitchFamily="49" charset="-122"/>
                        </a:rPr>
                        <m:t>−</m:t>
                      </m:r>
                      <m:r>
                        <a:rPr kumimoji="1" lang="zh-CN" altLang="en-US" sz="2800">
                          <a:solidFill>
                            <a:schemeClr val="tx1">
                              <a:lumMod val="95000"/>
                              <a:lumOff val="5000"/>
                            </a:schemeClr>
                          </a:solidFill>
                          <a:latin typeface="Cambria Math" panose="02040503050406030204" charset="0"/>
                          <a:ea typeface="黑体" panose="02010609060101010101" pitchFamily="49" charset="-122"/>
                        </a:rPr>
                        <m:t>𝑓</m:t>
                      </m:r>
                      <m:d>
                        <m:dPr>
                          <m:ctrlPr>
                            <a:rPr kumimoji="1" lang="zh-CN" altLang="en-US" sz="2800" i="1">
                              <a:solidFill>
                                <a:schemeClr val="tx1">
                                  <a:lumMod val="95000"/>
                                  <a:lumOff val="5000"/>
                                </a:schemeClr>
                              </a:solidFill>
                              <a:latin typeface="Cambria Math" panose="02040503050406030204" charset="0"/>
                              <a:ea typeface="黑体" panose="02010609060101010101" pitchFamily="49" charset="-122"/>
                            </a:rPr>
                          </m:ctrlPr>
                        </m:dPr>
                        <m:e>
                          <m:r>
                            <a:rPr kumimoji="1" lang="zh-CN" altLang="en-US" sz="2800">
                              <a:solidFill>
                                <a:schemeClr val="tx1">
                                  <a:lumMod val="95000"/>
                                  <a:lumOff val="5000"/>
                                </a:schemeClr>
                              </a:solidFill>
                              <a:latin typeface="Cambria Math" panose="02040503050406030204" charset="0"/>
                              <a:ea typeface="黑体" panose="02010609060101010101" pitchFamily="49" charset="-122"/>
                            </a:rPr>
                            <m:t>𝑥</m:t>
                          </m:r>
                          <m:r>
                            <a:rPr kumimoji="1" lang="zh-CN" altLang="en-US" sz="2800">
                              <a:solidFill>
                                <a:schemeClr val="tx1">
                                  <a:lumMod val="95000"/>
                                  <a:lumOff val="5000"/>
                                </a:schemeClr>
                              </a:solidFill>
                              <a:latin typeface="Cambria Math" panose="02040503050406030204" charset="0"/>
                              <a:ea typeface="黑体" panose="02010609060101010101" pitchFamily="49" charset="-122"/>
                            </a:rPr>
                            <m:t>,</m:t>
                          </m:r>
                          <m:r>
                            <a:rPr kumimoji="1" lang="zh-CN" altLang="en-US" sz="2800">
                              <a:solidFill>
                                <a:schemeClr val="tx1">
                                  <a:lumMod val="95000"/>
                                  <a:lumOff val="5000"/>
                                </a:schemeClr>
                              </a:solidFill>
                              <a:latin typeface="Cambria Math" panose="02040503050406030204" charset="0"/>
                              <a:ea typeface="黑体" panose="02010609060101010101" pitchFamily="49" charset="-122"/>
                            </a:rPr>
                            <m:t>𝑦</m:t>
                          </m:r>
                        </m:e>
                      </m:d>
                      <m:r>
                        <a:rPr kumimoji="1" lang="en-US" altLang="zh-CN" sz="2800" i="1" dirty="0">
                          <a:latin typeface="Cambria Math" panose="02040503050406030204" charset="0"/>
                          <a:ea typeface="黑体" panose="02010609060101010101" pitchFamily="49" charset="-122"/>
                          <a:cs typeface="Cambria Math" panose="02040503050406030204" charset="0"/>
                        </a:rPr>
                        <m:t>,</m:t>
                      </m:r>
                      <m:r>
                        <m:rPr>
                          <m:nor/>
                        </m:rPr>
                        <a:rPr kumimoji="1" lang="zh-CN" altLang="en-US" sz="2800">
                          <a:solidFill>
                            <a:schemeClr val="tx1">
                              <a:lumMod val="95000"/>
                              <a:lumOff val="5000"/>
                            </a:schemeClr>
                          </a:solidFill>
                          <a:latin typeface="Cambria Math" panose="02040503050406030204" charset="0"/>
                          <a:ea typeface="黑体" panose="02010609060101010101" pitchFamily="49" charset="-122"/>
                        </a:rPr>
                        <m:t>称为</m:t>
                      </m:r>
                      <m:r>
                        <a:rPr kumimoji="1" lang="zh-CN" altLang="en-US" sz="2800" b="1" i="0" smtClean="0">
                          <a:solidFill>
                            <a:srgbClr val="04926A"/>
                          </a:solidFill>
                          <a:latin typeface="Cambria Math" panose="02040503050406030204" charset="0"/>
                          <a:ea typeface="黑体" panose="02010609060101010101" pitchFamily="49" charset="-122"/>
                        </a:rPr>
                        <m:t>全</m:t>
                      </m:r>
                      <m:r>
                        <m:rPr>
                          <m:nor/>
                        </m:rPr>
                        <a:rPr kumimoji="1" lang="zh-CN" altLang="en-US" sz="2800" b="1">
                          <a:solidFill>
                            <a:srgbClr val="04926A"/>
                          </a:solidFill>
                          <a:latin typeface="Cambria Math" panose="02040503050406030204" charset="0"/>
                          <a:ea typeface="黑体" panose="02010609060101010101" pitchFamily="49" charset="-122"/>
                        </a:rPr>
                        <m:t>增量</m:t>
                      </m:r>
                      <m:r>
                        <a:rPr kumimoji="1" lang="en-US" altLang="zh-CN" sz="2800" b="0" i="1" smtClean="0">
                          <a:solidFill>
                            <a:schemeClr val="tx1">
                              <a:lumMod val="95000"/>
                              <a:lumOff val="5000"/>
                            </a:schemeClr>
                          </a:solidFill>
                          <a:latin typeface="Cambria Math" panose="02040503050406030204" charset="0"/>
                          <a:ea typeface="黑体" panose="02010609060101010101" pitchFamily="49" charset="-122"/>
                        </a:rPr>
                        <m:t>.</m:t>
                      </m:r>
                    </m:oMath>
                  </m:oMathPara>
                </a14:m>
                <a:endParaRPr kumimoji="1" lang="zh-CN" altLang="en-US" sz="2800" dirty="0">
                  <a:solidFill>
                    <a:schemeClr val="tx1">
                      <a:lumMod val="95000"/>
                      <a:lumOff val="5000"/>
                    </a:schemeClr>
                  </a:solidFill>
                  <a:latin typeface="Cambria Math" panose="02040503050406030204" charset="0"/>
                  <a:ea typeface="黑体" panose="02010609060101010101" pitchFamily="49" charset="-122"/>
                </a:endParaRPr>
              </a:p>
            </p:txBody>
          </p:sp>
        </mc:Choice>
        <mc:Fallback>
          <p:sp>
            <p:nvSpPr>
              <p:cNvPr id="27" name="对象 7"/>
              <p:cNvSpPr txBox="1">
                <a:spLocks noRot="1" noChangeAspect="1" noMove="1" noResize="1" noEditPoints="1" noAdjustHandles="1" noChangeArrowheads="1" noChangeShapeType="1" noTextEdit="1"/>
              </p:cNvSpPr>
              <p:nvPr/>
            </p:nvSpPr>
            <p:spPr>
              <a:xfrm>
                <a:off x="3240088" y="5686555"/>
                <a:ext cx="7583488" cy="431800"/>
              </a:xfrm>
              <a:prstGeom prst="rect">
                <a:avLst/>
              </a:prstGeom>
              <a:blipFill rotWithShape="1">
                <a:blip r:embed="rId6"/>
                <a:stretch>
                  <a:fillRect l="-4" t="-30" b="-16882"/>
                </a:stretch>
              </a:blipFill>
            </p:spPr>
            <p:txBody>
              <a:bodyPr/>
              <a:lstStyle/>
              <a:p>
                <a:r>
                  <a:rPr lang="zh-CN" altLang="en-US">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wipe(left)">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19"/>
                                        </p:tgtEl>
                                        <p:attrNameLst>
                                          <p:attrName>style.visibility</p:attrName>
                                        </p:attrNameLst>
                                      </p:cBhvr>
                                      <p:to>
                                        <p:strVal val="visible"/>
                                      </p:to>
                                    </p:set>
                                    <p:animEffect transition="in" filter="wipe(left)">
                                      <p:cBhvr>
                                        <p:cTn id="17" dur="500"/>
                                        <p:tgtEl>
                                          <p:spTgt spid="19"/>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4"/>
                                        </p:tgtEl>
                                        <p:attrNameLst>
                                          <p:attrName>style.visibility</p:attrName>
                                        </p:attrNameLst>
                                      </p:cBhvr>
                                      <p:to>
                                        <p:strVal val="visible"/>
                                      </p:to>
                                    </p:set>
                                    <p:animEffect transition="in" filter="wipe(left)">
                                      <p:cBhvr>
                                        <p:cTn id="22" dur="500"/>
                                        <p:tgtEl>
                                          <p:spTgt spid="4"/>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wipe(left)">
                                      <p:cBhvr>
                                        <p:cTn id="27" dur="500"/>
                                        <p:tgtEl>
                                          <p:spTgt spid="7"/>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8"/>
                                        </p:tgtEl>
                                        <p:attrNameLst>
                                          <p:attrName>style.visibility</p:attrName>
                                        </p:attrNameLst>
                                      </p:cBhvr>
                                      <p:to>
                                        <p:strVal val="visible"/>
                                      </p:to>
                                    </p:set>
                                    <p:animEffect transition="in" filter="wipe(left)">
                                      <p:cBhvr>
                                        <p:cTn id="32" dur="500"/>
                                        <p:tgtEl>
                                          <p:spTgt spid="8"/>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3"/>
                                        </p:tgtEl>
                                        <p:attrNameLst>
                                          <p:attrName>style.visibility</p:attrName>
                                        </p:attrNameLst>
                                      </p:cBhvr>
                                      <p:to>
                                        <p:strVal val="visible"/>
                                      </p:to>
                                    </p:set>
                                    <p:animEffect transition="in" filter="wipe(left)">
                                      <p:cBhvr>
                                        <p:cTn id="37" dur="500"/>
                                        <p:tgtEl>
                                          <p:spTgt spid="3"/>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25"/>
                                        </p:tgtEl>
                                        <p:attrNameLst>
                                          <p:attrName>style.visibility</p:attrName>
                                        </p:attrNameLst>
                                      </p:cBhvr>
                                      <p:to>
                                        <p:strVal val="visible"/>
                                      </p:to>
                                    </p:set>
                                    <p:animEffect transition="in" filter="wipe(left)">
                                      <p:cBhvr>
                                        <p:cTn id="42" dur="500"/>
                                        <p:tgtEl>
                                          <p:spTgt spid="25"/>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26"/>
                                        </p:tgtEl>
                                        <p:attrNameLst>
                                          <p:attrName>style.visibility</p:attrName>
                                        </p:attrNameLst>
                                      </p:cBhvr>
                                      <p:to>
                                        <p:strVal val="visible"/>
                                      </p:to>
                                    </p:set>
                                    <p:animEffect transition="in" filter="wipe(left)">
                                      <p:cBhvr>
                                        <p:cTn id="47" dur="500"/>
                                        <p:tgtEl>
                                          <p:spTgt spid="26"/>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grpId="0" nodeType="clickEffect">
                                  <p:stCondLst>
                                    <p:cond delay="0"/>
                                  </p:stCondLst>
                                  <p:childTnLst>
                                    <p:set>
                                      <p:cBhvr>
                                        <p:cTn id="51" dur="1" fill="hold">
                                          <p:stCondLst>
                                            <p:cond delay="0"/>
                                          </p:stCondLst>
                                        </p:cTn>
                                        <p:tgtEl>
                                          <p:spTgt spid="27"/>
                                        </p:tgtEl>
                                        <p:attrNameLst>
                                          <p:attrName>style.visibility</p:attrName>
                                        </p:attrNameLst>
                                      </p:cBhvr>
                                      <p:to>
                                        <p:strVal val="visible"/>
                                      </p:to>
                                    </p:set>
                                    <p:animEffect transition="in" filter="wipe(left)">
                                      <p:cBhvr>
                                        <p:cTn id="52"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animBg="1"/>
      <p:bldP spid="4" grpId="0"/>
      <p:bldP spid="6" grpId="0" animBg="1"/>
      <p:bldP spid="7" grpId="0"/>
      <p:bldP spid="8" grpId="0"/>
      <p:bldP spid="25" grpId="0"/>
      <p:bldP spid="26" grpId="0"/>
      <p:bldP spid="27"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3" name="组合 42"/>
          <p:cNvGrpSpPr/>
          <p:nvPr/>
        </p:nvGrpSpPr>
        <p:grpSpPr>
          <a:xfrm>
            <a:off x="0" y="0"/>
            <a:ext cx="12192000" cy="6858000"/>
            <a:chOff x="0" y="0"/>
            <a:chExt cx="12192000" cy="6858000"/>
          </a:xfrm>
        </p:grpSpPr>
        <p:sp>
          <p:nvSpPr>
            <p:cNvPr id="44" name="Rectangle 1"/>
            <p:cNvSpPr/>
            <p:nvPr/>
          </p:nvSpPr>
          <p:spPr>
            <a:xfrm>
              <a:off x="0" y="0"/>
              <a:ext cx="12192000" cy="6858000"/>
            </a:xfrm>
            <a:prstGeom prst="rect">
              <a:avLst/>
            </a:prstGeom>
            <a:gradFill flip="none" rotWithShape="1">
              <a:gsLst>
                <a:gs pos="0">
                  <a:srgbClr val="009E47">
                    <a:alpha val="88000"/>
                  </a:srgbClr>
                </a:gs>
                <a:gs pos="55000">
                  <a:srgbClr val="039463"/>
                </a:gs>
                <a:gs pos="100000">
                  <a:srgbClr val="068885"/>
                </a:gs>
              </a:gsLst>
              <a:path path="circle">
                <a:fillToRect t="100000" r="100000"/>
              </a:path>
              <a:tileRect l="-100000" b="-100000"/>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rgbClr val="FFFFFF"/>
                </a:solidFill>
                <a:effectLst/>
                <a:uLnTx/>
                <a:uFillTx/>
                <a:latin typeface="Calibri" panose="020F0502020204030204"/>
                <a:ea typeface="+mn-ea"/>
                <a:cs typeface="+mn-cs"/>
              </a:endParaRPr>
            </a:p>
          </p:txBody>
        </p:sp>
        <p:sp>
          <p:nvSpPr>
            <p:cNvPr id="45" name="圆角矩形 2"/>
            <p:cNvSpPr/>
            <p:nvPr/>
          </p:nvSpPr>
          <p:spPr>
            <a:xfrm>
              <a:off x="224790" y="196850"/>
              <a:ext cx="11743055" cy="6456045"/>
            </a:xfrm>
            <a:prstGeom prst="roundRect">
              <a:avLst>
                <a:gd name="adj" fmla="val 3499"/>
              </a:avLst>
            </a:prstGeom>
            <a:solidFill>
              <a:schemeClr val="bg1"/>
            </a:solidFill>
            <a:ln>
              <a:solidFill>
                <a:srgbClr val="17908C"/>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nvGrpSpPr>
            <p:cNvPr id="46" name="组合 45"/>
            <p:cNvGrpSpPr/>
            <p:nvPr/>
          </p:nvGrpSpPr>
          <p:grpSpPr>
            <a:xfrm>
              <a:off x="228600" y="236182"/>
              <a:ext cx="11771970" cy="6421275"/>
              <a:chOff x="228600" y="236182"/>
              <a:chExt cx="11771970" cy="6421275"/>
            </a:xfrm>
          </p:grpSpPr>
          <p:sp>
            <p:nvSpPr>
              <p:cNvPr id="47" name="Rectangle 1"/>
              <p:cNvSpPr/>
              <p:nvPr/>
            </p:nvSpPr>
            <p:spPr>
              <a:xfrm>
                <a:off x="364173" y="6462830"/>
                <a:ext cx="82948" cy="81477"/>
              </a:xfrm>
              <a:prstGeom prst="rect">
                <a:avLst/>
              </a:prstGeom>
              <a:gradFill flip="none" rotWithShape="1">
                <a:gsLst>
                  <a:gs pos="0">
                    <a:srgbClr val="009E47">
                      <a:alpha val="73000"/>
                    </a:srgbClr>
                  </a:gs>
                  <a:gs pos="61000">
                    <a:srgbClr val="039463"/>
                  </a:gs>
                  <a:gs pos="100000">
                    <a:srgbClr val="068885"/>
                  </a:gs>
                </a:gsLst>
                <a:path path="circle">
                  <a:fillToRect t="100000" r="100000"/>
                </a:path>
                <a:tileRect l="-100000" b="-100000"/>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rgbClr val="FFFFFF"/>
                  </a:solidFill>
                  <a:effectLst/>
                  <a:uLnTx/>
                  <a:uFillTx/>
                  <a:latin typeface="Calibri" panose="020F0502020204030204"/>
                  <a:ea typeface="+mn-ea"/>
                  <a:cs typeface="+mn-cs"/>
                </a:endParaRPr>
              </a:p>
            </p:txBody>
          </p:sp>
          <p:sp>
            <p:nvSpPr>
              <p:cNvPr id="48" name="Rectangle 1"/>
              <p:cNvSpPr/>
              <p:nvPr/>
            </p:nvSpPr>
            <p:spPr>
              <a:xfrm rot="2659048">
                <a:off x="8838055" y="320052"/>
                <a:ext cx="147664" cy="140036"/>
              </a:xfrm>
              <a:prstGeom prst="rect">
                <a:avLst/>
              </a:prstGeom>
              <a:gradFill flip="none" rotWithShape="1">
                <a:gsLst>
                  <a:gs pos="0">
                    <a:srgbClr val="009E47">
                      <a:alpha val="73000"/>
                    </a:srgbClr>
                  </a:gs>
                  <a:gs pos="61000">
                    <a:srgbClr val="039463"/>
                  </a:gs>
                  <a:gs pos="100000">
                    <a:srgbClr val="068885"/>
                  </a:gs>
                </a:gsLst>
                <a:path path="circle">
                  <a:fillToRect t="100000" r="100000"/>
                </a:path>
                <a:tileRect l="-100000" b="-100000"/>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dirty="0">
                  <a:ln>
                    <a:noFill/>
                  </a:ln>
                  <a:solidFill>
                    <a:srgbClr val="FFFFFF"/>
                  </a:solidFill>
                  <a:effectLst/>
                  <a:uLnTx/>
                  <a:uFillTx/>
                  <a:latin typeface="Calibri" panose="020F0502020204030204"/>
                  <a:ea typeface="+mn-ea"/>
                  <a:cs typeface="+mn-cs"/>
                </a:endParaRPr>
              </a:p>
            </p:txBody>
          </p:sp>
          <p:sp>
            <p:nvSpPr>
              <p:cNvPr id="49" name="矩形 48"/>
              <p:cNvSpPr/>
              <p:nvPr/>
            </p:nvSpPr>
            <p:spPr>
              <a:xfrm>
                <a:off x="543503" y="6349680"/>
                <a:ext cx="1420582" cy="307777"/>
              </a:xfrm>
              <a:prstGeom prst="rect">
                <a:avLst/>
              </a:prstGeom>
            </p:spPr>
            <p:txBody>
              <a:bodyPr wrap="none">
                <a:spAutoFit/>
              </a:bodyPr>
              <a:lstStyle/>
              <a:p>
                <a:r>
                  <a:rPr lang="zh-CN" altLang="en-US" sz="1400" dirty="0">
                    <a:solidFill>
                      <a:schemeClr val="bg1">
                        <a:lumMod val="50000"/>
                      </a:schemeClr>
                    </a:solidFill>
                    <a:latin typeface="微软雅黑" panose="020B0503020204020204" pitchFamily="34" charset="-122"/>
                    <a:ea typeface="微软雅黑" panose="020B0503020204020204" pitchFamily="34" charset="-122"/>
                  </a:rPr>
                  <a:t>第三节   全微分</a:t>
                </a:r>
                <a:endParaRPr lang="zh-CN" altLang="en-US" sz="1400" dirty="0">
                  <a:solidFill>
                    <a:schemeClr val="bg1">
                      <a:lumMod val="50000"/>
                    </a:schemeClr>
                  </a:solidFill>
                  <a:latin typeface="微软雅黑" panose="020B0503020204020204" pitchFamily="34" charset="-122"/>
                  <a:ea typeface="微软雅黑" panose="020B0503020204020204" pitchFamily="34" charset="-122"/>
                </a:endParaRPr>
              </a:p>
            </p:txBody>
          </p:sp>
          <p:sp>
            <p:nvSpPr>
              <p:cNvPr id="50" name="矩形 49"/>
              <p:cNvSpPr/>
              <p:nvPr/>
            </p:nvSpPr>
            <p:spPr>
              <a:xfrm>
                <a:off x="9055533" y="236182"/>
                <a:ext cx="2945037" cy="307777"/>
              </a:xfrm>
              <a:prstGeom prst="rect">
                <a:avLst/>
              </a:prstGeom>
            </p:spPr>
            <p:txBody>
              <a:bodyPr wrap="none">
                <a:spAutoFit/>
              </a:bodyPr>
              <a:lstStyle/>
              <a:p>
                <a:r>
                  <a:rPr lang="zh-CN" altLang="en-US" sz="1400" dirty="0">
                    <a:solidFill>
                      <a:schemeClr val="bg1">
                        <a:lumMod val="50000"/>
                      </a:schemeClr>
                    </a:solidFill>
                    <a:latin typeface="微软雅黑" panose="020B0503020204020204" pitchFamily="34" charset="-122"/>
                    <a:ea typeface="微软雅黑" panose="020B0503020204020204" pitchFamily="34" charset="-122"/>
                  </a:rPr>
                  <a:t>第九章   多元函数微分法及其应用</a:t>
                </a:r>
                <a:endParaRPr lang="zh-CN" altLang="en-US" sz="1400" dirty="0">
                  <a:solidFill>
                    <a:schemeClr val="bg1">
                      <a:lumMod val="50000"/>
                    </a:schemeClr>
                  </a:solidFill>
                  <a:latin typeface="微软雅黑" panose="020B0503020204020204" pitchFamily="34" charset="-122"/>
                  <a:ea typeface="微软雅黑" panose="020B0503020204020204" pitchFamily="34" charset="-122"/>
                </a:endParaRPr>
              </a:p>
            </p:txBody>
          </p:sp>
          <p:cxnSp>
            <p:nvCxnSpPr>
              <p:cNvPr id="51" name="直接连接符 50"/>
              <p:cNvCxnSpPr/>
              <p:nvPr/>
            </p:nvCxnSpPr>
            <p:spPr>
              <a:xfrm>
                <a:off x="228600" y="390070"/>
                <a:ext cx="8388000" cy="0"/>
              </a:xfrm>
              <a:prstGeom prst="line">
                <a:avLst/>
              </a:prstGeom>
              <a:ln>
                <a:solidFill>
                  <a:srgbClr val="04926A"/>
                </a:solidFill>
              </a:ln>
            </p:spPr>
            <p:style>
              <a:lnRef idx="1">
                <a:schemeClr val="accent1"/>
              </a:lnRef>
              <a:fillRef idx="0">
                <a:schemeClr val="accent1"/>
              </a:fillRef>
              <a:effectRef idx="0">
                <a:schemeClr val="accent1"/>
              </a:effectRef>
              <a:fontRef idx="minor">
                <a:schemeClr val="tx1"/>
              </a:fontRef>
            </p:style>
          </p:cxnSp>
          <p:cxnSp>
            <p:nvCxnSpPr>
              <p:cNvPr id="52" name="直接连接符 51"/>
              <p:cNvCxnSpPr/>
              <p:nvPr/>
            </p:nvCxnSpPr>
            <p:spPr>
              <a:xfrm>
                <a:off x="2047875" y="6503568"/>
                <a:ext cx="9894022"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grpSp>
      </p:grpSp>
      <p:sp>
        <p:nvSpPr>
          <p:cNvPr id="2" name="Rectangle 25"/>
          <p:cNvSpPr>
            <a:spLocks noChangeArrowheads="1"/>
          </p:cNvSpPr>
          <p:nvPr/>
        </p:nvSpPr>
        <p:spPr bwMode="auto">
          <a:xfrm>
            <a:off x="3911351" y="2696762"/>
            <a:ext cx="1828800" cy="508000"/>
          </a:xfrm>
          <a:prstGeom prst="rect">
            <a:avLst/>
          </a:prstGeom>
          <a:solidFill>
            <a:srgbClr val="04926A">
              <a:alpha val="42000"/>
            </a:srgbClr>
          </a:solidFill>
          <a:ln w="19050">
            <a:noFill/>
            <a:miter lim="800000"/>
          </a:ln>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en-US" sz="4800" b="0" i="0" u="none" strike="noStrike" kern="1200" cap="none" spc="0" normalizeH="0" baseline="0" noProof="0">
              <a:ln>
                <a:noFill/>
              </a:ln>
              <a:solidFill>
                <a:prstClr val="black"/>
              </a:solidFill>
              <a:effectLst/>
              <a:uLnTx/>
              <a:uFillTx/>
              <a:latin typeface="Times New Roman" panose="02020603050405020304"/>
              <a:ea typeface="黑体" panose="02010609060101010101" pitchFamily="49" charset="-122"/>
              <a:cs typeface="+mn-ea"/>
              <a:sym typeface="+mn-lt"/>
            </a:endParaRPr>
          </a:p>
        </p:txBody>
      </p:sp>
      <mc:AlternateContent xmlns:mc="http://schemas.openxmlformats.org/markup-compatibility/2006">
        <mc:Choice xmlns:a14="http://schemas.microsoft.com/office/drawing/2010/main" Requires="a14">
          <p:sp>
            <p:nvSpPr>
              <p:cNvPr id="4" name="Text Box 3"/>
              <p:cNvSpPr txBox="1">
                <a:spLocks noChangeArrowheads="1"/>
              </p:cNvSpPr>
              <p:nvPr/>
            </p:nvSpPr>
            <p:spPr bwMode="auto">
              <a:xfrm>
                <a:off x="2450787" y="1462088"/>
                <a:ext cx="6991595" cy="4762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square">
                <a:spAutoFit/>
              </a:bodyPr>
              <a:lstStyle/>
              <a:p>
                <a:pPr marR="0" lvl="0" indent="0" fontAlgn="base">
                  <a:lnSpc>
                    <a:spcPct val="90000"/>
                  </a:lnSpc>
                  <a:spcBef>
                    <a:spcPct val="50000"/>
                  </a:spcBef>
                  <a:spcAft>
                    <a:spcPct val="0"/>
                  </a:spcAft>
                  <a:buClrTx/>
                  <a:buSzTx/>
                  <a:buFontTx/>
                  <a:buNone/>
                  <a:defRPr/>
                </a:pPr>
                <a:r>
                  <a:rPr kumimoji="1" lang="en-US" altLang="zh-CN" sz="2800" dirty="0">
                    <a:solidFill>
                      <a:schemeClr val="tx1">
                        <a:lumMod val="95000"/>
                        <a:lumOff val="5000"/>
                      </a:schemeClr>
                    </a:solidFill>
                    <a:latin typeface="Cambria Math" panose="02040503050406030204" charset="0"/>
                    <a:ea typeface="黑体" panose="02010609060101010101" pitchFamily="49" charset="-122"/>
                    <a:sym typeface="+mn-lt"/>
                  </a:rPr>
                  <a:t> </a:t>
                </a:r>
                <a:r>
                  <a:rPr kumimoji="1" lang="zh-CN" altLang="en-US" sz="2800" dirty="0">
                    <a:solidFill>
                      <a:schemeClr val="tx1">
                        <a:lumMod val="95000"/>
                        <a:lumOff val="5000"/>
                      </a:schemeClr>
                    </a:solidFill>
                    <a:latin typeface="Cambria Math" panose="02040503050406030204" charset="0"/>
                    <a:ea typeface="黑体" panose="02010609060101010101" pitchFamily="49" charset="-122"/>
                    <a:sym typeface="+mn-lt"/>
                  </a:rPr>
                  <a:t>如果函数</a:t>
                </a:r>
                <a14:m>
                  <m:oMath xmlns:m="http://schemas.openxmlformats.org/officeDocument/2006/math">
                    <m:r>
                      <a:rPr kumimoji="1" lang="zh-CN" altLang="en-US" sz="2800">
                        <a:solidFill>
                          <a:schemeClr val="tx1">
                            <a:lumMod val="95000"/>
                            <a:lumOff val="5000"/>
                          </a:schemeClr>
                        </a:solidFill>
                        <a:latin typeface="Cambria Math" panose="02040503050406030204" charset="0"/>
                        <a:ea typeface="黑体" panose="02010609060101010101" pitchFamily="49" charset="-122"/>
                      </a:rPr>
                      <m:t>𝑧</m:t>
                    </m:r>
                    <m:r>
                      <a:rPr kumimoji="1" lang="zh-CN" altLang="en-US" sz="2800">
                        <a:solidFill>
                          <a:schemeClr val="tx1">
                            <a:lumMod val="95000"/>
                            <a:lumOff val="5000"/>
                          </a:schemeClr>
                        </a:solidFill>
                        <a:latin typeface="Cambria Math" panose="02040503050406030204" charset="0"/>
                        <a:ea typeface="黑体" panose="02010609060101010101" pitchFamily="49" charset="-122"/>
                      </a:rPr>
                      <m:t>=</m:t>
                    </m:r>
                    <m:r>
                      <a:rPr kumimoji="1" lang="zh-CN" altLang="en-US" sz="2800">
                        <a:solidFill>
                          <a:schemeClr val="tx1">
                            <a:lumMod val="95000"/>
                            <a:lumOff val="5000"/>
                          </a:schemeClr>
                        </a:solidFill>
                        <a:latin typeface="Cambria Math" panose="02040503050406030204" charset="0"/>
                        <a:ea typeface="黑体" panose="02010609060101010101" pitchFamily="49" charset="-122"/>
                      </a:rPr>
                      <m:t>𝑓</m:t>
                    </m:r>
                    <m:r>
                      <a:rPr kumimoji="1" lang="zh-CN" altLang="en-US" sz="2800">
                        <a:solidFill>
                          <a:schemeClr val="tx1">
                            <a:lumMod val="95000"/>
                            <a:lumOff val="5000"/>
                          </a:schemeClr>
                        </a:solidFill>
                        <a:latin typeface="Cambria Math" panose="02040503050406030204" charset="0"/>
                        <a:ea typeface="黑体" panose="02010609060101010101" pitchFamily="49" charset="-122"/>
                      </a:rPr>
                      <m:t>(</m:t>
                    </m:r>
                    <m:r>
                      <a:rPr kumimoji="1" lang="zh-CN" altLang="en-US" sz="2800">
                        <a:solidFill>
                          <a:schemeClr val="tx1">
                            <a:lumMod val="95000"/>
                            <a:lumOff val="5000"/>
                          </a:schemeClr>
                        </a:solidFill>
                        <a:latin typeface="Cambria Math" panose="02040503050406030204" charset="0"/>
                        <a:ea typeface="黑体" panose="02010609060101010101" pitchFamily="49" charset="-122"/>
                      </a:rPr>
                      <m:t>𝑥</m:t>
                    </m:r>
                    <m:r>
                      <a:rPr kumimoji="1" lang="zh-CN" altLang="en-US" sz="2800">
                        <a:solidFill>
                          <a:schemeClr val="tx1">
                            <a:lumMod val="95000"/>
                            <a:lumOff val="5000"/>
                          </a:schemeClr>
                        </a:solidFill>
                        <a:latin typeface="Cambria Math" panose="02040503050406030204" charset="0"/>
                        <a:ea typeface="黑体" panose="02010609060101010101" pitchFamily="49" charset="-122"/>
                      </a:rPr>
                      <m:t>,</m:t>
                    </m:r>
                    <m:r>
                      <a:rPr kumimoji="1" lang="zh-CN" altLang="en-US" sz="2800">
                        <a:solidFill>
                          <a:schemeClr val="tx1">
                            <a:lumMod val="95000"/>
                            <a:lumOff val="5000"/>
                          </a:schemeClr>
                        </a:solidFill>
                        <a:latin typeface="Cambria Math" panose="02040503050406030204" charset="0"/>
                        <a:ea typeface="黑体" panose="02010609060101010101" pitchFamily="49" charset="-122"/>
                      </a:rPr>
                      <m:t>𝑦</m:t>
                    </m:r>
                    <m:r>
                      <a:rPr kumimoji="1" lang="zh-CN" altLang="en-US" sz="2800">
                        <a:solidFill>
                          <a:schemeClr val="tx1">
                            <a:lumMod val="95000"/>
                            <a:lumOff val="5000"/>
                          </a:schemeClr>
                        </a:solidFill>
                        <a:latin typeface="Cambria Math" panose="02040503050406030204" charset="0"/>
                        <a:ea typeface="黑体" panose="02010609060101010101" pitchFamily="49" charset="-122"/>
                      </a:rPr>
                      <m:t>)</m:t>
                    </m:r>
                  </m:oMath>
                </a14:m>
                <a:r>
                  <a:rPr kumimoji="1" lang="zh-CN" altLang="en-US" sz="2800" dirty="0">
                    <a:solidFill>
                      <a:schemeClr val="tx1">
                        <a:lumMod val="95000"/>
                        <a:lumOff val="5000"/>
                      </a:schemeClr>
                    </a:solidFill>
                    <a:latin typeface="Cambria Math" panose="02040503050406030204" charset="0"/>
                    <a:ea typeface="黑体" panose="02010609060101010101" pitchFamily="49" charset="-122"/>
                    <a:sym typeface="+mn-lt"/>
                  </a:rPr>
                  <a:t>定义域 </a:t>
                </a:r>
                <a14:m>
                  <m:oMath xmlns:m="http://schemas.openxmlformats.org/officeDocument/2006/math">
                    <m:r>
                      <a:rPr kumimoji="1" lang="en-US" altLang="zh-CN" sz="2800" i="1">
                        <a:solidFill>
                          <a:schemeClr val="tx1">
                            <a:lumMod val="95000"/>
                            <a:lumOff val="5000"/>
                          </a:schemeClr>
                        </a:solidFill>
                        <a:latin typeface="Cambria Math" panose="02040503050406030204" charset="0"/>
                        <a:ea typeface="黑体" panose="02010609060101010101" pitchFamily="49" charset="-122"/>
                      </a:rPr>
                      <m:t>𝐷</m:t>
                    </m:r>
                  </m:oMath>
                </a14:m>
                <a:r>
                  <a:rPr kumimoji="1" lang="en-US" altLang="zh-CN" sz="2800" dirty="0">
                    <a:solidFill>
                      <a:schemeClr val="tx1">
                        <a:lumMod val="95000"/>
                        <a:lumOff val="5000"/>
                      </a:schemeClr>
                    </a:solidFill>
                    <a:latin typeface="Cambria Math" panose="02040503050406030204" charset="0"/>
                    <a:ea typeface="黑体" panose="02010609060101010101" pitchFamily="49" charset="-122"/>
                    <a:sym typeface="+mn-lt"/>
                  </a:rPr>
                  <a:t> </a:t>
                </a:r>
                <a:r>
                  <a:rPr kumimoji="1" lang="zh-CN" altLang="en-US" sz="2800" dirty="0">
                    <a:solidFill>
                      <a:schemeClr val="tx1">
                        <a:lumMod val="95000"/>
                        <a:lumOff val="5000"/>
                      </a:schemeClr>
                    </a:solidFill>
                    <a:latin typeface="Cambria Math" panose="02040503050406030204" charset="0"/>
                    <a:ea typeface="黑体" panose="02010609060101010101" pitchFamily="49" charset="-122"/>
                    <a:sym typeface="+mn-lt"/>
                  </a:rPr>
                  <a:t>的内点</a:t>
                </a:r>
                <a:r>
                  <a:rPr kumimoji="1" lang="en-US" altLang="zh-CN" sz="2800" dirty="0">
                    <a:solidFill>
                      <a:schemeClr val="tx1">
                        <a:lumMod val="95000"/>
                        <a:lumOff val="5000"/>
                      </a:schemeClr>
                    </a:solidFill>
                    <a:latin typeface="Cambria Math" panose="02040503050406030204" charset="0"/>
                    <a:ea typeface="黑体" panose="02010609060101010101" pitchFamily="49" charset="-122"/>
                    <a:sym typeface="+mn-lt"/>
                  </a:rPr>
                  <a:t>(</a:t>
                </a:r>
                <a14:m>
                  <m:oMath xmlns:m="http://schemas.openxmlformats.org/officeDocument/2006/math">
                    <m:r>
                      <a:rPr kumimoji="1" lang="zh-CN" altLang="en-US" sz="2800">
                        <a:solidFill>
                          <a:schemeClr val="tx1">
                            <a:lumMod val="95000"/>
                            <a:lumOff val="5000"/>
                          </a:schemeClr>
                        </a:solidFill>
                        <a:latin typeface="Cambria Math" panose="02040503050406030204" charset="0"/>
                        <a:ea typeface="黑体" panose="02010609060101010101" pitchFamily="49" charset="-122"/>
                      </a:rPr>
                      <m:t>𝑥</m:t>
                    </m:r>
                    <m:r>
                      <a:rPr kumimoji="1" lang="zh-CN" altLang="en-US" sz="2800">
                        <a:solidFill>
                          <a:schemeClr val="tx1">
                            <a:lumMod val="95000"/>
                            <a:lumOff val="5000"/>
                          </a:schemeClr>
                        </a:solidFill>
                        <a:latin typeface="Cambria Math" panose="02040503050406030204" charset="0"/>
                        <a:ea typeface="黑体" panose="02010609060101010101" pitchFamily="49" charset="-122"/>
                      </a:rPr>
                      <m:t>,</m:t>
                    </m:r>
                    <m:r>
                      <a:rPr kumimoji="1" lang="zh-CN" altLang="en-US" sz="2800">
                        <a:solidFill>
                          <a:schemeClr val="tx1">
                            <a:lumMod val="95000"/>
                            <a:lumOff val="5000"/>
                          </a:schemeClr>
                        </a:solidFill>
                        <a:latin typeface="Cambria Math" panose="02040503050406030204" charset="0"/>
                        <a:ea typeface="黑体" panose="02010609060101010101" pitchFamily="49" charset="-122"/>
                      </a:rPr>
                      <m:t>𝑦</m:t>
                    </m:r>
                  </m:oMath>
                </a14:m>
                <a:r>
                  <a:rPr kumimoji="1" lang="en-US" altLang="zh-CN" sz="2800" dirty="0">
                    <a:solidFill>
                      <a:schemeClr val="tx1">
                        <a:lumMod val="95000"/>
                        <a:lumOff val="5000"/>
                      </a:schemeClr>
                    </a:solidFill>
                    <a:latin typeface="Cambria Math" panose="02040503050406030204" charset="0"/>
                    <a:ea typeface="黑体" panose="02010609060101010101" pitchFamily="49" charset="-122"/>
                    <a:sym typeface="+mn-lt"/>
                  </a:rPr>
                  <a:t>)</a:t>
                </a:r>
                <a:endParaRPr kumimoji="1" lang="en-US" altLang="zh-CN" sz="2800" dirty="0">
                  <a:solidFill>
                    <a:schemeClr val="tx1">
                      <a:lumMod val="95000"/>
                      <a:lumOff val="5000"/>
                    </a:schemeClr>
                  </a:solidFill>
                  <a:latin typeface="Cambria Math" panose="02040503050406030204" charset="0"/>
                  <a:ea typeface="黑体" panose="02010609060101010101" pitchFamily="49" charset="-122"/>
                  <a:sym typeface="+mn-lt"/>
                </a:endParaRPr>
              </a:p>
            </p:txBody>
          </p:sp>
        </mc:Choice>
        <mc:Fallback>
          <p:sp>
            <p:nvSpPr>
              <p:cNvPr id="4" name="Text Box 3"/>
              <p:cNvSpPr txBox="1">
                <a:spLocks noRot="1" noChangeAspect="1" noMove="1" noResize="1" noEditPoints="1" noAdjustHandles="1" noChangeArrowheads="1" noChangeShapeType="1" noTextEdit="1"/>
              </p:cNvSpPr>
              <p:nvPr/>
            </p:nvSpPr>
            <p:spPr bwMode="auto">
              <a:xfrm>
                <a:off x="2450787" y="1462088"/>
                <a:ext cx="6991595" cy="476250"/>
              </a:xfrm>
              <a:prstGeom prst="rect">
                <a:avLst/>
              </a:prstGeom>
              <a:blipFill rotWithShape="1">
                <a:blip r:embed="rId1"/>
                <a:stretch>
                  <a:fillRect l="-5" t="-67" r="8" b="67"/>
                </a:stretch>
              </a:blip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5" name="Object 4"/>
              <p:cNvSpPr txBox="1"/>
              <p:nvPr/>
            </p:nvSpPr>
            <p:spPr bwMode="auto">
              <a:xfrm>
                <a:off x="3961013" y="2002749"/>
                <a:ext cx="5582749" cy="482601"/>
              </a:xfrm>
              <a:prstGeom prst="rect">
                <a:avLst/>
              </a:prstGeom>
              <a:noFill/>
              <a:ln>
                <a:noFill/>
              </a:ln>
              <a:effectLst/>
            </p:spPr>
            <p:txBody>
              <a:bodyPr>
                <a:noAutofit/>
              </a:bodyPr>
              <a:lstStyle/>
              <a:p>
                <a14:m>
                  <m:oMathPara xmlns:m="http://schemas.openxmlformats.org/officeDocument/2006/math">
                    <m:oMathParaPr>
                      <m:jc m:val="left"/>
                    </m:oMathParaPr>
                    <m:oMath xmlns:m="http://schemas.openxmlformats.org/officeDocument/2006/math">
                      <m:r>
                        <m:rPr>
                          <m:sty m:val="p"/>
                        </m:rPr>
                        <a:rPr kumimoji="1" lang="zh-CN" altLang="en-US" sz="2800" smtClean="0">
                          <a:solidFill>
                            <a:schemeClr val="tx1">
                              <a:lumMod val="95000"/>
                              <a:lumOff val="5000"/>
                            </a:schemeClr>
                          </a:solidFill>
                          <a:latin typeface="Cambria Math" panose="02040503050406030204" charset="0"/>
                          <a:ea typeface="黑体" panose="02010609060101010101" pitchFamily="49" charset="-122"/>
                        </a:rPr>
                        <m:t>Δ</m:t>
                      </m:r>
                      <m:r>
                        <a:rPr kumimoji="1" lang="zh-CN" altLang="en-US" sz="2800" smtClean="0">
                          <a:solidFill>
                            <a:schemeClr val="tx1">
                              <a:lumMod val="95000"/>
                              <a:lumOff val="5000"/>
                            </a:schemeClr>
                          </a:solidFill>
                          <a:latin typeface="Cambria Math" panose="02040503050406030204" charset="0"/>
                          <a:ea typeface="黑体" panose="02010609060101010101" pitchFamily="49" charset="-122"/>
                        </a:rPr>
                        <m:t>𝑧</m:t>
                      </m:r>
                      <m:r>
                        <a:rPr kumimoji="1" lang="zh-CN" altLang="en-US" sz="2800" smtClean="0">
                          <a:solidFill>
                            <a:schemeClr val="tx1">
                              <a:lumMod val="95000"/>
                              <a:lumOff val="5000"/>
                            </a:schemeClr>
                          </a:solidFill>
                          <a:latin typeface="Cambria Math" panose="02040503050406030204" charset="0"/>
                          <a:ea typeface="黑体" panose="02010609060101010101" pitchFamily="49" charset="-122"/>
                        </a:rPr>
                        <m:t>=</m:t>
                      </m:r>
                      <m:r>
                        <a:rPr kumimoji="1" lang="zh-CN" altLang="en-US" sz="2800" smtClean="0">
                          <a:solidFill>
                            <a:schemeClr val="tx1">
                              <a:lumMod val="95000"/>
                              <a:lumOff val="5000"/>
                            </a:schemeClr>
                          </a:solidFill>
                          <a:latin typeface="Cambria Math" panose="02040503050406030204" charset="0"/>
                          <a:ea typeface="黑体" panose="02010609060101010101" pitchFamily="49" charset="-122"/>
                        </a:rPr>
                        <m:t>𝑓</m:t>
                      </m:r>
                      <m:r>
                        <a:rPr kumimoji="1" lang="zh-CN" altLang="en-US" sz="2800" smtClean="0">
                          <a:solidFill>
                            <a:schemeClr val="tx1">
                              <a:lumMod val="95000"/>
                              <a:lumOff val="5000"/>
                            </a:schemeClr>
                          </a:solidFill>
                          <a:latin typeface="Cambria Math" panose="02040503050406030204" charset="0"/>
                          <a:ea typeface="黑体" panose="02010609060101010101" pitchFamily="49" charset="-122"/>
                        </a:rPr>
                        <m:t>(</m:t>
                      </m:r>
                      <m:r>
                        <a:rPr kumimoji="1" lang="zh-CN" altLang="en-US" sz="2800" smtClean="0">
                          <a:solidFill>
                            <a:schemeClr val="tx1">
                              <a:lumMod val="95000"/>
                              <a:lumOff val="5000"/>
                            </a:schemeClr>
                          </a:solidFill>
                          <a:latin typeface="Cambria Math" panose="02040503050406030204" charset="0"/>
                          <a:ea typeface="黑体" panose="02010609060101010101" pitchFamily="49" charset="-122"/>
                        </a:rPr>
                        <m:t>𝑥</m:t>
                      </m:r>
                      <m:r>
                        <a:rPr kumimoji="1" lang="zh-CN" altLang="en-US" sz="2800" smtClean="0">
                          <a:solidFill>
                            <a:schemeClr val="tx1">
                              <a:lumMod val="95000"/>
                              <a:lumOff val="5000"/>
                            </a:schemeClr>
                          </a:solidFill>
                          <a:latin typeface="Cambria Math" panose="02040503050406030204" charset="0"/>
                          <a:ea typeface="黑体" panose="02010609060101010101" pitchFamily="49" charset="-122"/>
                        </a:rPr>
                        <m:t>+</m:t>
                      </m:r>
                      <m:r>
                        <m:rPr>
                          <m:sty m:val="p"/>
                        </m:rPr>
                        <a:rPr kumimoji="1" lang="zh-CN" altLang="en-US" sz="2800" smtClean="0">
                          <a:solidFill>
                            <a:schemeClr val="tx1">
                              <a:lumMod val="95000"/>
                              <a:lumOff val="5000"/>
                            </a:schemeClr>
                          </a:solidFill>
                          <a:latin typeface="Cambria Math" panose="02040503050406030204" charset="0"/>
                          <a:ea typeface="黑体" panose="02010609060101010101" pitchFamily="49" charset="-122"/>
                        </a:rPr>
                        <m:t>Δ</m:t>
                      </m:r>
                      <m:r>
                        <a:rPr kumimoji="1" lang="zh-CN" altLang="en-US" sz="2800" smtClean="0">
                          <a:solidFill>
                            <a:schemeClr val="tx1">
                              <a:lumMod val="95000"/>
                              <a:lumOff val="5000"/>
                            </a:schemeClr>
                          </a:solidFill>
                          <a:latin typeface="Cambria Math" panose="02040503050406030204" charset="0"/>
                          <a:ea typeface="黑体" panose="02010609060101010101" pitchFamily="49" charset="-122"/>
                        </a:rPr>
                        <m:t>𝑥</m:t>
                      </m:r>
                      <m:r>
                        <a:rPr kumimoji="1" lang="zh-CN" altLang="en-US" sz="2800" smtClean="0">
                          <a:solidFill>
                            <a:schemeClr val="tx1">
                              <a:lumMod val="95000"/>
                              <a:lumOff val="5000"/>
                            </a:schemeClr>
                          </a:solidFill>
                          <a:latin typeface="Cambria Math" panose="02040503050406030204" charset="0"/>
                          <a:ea typeface="黑体" panose="02010609060101010101" pitchFamily="49" charset="-122"/>
                        </a:rPr>
                        <m:t>,</m:t>
                      </m:r>
                      <m:r>
                        <a:rPr kumimoji="1" lang="zh-CN" altLang="en-US" sz="2800" smtClean="0">
                          <a:solidFill>
                            <a:schemeClr val="tx1">
                              <a:lumMod val="95000"/>
                              <a:lumOff val="5000"/>
                            </a:schemeClr>
                          </a:solidFill>
                          <a:latin typeface="Cambria Math" panose="02040503050406030204" charset="0"/>
                          <a:ea typeface="黑体" panose="02010609060101010101" pitchFamily="49" charset="-122"/>
                        </a:rPr>
                        <m:t>𝑦</m:t>
                      </m:r>
                      <m:r>
                        <a:rPr kumimoji="1" lang="zh-CN" altLang="en-US" sz="2800" smtClean="0">
                          <a:solidFill>
                            <a:schemeClr val="tx1">
                              <a:lumMod val="95000"/>
                              <a:lumOff val="5000"/>
                            </a:schemeClr>
                          </a:solidFill>
                          <a:latin typeface="Cambria Math" panose="02040503050406030204" charset="0"/>
                          <a:ea typeface="黑体" panose="02010609060101010101" pitchFamily="49" charset="-122"/>
                        </a:rPr>
                        <m:t>+</m:t>
                      </m:r>
                      <m:r>
                        <m:rPr>
                          <m:sty m:val="p"/>
                        </m:rPr>
                        <a:rPr kumimoji="1" lang="zh-CN" altLang="en-US" sz="2800" smtClean="0">
                          <a:solidFill>
                            <a:schemeClr val="tx1">
                              <a:lumMod val="95000"/>
                              <a:lumOff val="5000"/>
                            </a:schemeClr>
                          </a:solidFill>
                          <a:latin typeface="Cambria Math" panose="02040503050406030204" charset="0"/>
                          <a:ea typeface="黑体" panose="02010609060101010101" pitchFamily="49" charset="-122"/>
                        </a:rPr>
                        <m:t>Δ</m:t>
                      </m:r>
                      <m:r>
                        <a:rPr kumimoji="1" lang="zh-CN" altLang="en-US" sz="2800" smtClean="0">
                          <a:solidFill>
                            <a:schemeClr val="tx1">
                              <a:lumMod val="95000"/>
                              <a:lumOff val="5000"/>
                            </a:schemeClr>
                          </a:solidFill>
                          <a:latin typeface="Cambria Math" panose="02040503050406030204" charset="0"/>
                          <a:ea typeface="黑体" panose="02010609060101010101" pitchFamily="49" charset="-122"/>
                        </a:rPr>
                        <m:t>𝑦</m:t>
                      </m:r>
                      <m:r>
                        <a:rPr kumimoji="1" lang="zh-CN" altLang="en-US" sz="2800" smtClean="0">
                          <a:solidFill>
                            <a:schemeClr val="tx1">
                              <a:lumMod val="95000"/>
                              <a:lumOff val="5000"/>
                            </a:schemeClr>
                          </a:solidFill>
                          <a:latin typeface="Cambria Math" panose="02040503050406030204" charset="0"/>
                          <a:ea typeface="黑体" panose="02010609060101010101" pitchFamily="49" charset="-122"/>
                        </a:rPr>
                        <m:t>)−</m:t>
                      </m:r>
                      <m:r>
                        <a:rPr kumimoji="1" lang="zh-CN" altLang="en-US" sz="2800" smtClean="0">
                          <a:solidFill>
                            <a:schemeClr val="tx1">
                              <a:lumMod val="95000"/>
                              <a:lumOff val="5000"/>
                            </a:schemeClr>
                          </a:solidFill>
                          <a:latin typeface="Cambria Math" panose="02040503050406030204" charset="0"/>
                          <a:ea typeface="黑体" panose="02010609060101010101" pitchFamily="49" charset="-122"/>
                        </a:rPr>
                        <m:t>𝑓</m:t>
                      </m:r>
                      <m:r>
                        <a:rPr kumimoji="1" lang="zh-CN" altLang="en-US" sz="2800" smtClean="0">
                          <a:solidFill>
                            <a:schemeClr val="tx1">
                              <a:lumMod val="95000"/>
                              <a:lumOff val="5000"/>
                            </a:schemeClr>
                          </a:solidFill>
                          <a:latin typeface="Cambria Math" panose="02040503050406030204" charset="0"/>
                          <a:ea typeface="黑体" panose="02010609060101010101" pitchFamily="49" charset="-122"/>
                        </a:rPr>
                        <m:t>(</m:t>
                      </m:r>
                      <m:r>
                        <a:rPr kumimoji="1" lang="zh-CN" altLang="en-US" sz="2800" smtClean="0">
                          <a:solidFill>
                            <a:schemeClr val="tx1">
                              <a:lumMod val="95000"/>
                              <a:lumOff val="5000"/>
                            </a:schemeClr>
                          </a:solidFill>
                          <a:latin typeface="Cambria Math" panose="02040503050406030204" charset="0"/>
                          <a:ea typeface="黑体" panose="02010609060101010101" pitchFamily="49" charset="-122"/>
                        </a:rPr>
                        <m:t>𝑥</m:t>
                      </m:r>
                      <m:r>
                        <a:rPr kumimoji="1" lang="zh-CN" altLang="en-US" sz="2800">
                          <a:solidFill>
                            <a:schemeClr val="tx1">
                              <a:lumMod val="95000"/>
                              <a:lumOff val="5000"/>
                            </a:schemeClr>
                          </a:solidFill>
                          <a:latin typeface="Cambria Math" panose="02040503050406030204" charset="0"/>
                          <a:ea typeface="黑体" panose="02010609060101010101" pitchFamily="49" charset="-122"/>
                        </a:rPr>
                        <m:t>,</m:t>
                      </m:r>
                      <m:r>
                        <a:rPr kumimoji="1" lang="zh-CN" altLang="en-US" sz="2800">
                          <a:solidFill>
                            <a:schemeClr val="tx1">
                              <a:lumMod val="95000"/>
                              <a:lumOff val="5000"/>
                            </a:schemeClr>
                          </a:solidFill>
                          <a:latin typeface="Cambria Math" panose="02040503050406030204" charset="0"/>
                          <a:ea typeface="黑体" panose="02010609060101010101" pitchFamily="49" charset="-122"/>
                        </a:rPr>
                        <m:t>𝑦</m:t>
                      </m:r>
                      <m:r>
                        <a:rPr kumimoji="1" lang="zh-CN" altLang="en-US" sz="2800">
                          <a:solidFill>
                            <a:schemeClr val="tx1">
                              <a:lumMod val="95000"/>
                              <a:lumOff val="5000"/>
                            </a:schemeClr>
                          </a:solidFill>
                          <a:latin typeface="Cambria Math" panose="02040503050406030204" charset="0"/>
                          <a:ea typeface="黑体" panose="02010609060101010101" pitchFamily="49" charset="-122"/>
                        </a:rPr>
                        <m:t>)</m:t>
                      </m:r>
                    </m:oMath>
                  </m:oMathPara>
                </a14:m>
                <a:endParaRPr kumimoji="1" lang="zh-CN" altLang="en-US" sz="2800" dirty="0">
                  <a:solidFill>
                    <a:schemeClr val="tx1">
                      <a:lumMod val="95000"/>
                      <a:lumOff val="5000"/>
                    </a:schemeClr>
                  </a:solidFill>
                  <a:latin typeface="Cambria Math" panose="02040503050406030204" charset="0"/>
                  <a:ea typeface="黑体" panose="02010609060101010101" pitchFamily="49" charset="-122"/>
                </a:endParaRPr>
              </a:p>
            </p:txBody>
          </p:sp>
        </mc:Choice>
        <mc:Fallback>
          <p:sp>
            <p:nvSpPr>
              <p:cNvPr id="5" name="Object 4"/>
              <p:cNvSpPr txBox="1">
                <a:spLocks noRot="1" noChangeAspect="1" noMove="1" noResize="1" noEditPoints="1" noAdjustHandles="1" noChangeArrowheads="1" noChangeShapeType="1" noTextEdit="1"/>
              </p:cNvSpPr>
              <p:nvPr/>
            </p:nvSpPr>
            <p:spPr bwMode="auto">
              <a:xfrm>
                <a:off x="3961013" y="2002749"/>
                <a:ext cx="5582749" cy="482601"/>
              </a:xfrm>
              <a:prstGeom prst="rect">
                <a:avLst/>
              </a:prstGeom>
              <a:blipFill rotWithShape="1">
                <a:blip r:embed="rId2"/>
                <a:stretch>
                  <a:fillRect l="-9" t="-123" r="6" b="123"/>
                </a:stretch>
              </a:blipFill>
              <a:ln>
                <a:noFill/>
              </a:ln>
              <a:effectLst/>
            </p:spPr>
            <p:txBody>
              <a:bodyPr/>
              <a:lstStyle/>
              <a:p>
                <a:r>
                  <a:rPr lang="zh-CN" altLang="en-US">
                    <a:noFill/>
                  </a:rPr>
                  <a:t> </a:t>
                </a:r>
              </a:p>
            </p:txBody>
          </p:sp>
        </mc:Fallback>
      </mc:AlternateContent>
      <p:sp>
        <p:nvSpPr>
          <p:cNvPr id="6" name="Text Box 5"/>
          <p:cNvSpPr txBox="1">
            <a:spLocks noChangeArrowheads="1"/>
          </p:cNvSpPr>
          <p:nvPr/>
        </p:nvSpPr>
        <p:spPr bwMode="auto">
          <a:xfrm>
            <a:off x="9014706" y="2012082"/>
            <a:ext cx="1828800" cy="51911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marR="0" lvl="0" indent="0" fontAlgn="base">
              <a:lnSpc>
                <a:spcPct val="100000"/>
              </a:lnSpc>
              <a:spcBef>
                <a:spcPct val="50000"/>
              </a:spcBef>
              <a:spcAft>
                <a:spcPct val="0"/>
              </a:spcAft>
              <a:buClrTx/>
              <a:buSzTx/>
              <a:buFontTx/>
              <a:buNone/>
              <a:defRPr/>
            </a:pPr>
            <a:r>
              <a:rPr kumimoji="1" lang="zh-CN" altLang="en-US" sz="2800" dirty="0">
                <a:solidFill>
                  <a:schemeClr val="tx1">
                    <a:lumMod val="95000"/>
                    <a:lumOff val="5000"/>
                  </a:schemeClr>
                </a:solidFill>
                <a:latin typeface="Cambria Math" panose="02040503050406030204" charset="0"/>
                <a:ea typeface="黑体" panose="02010609060101010101" pitchFamily="49" charset="-122"/>
                <a:sym typeface="+mn-lt"/>
              </a:rPr>
              <a:t>可表示成</a:t>
            </a:r>
            <a:endParaRPr kumimoji="1" lang="zh-CN" altLang="en-US" sz="2800" dirty="0">
              <a:solidFill>
                <a:schemeClr val="tx1">
                  <a:lumMod val="95000"/>
                  <a:lumOff val="5000"/>
                </a:schemeClr>
              </a:solidFill>
              <a:latin typeface="Cambria Math" panose="02040503050406030204" charset="0"/>
              <a:ea typeface="黑体" panose="02010609060101010101" pitchFamily="49" charset="-122"/>
              <a:sym typeface="+mn-lt"/>
            </a:endParaRPr>
          </a:p>
        </p:txBody>
      </p:sp>
      <mc:AlternateContent xmlns:mc="http://schemas.openxmlformats.org/markup-compatibility/2006">
        <mc:Choice xmlns:a14="http://schemas.microsoft.com/office/drawing/2010/main" Requires="a14">
          <p:sp>
            <p:nvSpPr>
              <p:cNvPr id="7" name="Object 6"/>
              <p:cNvSpPr txBox="1"/>
              <p:nvPr/>
            </p:nvSpPr>
            <p:spPr bwMode="auto">
              <a:xfrm>
                <a:off x="3014054" y="2677963"/>
                <a:ext cx="4136047" cy="476250"/>
              </a:xfrm>
              <a:prstGeom prst="rect">
                <a:avLst/>
              </a:prstGeom>
              <a:noFill/>
              <a:ln>
                <a:noFill/>
              </a:ln>
              <a:effectLst/>
            </p:spPr>
            <p:txBody>
              <a:bodyPr>
                <a:noAutofit/>
              </a:bodyPr>
              <a:lstStyle/>
              <a:p>
                <a14:m>
                  <m:oMathPara xmlns:m="http://schemas.openxmlformats.org/officeDocument/2006/math">
                    <m:oMathParaPr>
                      <m:jc m:val="left"/>
                    </m:oMathParaPr>
                    <m:oMath xmlns:m="http://schemas.openxmlformats.org/officeDocument/2006/math">
                      <m:r>
                        <m:rPr>
                          <m:sty m:val="p"/>
                        </m:rPr>
                        <a:rPr kumimoji="1" lang="zh-CN" altLang="en-US" sz="2800">
                          <a:solidFill>
                            <a:schemeClr val="tx1">
                              <a:lumMod val="95000"/>
                              <a:lumOff val="5000"/>
                            </a:schemeClr>
                          </a:solidFill>
                          <a:latin typeface="Cambria Math" panose="02040503050406030204" charset="0"/>
                          <a:ea typeface="黑体" panose="02010609060101010101" pitchFamily="49" charset="-122"/>
                        </a:rPr>
                        <m:t>Δ</m:t>
                      </m:r>
                      <m:r>
                        <a:rPr kumimoji="1" lang="zh-CN" altLang="en-US" sz="2800">
                          <a:solidFill>
                            <a:schemeClr val="tx1">
                              <a:lumMod val="95000"/>
                              <a:lumOff val="5000"/>
                            </a:schemeClr>
                          </a:solidFill>
                          <a:latin typeface="Cambria Math" panose="02040503050406030204" charset="0"/>
                          <a:ea typeface="黑体" panose="02010609060101010101" pitchFamily="49" charset="-122"/>
                        </a:rPr>
                        <m:t>𝑧</m:t>
                      </m:r>
                      <m:r>
                        <a:rPr kumimoji="1" lang="zh-CN" altLang="en-US" sz="2800">
                          <a:solidFill>
                            <a:schemeClr val="tx1">
                              <a:lumMod val="95000"/>
                              <a:lumOff val="5000"/>
                            </a:schemeClr>
                          </a:solidFill>
                          <a:latin typeface="Cambria Math" panose="02040503050406030204" charset="0"/>
                          <a:ea typeface="黑体" panose="02010609060101010101" pitchFamily="49" charset="-122"/>
                        </a:rPr>
                        <m:t>=</m:t>
                      </m:r>
                      <m:r>
                        <a:rPr kumimoji="1" lang="zh-CN" altLang="en-US" sz="2800">
                          <a:solidFill>
                            <a:schemeClr val="tx1">
                              <a:lumMod val="95000"/>
                              <a:lumOff val="5000"/>
                            </a:schemeClr>
                          </a:solidFill>
                          <a:latin typeface="Cambria Math" panose="02040503050406030204" charset="0"/>
                          <a:ea typeface="黑体" panose="02010609060101010101" pitchFamily="49" charset="-122"/>
                        </a:rPr>
                        <m:t>𝐴</m:t>
                      </m:r>
                      <m:r>
                        <m:rPr>
                          <m:sty m:val="p"/>
                        </m:rPr>
                        <a:rPr kumimoji="1" lang="zh-CN" altLang="en-US" sz="2800">
                          <a:solidFill>
                            <a:schemeClr val="tx1">
                              <a:lumMod val="95000"/>
                              <a:lumOff val="5000"/>
                            </a:schemeClr>
                          </a:solidFill>
                          <a:latin typeface="Cambria Math" panose="02040503050406030204" charset="0"/>
                          <a:ea typeface="黑体" panose="02010609060101010101" pitchFamily="49" charset="-122"/>
                        </a:rPr>
                        <m:t>Δ</m:t>
                      </m:r>
                      <m:r>
                        <a:rPr kumimoji="1" lang="zh-CN" altLang="en-US" sz="2800">
                          <a:solidFill>
                            <a:schemeClr val="tx1">
                              <a:lumMod val="95000"/>
                              <a:lumOff val="5000"/>
                            </a:schemeClr>
                          </a:solidFill>
                          <a:latin typeface="Cambria Math" panose="02040503050406030204" charset="0"/>
                          <a:ea typeface="黑体" panose="02010609060101010101" pitchFamily="49" charset="-122"/>
                        </a:rPr>
                        <m:t>𝑥</m:t>
                      </m:r>
                      <m:r>
                        <a:rPr kumimoji="1" lang="zh-CN" altLang="en-US" sz="2800">
                          <a:solidFill>
                            <a:schemeClr val="tx1">
                              <a:lumMod val="95000"/>
                              <a:lumOff val="5000"/>
                            </a:schemeClr>
                          </a:solidFill>
                          <a:latin typeface="Cambria Math" panose="02040503050406030204" charset="0"/>
                          <a:ea typeface="黑体" panose="02010609060101010101" pitchFamily="49" charset="-122"/>
                        </a:rPr>
                        <m:t>+</m:t>
                      </m:r>
                      <m:r>
                        <a:rPr kumimoji="1" lang="zh-CN" altLang="en-US" sz="2800">
                          <a:solidFill>
                            <a:schemeClr val="tx1">
                              <a:lumMod val="95000"/>
                              <a:lumOff val="5000"/>
                            </a:schemeClr>
                          </a:solidFill>
                          <a:latin typeface="Cambria Math" panose="02040503050406030204" charset="0"/>
                          <a:ea typeface="黑体" panose="02010609060101010101" pitchFamily="49" charset="-122"/>
                        </a:rPr>
                        <m:t>𝐵</m:t>
                      </m:r>
                      <m:r>
                        <m:rPr>
                          <m:sty m:val="p"/>
                        </m:rPr>
                        <a:rPr kumimoji="1" lang="zh-CN" altLang="en-US" sz="2800">
                          <a:solidFill>
                            <a:schemeClr val="tx1">
                              <a:lumMod val="95000"/>
                              <a:lumOff val="5000"/>
                            </a:schemeClr>
                          </a:solidFill>
                          <a:latin typeface="Cambria Math" panose="02040503050406030204" charset="0"/>
                          <a:ea typeface="黑体" panose="02010609060101010101" pitchFamily="49" charset="-122"/>
                        </a:rPr>
                        <m:t>Δ</m:t>
                      </m:r>
                      <m:r>
                        <a:rPr kumimoji="1" lang="zh-CN" altLang="en-US" sz="2800">
                          <a:solidFill>
                            <a:schemeClr val="tx1">
                              <a:lumMod val="95000"/>
                              <a:lumOff val="5000"/>
                            </a:schemeClr>
                          </a:solidFill>
                          <a:latin typeface="Cambria Math" panose="02040503050406030204" charset="0"/>
                          <a:ea typeface="黑体" panose="02010609060101010101" pitchFamily="49" charset="-122"/>
                        </a:rPr>
                        <m:t>𝑦</m:t>
                      </m:r>
                      <m:r>
                        <a:rPr kumimoji="1" lang="zh-CN" altLang="en-US" sz="2800">
                          <a:solidFill>
                            <a:schemeClr val="tx1">
                              <a:lumMod val="95000"/>
                              <a:lumOff val="5000"/>
                            </a:schemeClr>
                          </a:solidFill>
                          <a:latin typeface="Cambria Math" panose="02040503050406030204" charset="0"/>
                          <a:ea typeface="黑体" panose="02010609060101010101" pitchFamily="49" charset="-122"/>
                        </a:rPr>
                        <m:t>+</m:t>
                      </m:r>
                      <m:r>
                        <a:rPr kumimoji="1" lang="zh-CN" altLang="en-US" sz="2800">
                          <a:solidFill>
                            <a:schemeClr val="tx1">
                              <a:lumMod val="95000"/>
                              <a:lumOff val="5000"/>
                            </a:schemeClr>
                          </a:solidFill>
                          <a:latin typeface="Cambria Math" panose="02040503050406030204" charset="0"/>
                          <a:ea typeface="黑体" panose="02010609060101010101" pitchFamily="49" charset="-122"/>
                        </a:rPr>
                        <m:t>𝑜</m:t>
                      </m:r>
                      <m:r>
                        <a:rPr kumimoji="1" lang="zh-CN" altLang="en-US" sz="2800">
                          <a:solidFill>
                            <a:schemeClr val="tx1">
                              <a:lumMod val="95000"/>
                              <a:lumOff val="5000"/>
                            </a:schemeClr>
                          </a:solidFill>
                          <a:latin typeface="Cambria Math" panose="02040503050406030204" charset="0"/>
                          <a:ea typeface="黑体" panose="02010609060101010101" pitchFamily="49" charset="-122"/>
                        </a:rPr>
                        <m:t>(</m:t>
                      </m:r>
                      <m:r>
                        <a:rPr kumimoji="1" lang="zh-CN" altLang="en-US" sz="2800">
                          <a:solidFill>
                            <a:schemeClr val="tx1">
                              <a:lumMod val="95000"/>
                              <a:lumOff val="5000"/>
                            </a:schemeClr>
                          </a:solidFill>
                          <a:latin typeface="Cambria Math" panose="02040503050406030204" charset="0"/>
                          <a:ea typeface="黑体" panose="02010609060101010101" pitchFamily="49" charset="-122"/>
                        </a:rPr>
                        <m:t>𝜌</m:t>
                      </m:r>
                      <m:r>
                        <a:rPr kumimoji="1" lang="zh-CN" altLang="en-US" sz="2800">
                          <a:solidFill>
                            <a:schemeClr val="tx1">
                              <a:lumMod val="95000"/>
                              <a:lumOff val="5000"/>
                            </a:schemeClr>
                          </a:solidFill>
                          <a:latin typeface="Cambria Math" panose="02040503050406030204" charset="0"/>
                          <a:ea typeface="黑体" panose="02010609060101010101" pitchFamily="49" charset="-122"/>
                        </a:rPr>
                        <m:t>),</m:t>
                      </m:r>
                    </m:oMath>
                  </m:oMathPara>
                </a14:m>
                <a:endParaRPr kumimoji="1" lang="zh-CN" altLang="en-US" sz="2800" dirty="0">
                  <a:solidFill>
                    <a:schemeClr val="tx1">
                      <a:lumMod val="95000"/>
                      <a:lumOff val="5000"/>
                    </a:schemeClr>
                  </a:solidFill>
                  <a:latin typeface="Cambria Math" panose="02040503050406030204" charset="0"/>
                  <a:ea typeface="黑体" panose="02010609060101010101" pitchFamily="49" charset="-122"/>
                </a:endParaRPr>
              </a:p>
            </p:txBody>
          </p:sp>
        </mc:Choice>
        <mc:Fallback>
          <p:sp>
            <p:nvSpPr>
              <p:cNvPr id="7" name="Object 6"/>
              <p:cNvSpPr txBox="1">
                <a:spLocks noRot="1" noChangeAspect="1" noMove="1" noResize="1" noEditPoints="1" noAdjustHandles="1" noChangeArrowheads="1" noChangeShapeType="1" noTextEdit="1"/>
              </p:cNvSpPr>
              <p:nvPr/>
            </p:nvSpPr>
            <p:spPr bwMode="auto">
              <a:xfrm>
                <a:off x="3014054" y="2677963"/>
                <a:ext cx="4136047" cy="476250"/>
              </a:xfrm>
              <a:prstGeom prst="rect">
                <a:avLst/>
              </a:prstGeom>
              <a:blipFill rotWithShape="1">
                <a:blip r:embed="rId3"/>
                <a:stretch>
                  <a:fillRect l="-8" t="-35" b="35"/>
                </a:stretch>
              </a:blipFill>
              <a:ln>
                <a:noFill/>
              </a:ln>
              <a:effectLst/>
            </p:spPr>
            <p:txBody>
              <a:bodyPr/>
              <a:lstStyle/>
              <a:p>
                <a:r>
                  <a:rPr lang="zh-CN" altLang="en-US">
                    <a:noFill/>
                  </a:rPr>
                  <a:t> </a:t>
                </a:r>
              </a:p>
            </p:txBody>
          </p:sp>
        </mc:Fallback>
      </mc:AlternateContent>
      <p:sp>
        <p:nvSpPr>
          <p:cNvPr id="8" name="Text Box 10"/>
          <p:cNvSpPr txBox="1">
            <a:spLocks noChangeArrowheads="1"/>
          </p:cNvSpPr>
          <p:nvPr/>
        </p:nvSpPr>
        <p:spPr bwMode="auto">
          <a:xfrm>
            <a:off x="7832551" y="3931703"/>
            <a:ext cx="1676400" cy="51911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square">
            <a:spAutoFit/>
          </a:bodyPr>
          <a:lstStyle/>
          <a:p>
            <a:pPr marR="0" lvl="0" indent="0" fontAlgn="base">
              <a:lnSpc>
                <a:spcPct val="100000"/>
              </a:lnSpc>
              <a:spcBef>
                <a:spcPct val="50000"/>
              </a:spcBef>
              <a:spcAft>
                <a:spcPct val="0"/>
              </a:spcAft>
              <a:buClrTx/>
              <a:buSzTx/>
              <a:buFontTx/>
              <a:buNone/>
              <a:defRPr/>
            </a:pPr>
            <a:r>
              <a:rPr kumimoji="1" lang="zh-CN" altLang="en-US" sz="2800" dirty="0">
                <a:solidFill>
                  <a:schemeClr val="tx1">
                    <a:lumMod val="95000"/>
                    <a:lumOff val="5000"/>
                  </a:schemeClr>
                </a:solidFill>
                <a:latin typeface="Cambria Math" panose="02040503050406030204" charset="0"/>
                <a:ea typeface="黑体" panose="02010609060101010101" pitchFamily="49" charset="-122"/>
                <a:sym typeface="+mn-lt"/>
              </a:rPr>
              <a:t>称为函数</a:t>
            </a:r>
            <a:endParaRPr kumimoji="1" lang="zh-CN" altLang="en-US" sz="2800" dirty="0">
              <a:solidFill>
                <a:schemeClr val="tx1">
                  <a:lumMod val="95000"/>
                  <a:lumOff val="5000"/>
                </a:schemeClr>
              </a:solidFill>
              <a:latin typeface="Cambria Math" panose="02040503050406030204" charset="0"/>
              <a:ea typeface="黑体" panose="02010609060101010101" pitchFamily="49" charset="-122"/>
              <a:sym typeface="+mn-lt"/>
            </a:endParaRPr>
          </a:p>
        </p:txBody>
      </p:sp>
      <mc:AlternateContent xmlns:mc="http://schemas.openxmlformats.org/markup-compatibility/2006">
        <mc:Choice xmlns:a14="http://schemas.microsoft.com/office/drawing/2010/main" Requires="a14">
          <p:sp>
            <p:nvSpPr>
              <p:cNvPr id="9" name="Object 11"/>
              <p:cNvSpPr txBox="1"/>
              <p:nvPr/>
            </p:nvSpPr>
            <p:spPr bwMode="auto">
              <a:xfrm>
                <a:off x="9293650" y="3931938"/>
                <a:ext cx="1409700" cy="493713"/>
              </a:xfrm>
              <a:prstGeom prst="rect">
                <a:avLst/>
              </a:prstGeom>
              <a:noFill/>
              <a:ln>
                <a:noFill/>
              </a:ln>
              <a:effectLst/>
            </p:spPr>
            <p:txBody>
              <a:bodyPr>
                <a:noAutofit/>
              </a:bodyPr>
              <a:lstStyle/>
              <a:p>
                <a14:m>
                  <m:oMathPara xmlns:m="http://schemas.openxmlformats.org/officeDocument/2006/math">
                    <m:oMathParaPr>
                      <m:jc m:val="left"/>
                    </m:oMathParaPr>
                    <m:oMath xmlns:m="http://schemas.openxmlformats.org/officeDocument/2006/math">
                      <m:r>
                        <a:rPr kumimoji="1" lang="zh-CN" altLang="en-US" sz="2800" smtClean="0">
                          <a:solidFill>
                            <a:schemeClr val="tx1">
                              <a:lumMod val="95000"/>
                              <a:lumOff val="5000"/>
                            </a:schemeClr>
                          </a:solidFill>
                          <a:latin typeface="Cambria Math" panose="02040503050406030204" charset="0"/>
                          <a:ea typeface="黑体" panose="02010609060101010101" pitchFamily="49" charset="-122"/>
                        </a:rPr>
                        <m:t>𝑓</m:t>
                      </m:r>
                      <m:d>
                        <m:dPr>
                          <m:ctrlPr>
                            <a:rPr kumimoji="1" lang="zh-CN" altLang="en-US" sz="2800" i="1">
                              <a:solidFill>
                                <a:schemeClr val="tx1">
                                  <a:lumMod val="95000"/>
                                  <a:lumOff val="5000"/>
                                </a:schemeClr>
                              </a:solidFill>
                              <a:latin typeface="Cambria Math" panose="02040503050406030204" charset="0"/>
                              <a:ea typeface="黑体" panose="02010609060101010101" pitchFamily="49" charset="-122"/>
                            </a:rPr>
                          </m:ctrlPr>
                        </m:dPr>
                        <m:e>
                          <m:r>
                            <a:rPr kumimoji="1" lang="zh-CN" altLang="en-US" sz="2800">
                              <a:solidFill>
                                <a:schemeClr val="tx1">
                                  <a:lumMod val="95000"/>
                                  <a:lumOff val="5000"/>
                                </a:schemeClr>
                              </a:solidFill>
                              <a:latin typeface="Cambria Math" panose="02040503050406030204" charset="0"/>
                              <a:ea typeface="黑体" panose="02010609060101010101" pitchFamily="49" charset="-122"/>
                            </a:rPr>
                            <m:t>𝑥</m:t>
                          </m:r>
                          <m:r>
                            <a:rPr kumimoji="1" lang="zh-CN" altLang="en-US" sz="2800">
                              <a:solidFill>
                                <a:schemeClr val="tx1">
                                  <a:lumMod val="95000"/>
                                  <a:lumOff val="5000"/>
                                </a:schemeClr>
                              </a:solidFill>
                              <a:latin typeface="Cambria Math" panose="02040503050406030204" charset="0"/>
                              <a:ea typeface="黑体" panose="02010609060101010101" pitchFamily="49" charset="-122"/>
                            </a:rPr>
                            <m:t>,</m:t>
                          </m:r>
                          <m:r>
                            <a:rPr kumimoji="1" lang="zh-CN" altLang="en-US" sz="2800">
                              <a:solidFill>
                                <a:schemeClr val="tx1">
                                  <a:lumMod val="95000"/>
                                  <a:lumOff val="5000"/>
                                </a:schemeClr>
                              </a:solidFill>
                              <a:latin typeface="Cambria Math" panose="02040503050406030204" charset="0"/>
                              <a:ea typeface="黑体" panose="02010609060101010101" pitchFamily="49" charset="-122"/>
                            </a:rPr>
                            <m:t>𝑦</m:t>
                          </m:r>
                        </m:e>
                      </m:d>
                    </m:oMath>
                  </m:oMathPara>
                </a14:m>
                <a:endParaRPr kumimoji="1" lang="zh-CN" altLang="en-US" sz="2800" i="1" dirty="0">
                  <a:solidFill>
                    <a:schemeClr val="tx1">
                      <a:lumMod val="95000"/>
                      <a:lumOff val="5000"/>
                    </a:schemeClr>
                  </a:solidFill>
                  <a:latin typeface="Cambria Math" panose="02040503050406030204" charset="0"/>
                  <a:ea typeface="黑体" panose="02010609060101010101" pitchFamily="49" charset="-122"/>
                </a:endParaRPr>
              </a:p>
            </p:txBody>
          </p:sp>
        </mc:Choice>
        <mc:Fallback>
          <p:sp>
            <p:nvSpPr>
              <p:cNvPr id="9" name="Object 11"/>
              <p:cNvSpPr txBox="1">
                <a:spLocks noRot="1" noChangeAspect="1" noMove="1" noResize="1" noEditPoints="1" noAdjustHandles="1" noChangeArrowheads="1" noChangeShapeType="1" noTextEdit="1"/>
              </p:cNvSpPr>
              <p:nvPr/>
            </p:nvSpPr>
            <p:spPr bwMode="auto">
              <a:xfrm>
                <a:off x="9293650" y="3931938"/>
                <a:ext cx="1409700" cy="493713"/>
              </a:xfrm>
              <a:prstGeom prst="rect">
                <a:avLst/>
              </a:prstGeom>
              <a:blipFill rotWithShape="1">
                <a:blip r:embed="rId4"/>
                <a:stretch>
                  <a:fillRect l="-30" t="-4" r="30" b="68"/>
                </a:stretch>
              </a:blipFill>
              <a:ln>
                <a:noFill/>
              </a:ln>
              <a:effectLst/>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0" name="Text Box 13"/>
              <p:cNvSpPr txBox="1">
                <a:spLocks noChangeArrowheads="1"/>
              </p:cNvSpPr>
              <p:nvPr/>
            </p:nvSpPr>
            <p:spPr bwMode="auto">
              <a:xfrm>
                <a:off x="2508048" y="4510011"/>
                <a:ext cx="4419600" cy="51911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marR="0" lvl="0" indent="0" fontAlgn="base">
                  <a:lnSpc>
                    <a:spcPct val="100000"/>
                  </a:lnSpc>
                  <a:spcBef>
                    <a:spcPct val="50000"/>
                  </a:spcBef>
                  <a:spcAft>
                    <a:spcPct val="0"/>
                  </a:spcAft>
                  <a:buClrTx/>
                  <a:buSzTx/>
                  <a:buFontTx/>
                  <a:buNone/>
                  <a:defRPr/>
                </a:pPr>
                <a:r>
                  <a:rPr kumimoji="1" lang="zh-CN" altLang="en-US" sz="2800" dirty="0">
                    <a:solidFill>
                      <a:schemeClr val="tx1">
                        <a:lumMod val="95000"/>
                        <a:lumOff val="5000"/>
                      </a:schemeClr>
                    </a:solidFill>
                    <a:latin typeface="Cambria Math" panose="02040503050406030204" charset="0"/>
                    <a:ea typeface="黑体" panose="02010609060101010101" pitchFamily="49" charset="-122"/>
                    <a:sym typeface="+mn-lt"/>
                  </a:rPr>
                  <a:t>在点</a:t>
                </a:r>
                <a14:m>
                  <m:oMath xmlns:m="http://schemas.openxmlformats.org/officeDocument/2006/math">
                    <m:r>
                      <a:rPr kumimoji="1" lang="zh-CN" altLang="en-US" sz="2800">
                        <a:solidFill>
                          <a:schemeClr val="tx1">
                            <a:lumMod val="95000"/>
                            <a:lumOff val="5000"/>
                          </a:schemeClr>
                        </a:solidFill>
                        <a:latin typeface="Cambria Math" panose="02040503050406030204" charset="0"/>
                        <a:ea typeface="黑体" panose="02010609060101010101" pitchFamily="49" charset="-122"/>
                      </a:rPr>
                      <m:t>(</m:t>
                    </m:r>
                    <m:r>
                      <a:rPr kumimoji="1" lang="zh-CN" altLang="en-US" sz="2800">
                        <a:solidFill>
                          <a:schemeClr val="tx1">
                            <a:lumMod val="95000"/>
                            <a:lumOff val="5000"/>
                          </a:schemeClr>
                        </a:solidFill>
                        <a:latin typeface="Cambria Math" panose="02040503050406030204" charset="0"/>
                        <a:ea typeface="黑体" panose="02010609060101010101" pitchFamily="49" charset="-122"/>
                      </a:rPr>
                      <m:t>𝑥</m:t>
                    </m:r>
                    <m:r>
                      <a:rPr kumimoji="1" lang="zh-CN" altLang="en-US" sz="2800">
                        <a:solidFill>
                          <a:schemeClr val="tx1">
                            <a:lumMod val="95000"/>
                            <a:lumOff val="5000"/>
                          </a:schemeClr>
                        </a:solidFill>
                        <a:latin typeface="Cambria Math" panose="02040503050406030204" charset="0"/>
                        <a:ea typeface="黑体" panose="02010609060101010101" pitchFamily="49" charset="-122"/>
                      </a:rPr>
                      <m:t>,</m:t>
                    </m:r>
                    <m:r>
                      <a:rPr kumimoji="1" lang="zh-CN" altLang="en-US" sz="2800">
                        <a:solidFill>
                          <a:schemeClr val="tx1">
                            <a:lumMod val="95000"/>
                            <a:lumOff val="5000"/>
                          </a:schemeClr>
                        </a:solidFill>
                        <a:latin typeface="Cambria Math" panose="02040503050406030204" charset="0"/>
                        <a:ea typeface="黑体" panose="02010609060101010101" pitchFamily="49" charset="-122"/>
                      </a:rPr>
                      <m:t>𝑦</m:t>
                    </m:r>
                    <m:r>
                      <a:rPr kumimoji="1" lang="zh-CN" altLang="en-US" sz="2800">
                        <a:solidFill>
                          <a:schemeClr val="tx1">
                            <a:lumMod val="95000"/>
                            <a:lumOff val="5000"/>
                          </a:schemeClr>
                        </a:solidFill>
                        <a:latin typeface="Cambria Math" panose="02040503050406030204" charset="0"/>
                        <a:ea typeface="黑体" panose="02010609060101010101" pitchFamily="49" charset="-122"/>
                      </a:rPr>
                      <m:t>)</m:t>
                    </m:r>
                  </m:oMath>
                </a14:m>
                <a:r>
                  <a:rPr kumimoji="1" lang="zh-CN" altLang="en-US" sz="2800" dirty="0">
                    <a:solidFill>
                      <a:schemeClr val="tx1">
                        <a:lumMod val="95000"/>
                        <a:lumOff val="5000"/>
                      </a:schemeClr>
                    </a:solidFill>
                    <a:latin typeface="Cambria Math" panose="02040503050406030204" charset="0"/>
                    <a:ea typeface="黑体" panose="02010609060101010101" pitchFamily="49" charset="-122"/>
                    <a:sym typeface="+mn-lt"/>
                  </a:rPr>
                  <a:t>的</a:t>
                </a:r>
                <a:r>
                  <a:rPr kumimoji="1" lang="zh-CN" altLang="en-US" sz="2800" b="1" dirty="0">
                    <a:solidFill>
                      <a:srgbClr val="04926A"/>
                    </a:solidFill>
                    <a:latin typeface="Cambria Math" panose="02040503050406030204" charset="0"/>
                    <a:ea typeface="黑体" panose="02010609060101010101" pitchFamily="49" charset="-122"/>
                    <a:sym typeface="+mn-lt"/>
                  </a:rPr>
                  <a:t>全微分</a:t>
                </a:r>
                <a:r>
                  <a:rPr kumimoji="1" lang="en-US" altLang="zh-CN" sz="2800" dirty="0">
                    <a:solidFill>
                      <a:schemeClr val="tx1">
                        <a:lumMod val="95000"/>
                        <a:lumOff val="5000"/>
                      </a:schemeClr>
                    </a:solidFill>
                    <a:latin typeface="Cambria Math" panose="02040503050406030204" charset="0"/>
                    <a:ea typeface="黑体" panose="02010609060101010101" pitchFamily="49" charset="-122"/>
                    <a:sym typeface="+mn-lt"/>
                  </a:rPr>
                  <a:t>, </a:t>
                </a:r>
                <a:r>
                  <a:rPr kumimoji="1" lang="zh-CN" altLang="en-US" sz="2800" dirty="0">
                    <a:solidFill>
                      <a:schemeClr val="tx1">
                        <a:lumMod val="95000"/>
                        <a:lumOff val="5000"/>
                      </a:schemeClr>
                    </a:solidFill>
                    <a:latin typeface="Cambria Math" panose="02040503050406030204" charset="0"/>
                    <a:ea typeface="黑体" panose="02010609060101010101" pitchFamily="49" charset="-122"/>
                    <a:sym typeface="+mn-lt"/>
                  </a:rPr>
                  <a:t>记作</a:t>
                </a:r>
                <a:endParaRPr kumimoji="1" lang="zh-CN" altLang="en-US" sz="2800" dirty="0">
                  <a:solidFill>
                    <a:schemeClr val="tx1">
                      <a:lumMod val="95000"/>
                      <a:lumOff val="5000"/>
                    </a:schemeClr>
                  </a:solidFill>
                  <a:latin typeface="Cambria Math" panose="02040503050406030204" charset="0"/>
                  <a:ea typeface="黑体" panose="02010609060101010101" pitchFamily="49" charset="-122"/>
                  <a:sym typeface="+mn-lt"/>
                </a:endParaRPr>
              </a:p>
            </p:txBody>
          </p:sp>
        </mc:Choice>
        <mc:Fallback>
          <p:sp>
            <p:nvSpPr>
              <p:cNvPr id="10" name="Text Box 13"/>
              <p:cNvSpPr txBox="1">
                <a:spLocks noRot="1" noChangeAspect="1" noMove="1" noResize="1" noEditPoints="1" noAdjustHandles="1" noChangeArrowheads="1" noChangeShapeType="1" noTextEdit="1"/>
              </p:cNvSpPr>
              <p:nvPr/>
            </p:nvSpPr>
            <p:spPr bwMode="auto">
              <a:xfrm>
                <a:off x="2508048" y="4510011"/>
                <a:ext cx="4419600" cy="519112"/>
              </a:xfrm>
              <a:prstGeom prst="rect">
                <a:avLst/>
              </a:prstGeom>
              <a:blipFill rotWithShape="1">
                <a:blip r:embed="rId5"/>
                <a:stretch>
                  <a:fillRect l="-10" t="-46" r="10" b="107"/>
                </a:stretch>
              </a:blip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1" name="Object 15"/>
              <p:cNvSpPr txBox="1"/>
              <p:nvPr/>
            </p:nvSpPr>
            <p:spPr bwMode="auto">
              <a:xfrm>
                <a:off x="3996662" y="5038648"/>
                <a:ext cx="3912089" cy="519112"/>
              </a:xfrm>
              <a:prstGeom prst="rect">
                <a:avLst/>
              </a:prstGeom>
              <a:noFill/>
              <a:ln>
                <a:noFill/>
              </a:ln>
              <a:effectLst/>
            </p:spPr>
            <p:txBody>
              <a:bodyPr>
                <a:noAutofit/>
              </a:bodyPr>
              <a:lstStyle/>
              <a:p>
                <a14:m>
                  <m:oMathPara xmlns:m="http://schemas.openxmlformats.org/officeDocument/2006/math">
                    <m:oMathParaPr>
                      <m:jc m:val="left"/>
                    </m:oMathParaPr>
                    <m:oMath xmlns:m="http://schemas.openxmlformats.org/officeDocument/2006/math">
                      <m:r>
                        <m:rPr>
                          <m:sty m:val="p"/>
                        </m:rPr>
                        <a:rPr kumimoji="1" lang="zh-CN" altLang="en-US" sz="2800">
                          <a:solidFill>
                            <a:schemeClr val="tx1">
                              <a:lumMod val="95000"/>
                              <a:lumOff val="5000"/>
                            </a:schemeClr>
                          </a:solidFill>
                          <a:latin typeface="Cambria Math" panose="02040503050406030204" charset="0"/>
                          <a:ea typeface="黑体" panose="02010609060101010101" pitchFamily="49" charset="-122"/>
                        </a:rPr>
                        <m:t>d</m:t>
                      </m:r>
                      <m:r>
                        <a:rPr kumimoji="1" lang="zh-CN" altLang="en-US" sz="2800">
                          <a:solidFill>
                            <a:schemeClr val="tx1">
                              <a:lumMod val="95000"/>
                              <a:lumOff val="5000"/>
                            </a:schemeClr>
                          </a:solidFill>
                          <a:latin typeface="Cambria Math" panose="02040503050406030204" charset="0"/>
                          <a:ea typeface="黑体" panose="02010609060101010101" pitchFamily="49" charset="-122"/>
                        </a:rPr>
                        <m:t>𝑧</m:t>
                      </m:r>
                      <m:r>
                        <a:rPr kumimoji="1" lang="zh-CN" altLang="en-US" sz="2800">
                          <a:solidFill>
                            <a:schemeClr val="tx1">
                              <a:lumMod val="95000"/>
                              <a:lumOff val="5000"/>
                            </a:schemeClr>
                          </a:solidFill>
                          <a:latin typeface="Cambria Math" panose="02040503050406030204" charset="0"/>
                          <a:ea typeface="黑体" panose="02010609060101010101" pitchFamily="49" charset="-122"/>
                        </a:rPr>
                        <m:t>=</m:t>
                      </m:r>
                      <m:r>
                        <m:rPr>
                          <m:sty m:val="p"/>
                        </m:rPr>
                        <a:rPr kumimoji="1" lang="zh-CN" altLang="en-US" sz="2800">
                          <a:solidFill>
                            <a:schemeClr val="tx1">
                              <a:lumMod val="95000"/>
                              <a:lumOff val="5000"/>
                            </a:schemeClr>
                          </a:solidFill>
                          <a:latin typeface="Cambria Math" panose="02040503050406030204" charset="0"/>
                          <a:ea typeface="黑体" panose="02010609060101010101" pitchFamily="49" charset="-122"/>
                        </a:rPr>
                        <m:t>d</m:t>
                      </m:r>
                      <m:r>
                        <a:rPr kumimoji="1" lang="zh-CN" altLang="en-US" sz="2800">
                          <a:solidFill>
                            <a:schemeClr val="tx1">
                              <a:lumMod val="95000"/>
                              <a:lumOff val="5000"/>
                            </a:schemeClr>
                          </a:solidFill>
                          <a:latin typeface="Cambria Math" panose="02040503050406030204" charset="0"/>
                          <a:ea typeface="黑体" panose="02010609060101010101" pitchFamily="49" charset="-122"/>
                        </a:rPr>
                        <m:t>​</m:t>
                      </m:r>
                      <m:r>
                        <a:rPr kumimoji="1" lang="zh-CN" altLang="en-US" sz="2800">
                          <a:solidFill>
                            <a:schemeClr val="tx1">
                              <a:lumMod val="95000"/>
                              <a:lumOff val="5000"/>
                            </a:schemeClr>
                          </a:solidFill>
                          <a:latin typeface="Cambria Math" panose="02040503050406030204" charset="0"/>
                          <a:ea typeface="黑体" panose="02010609060101010101" pitchFamily="49" charset="-122"/>
                        </a:rPr>
                        <m:t>𝑓</m:t>
                      </m:r>
                      <m:r>
                        <a:rPr kumimoji="1" lang="zh-CN" altLang="en-US" sz="2800">
                          <a:solidFill>
                            <a:schemeClr val="tx1">
                              <a:lumMod val="95000"/>
                              <a:lumOff val="5000"/>
                            </a:schemeClr>
                          </a:solidFill>
                          <a:latin typeface="Cambria Math" panose="02040503050406030204" charset="0"/>
                          <a:ea typeface="黑体" panose="02010609060101010101" pitchFamily="49" charset="-122"/>
                        </a:rPr>
                        <m:t>=</m:t>
                      </m:r>
                      <m:r>
                        <a:rPr kumimoji="1" lang="zh-CN" altLang="en-US" sz="2800">
                          <a:solidFill>
                            <a:schemeClr val="tx1">
                              <a:lumMod val="95000"/>
                              <a:lumOff val="5000"/>
                            </a:schemeClr>
                          </a:solidFill>
                          <a:latin typeface="Cambria Math" panose="02040503050406030204" charset="0"/>
                          <a:ea typeface="黑体" panose="02010609060101010101" pitchFamily="49" charset="-122"/>
                        </a:rPr>
                        <m:t>𝐴</m:t>
                      </m:r>
                      <m:r>
                        <a:rPr kumimoji="1" lang="zh-CN" altLang="en-US" sz="2800">
                          <a:solidFill>
                            <a:schemeClr val="tx1">
                              <a:lumMod val="95000"/>
                              <a:lumOff val="5000"/>
                            </a:schemeClr>
                          </a:solidFill>
                          <a:latin typeface="Cambria Math" panose="02040503050406030204" charset="0"/>
                          <a:ea typeface="黑体" panose="02010609060101010101" pitchFamily="49" charset="-122"/>
                        </a:rPr>
                        <m:t>​</m:t>
                      </m:r>
                      <m:r>
                        <m:rPr>
                          <m:sty m:val="p"/>
                        </m:rPr>
                        <a:rPr kumimoji="1" lang="zh-CN" altLang="en-US" sz="2800">
                          <a:solidFill>
                            <a:schemeClr val="tx1">
                              <a:lumMod val="95000"/>
                              <a:lumOff val="5000"/>
                            </a:schemeClr>
                          </a:solidFill>
                          <a:latin typeface="Cambria Math" panose="02040503050406030204" charset="0"/>
                          <a:ea typeface="黑体" panose="02010609060101010101" pitchFamily="49" charset="-122"/>
                        </a:rPr>
                        <m:t>Δ</m:t>
                      </m:r>
                      <m:r>
                        <a:rPr kumimoji="1" lang="zh-CN" altLang="en-US" sz="2800">
                          <a:solidFill>
                            <a:schemeClr val="tx1">
                              <a:lumMod val="95000"/>
                              <a:lumOff val="5000"/>
                            </a:schemeClr>
                          </a:solidFill>
                          <a:latin typeface="Cambria Math" panose="02040503050406030204" charset="0"/>
                          <a:ea typeface="黑体" panose="02010609060101010101" pitchFamily="49" charset="-122"/>
                        </a:rPr>
                        <m:t>𝑥</m:t>
                      </m:r>
                      <m:r>
                        <a:rPr kumimoji="1" lang="zh-CN" altLang="en-US" sz="2800">
                          <a:solidFill>
                            <a:schemeClr val="tx1">
                              <a:lumMod val="95000"/>
                              <a:lumOff val="5000"/>
                            </a:schemeClr>
                          </a:solidFill>
                          <a:latin typeface="Cambria Math" panose="02040503050406030204" charset="0"/>
                          <a:ea typeface="黑体" panose="02010609060101010101" pitchFamily="49" charset="-122"/>
                        </a:rPr>
                        <m:t>+</m:t>
                      </m:r>
                      <m:r>
                        <a:rPr kumimoji="1" lang="zh-CN" altLang="en-US" sz="2800">
                          <a:solidFill>
                            <a:schemeClr val="tx1">
                              <a:lumMod val="95000"/>
                              <a:lumOff val="5000"/>
                            </a:schemeClr>
                          </a:solidFill>
                          <a:latin typeface="Cambria Math" panose="02040503050406030204" charset="0"/>
                          <a:ea typeface="黑体" panose="02010609060101010101" pitchFamily="49" charset="-122"/>
                        </a:rPr>
                        <m:t>𝐵</m:t>
                      </m:r>
                      <m:r>
                        <a:rPr kumimoji="1" lang="zh-CN" altLang="en-US" sz="2800">
                          <a:solidFill>
                            <a:schemeClr val="tx1">
                              <a:lumMod val="95000"/>
                              <a:lumOff val="5000"/>
                            </a:schemeClr>
                          </a:solidFill>
                          <a:latin typeface="Cambria Math" panose="02040503050406030204" charset="0"/>
                          <a:ea typeface="黑体" panose="02010609060101010101" pitchFamily="49" charset="-122"/>
                        </a:rPr>
                        <m:t>​</m:t>
                      </m:r>
                      <m:r>
                        <m:rPr>
                          <m:sty m:val="p"/>
                        </m:rPr>
                        <a:rPr kumimoji="1" lang="zh-CN" altLang="en-US" sz="2800">
                          <a:solidFill>
                            <a:schemeClr val="tx1">
                              <a:lumMod val="95000"/>
                              <a:lumOff val="5000"/>
                            </a:schemeClr>
                          </a:solidFill>
                          <a:latin typeface="Cambria Math" panose="02040503050406030204" charset="0"/>
                          <a:ea typeface="黑体" panose="02010609060101010101" pitchFamily="49" charset="-122"/>
                        </a:rPr>
                        <m:t>Δ</m:t>
                      </m:r>
                      <m:r>
                        <a:rPr kumimoji="1" lang="zh-CN" altLang="en-US" sz="2800">
                          <a:solidFill>
                            <a:schemeClr val="tx1">
                              <a:lumMod val="95000"/>
                              <a:lumOff val="5000"/>
                            </a:schemeClr>
                          </a:solidFill>
                          <a:latin typeface="Cambria Math" panose="02040503050406030204" charset="0"/>
                          <a:ea typeface="黑体" panose="02010609060101010101" pitchFamily="49" charset="-122"/>
                        </a:rPr>
                        <m:t>𝑦</m:t>
                      </m:r>
                      <m:r>
                        <a:rPr kumimoji="1" lang="zh-CN" altLang="en-US" sz="2800">
                          <a:solidFill>
                            <a:schemeClr val="tx1">
                              <a:lumMod val="95000"/>
                              <a:lumOff val="5000"/>
                            </a:schemeClr>
                          </a:solidFill>
                          <a:latin typeface="Cambria Math" panose="02040503050406030204" charset="0"/>
                          <a:ea typeface="黑体" panose="02010609060101010101" pitchFamily="49" charset="-122"/>
                        </a:rPr>
                        <m:t>.</m:t>
                      </m:r>
                    </m:oMath>
                  </m:oMathPara>
                </a14:m>
                <a:endParaRPr kumimoji="1" lang="zh-CN" altLang="en-US" sz="2800" dirty="0">
                  <a:solidFill>
                    <a:schemeClr val="tx1">
                      <a:lumMod val="95000"/>
                      <a:lumOff val="5000"/>
                    </a:schemeClr>
                  </a:solidFill>
                  <a:latin typeface="Cambria Math" panose="02040503050406030204" charset="0"/>
                  <a:ea typeface="黑体" panose="02010609060101010101" pitchFamily="49" charset="-122"/>
                </a:endParaRPr>
              </a:p>
            </p:txBody>
          </p:sp>
        </mc:Choice>
        <mc:Fallback>
          <p:sp>
            <p:nvSpPr>
              <p:cNvPr id="11" name="Object 15"/>
              <p:cNvSpPr txBox="1">
                <a:spLocks noRot="1" noChangeAspect="1" noMove="1" noResize="1" noEditPoints="1" noAdjustHandles="1" noChangeArrowheads="1" noChangeShapeType="1" noTextEdit="1"/>
              </p:cNvSpPr>
              <p:nvPr/>
            </p:nvSpPr>
            <p:spPr bwMode="auto">
              <a:xfrm>
                <a:off x="3996662" y="5038648"/>
                <a:ext cx="3912089" cy="519112"/>
              </a:xfrm>
              <a:prstGeom prst="rect">
                <a:avLst/>
              </a:prstGeom>
              <a:blipFill rotWithShape="1">
                <a:blip r:embed="rId6"/>
                <a:stretch>
                  <a:fillRect l="-16" t="-107" r="12" b="46"/>
                </a:stretch>
              </a:blipFill>
              <a:ln>
                <a:noFill/>
              </a:ln>
              <a:effectLst/>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2" name="Text Box 16"/>
              <p:cNvSpPr txBox="1">
                <a:spLocks noChangeArrowheads="1"/>
              </p:cNvSpPr>
              <p:nvPr/>
            </p:nvSpPr>
            <p:spPr bwMode="auto">
              <a:xfrm>
                <a:off x="2508048" y="5593825"/>
                <a:ext cx="4724400" cy="5191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marR="0" lvl="0" indent="0" fontAlgn="base">
                  <a:lnSpc>
                    <a:spcPct val="100000"/>
                  </a:lnSpc>
                  <a:spcBef>
                    <a:spcPct val="50000"/>
                  </a:spcBef>
                  <a:spcAft>
                    <a:spcPct val="0"/>
                  </a:spcAft>
                  <a:buClrTx/>
                  <a:buSzTx/>
                  <a:buFontTx/>
                  <a:buNone/>
                  <a:defRPr/>
                </a:pPr>
                <a:r>
                  <a:rPr kumimoji="1" lang="zh-CN" altLang="en-US" sz="2800" dirty="0">
                    <a:solidFill>
                      <a:schemeClr val="tx1">
                        <a:lumMod val="95000"/>
                        <a:lumOff val="5000"/>
                      </a:schemeClr>
                    </a:solidFill>
                    <a:latin typeface="Cambria Math" panose="02040503050406030204" charset="0"/>
                    <a:ea typeface="黑体" panose="02010609060101010101" pitchFamily="49" charset="-122"/>
                    <a:sym typeface="+mn-lt"/>
                  </a:rPr>
                  <a:t>若函数在域</a:t>
                </a:r>
                <a14:m>
                  <m:oMath xmlns:m="http://schemas.openxmlformats.org/officeDocument/2006/math">
                    <m:r>
                      <a:rPr kumimoji="1" lang="en-US" altLang="zh-CN" sz="2800" b="0" i="0" smtClean="0">
                        <a:solidFill>
                          <a:schemeClr val="tx1">
                            <a:lumMod val="95000"/>
                            <a:lumOff val="5000"/>
                          </a:schemeClr>
                        </a:solidFill>
                        <a:latin typeface="Cambria Math" panose="02040503050406030204" charset="0"/>
                        <a:ea typeface="黑体" panose="02010609060101010101" pitchFamily="49" charset="-122"/>
                      </a:rPr>
                      <m:t> </m:t>
                    </m:r>
                    <m:r>
                      <a:rPr kumimoji="1" lang="en-US" altLang="zh-CN" sz="2800" i="1">
                        <a:solidFill>
                          <a:schemeClr val="tx1">
                            <a:lumMod val="95000"/>
                            <a:lumOff val="5000"/>
                          </a:schemeClr>
                        </a:solidFill>
                        <a:latin typeface="Cambria Math" panose="02040503050406030204" charset="0"/>
                        <a:ea typeface="黑体" panose="02010609060101010101" pitchFamily="49" charset="-122"/>
                      </a:rPr>
                      <m:t>𝐷</m:t>
                    </m:r>
                  </m:oMath>
                </a14:m>
                <a:r>
                  <a:rPr kumimoji="1" lang="zh-CN" altLang="en-US" sz="2800" dirty="0">
                    <a:solidFill>
                      <a:schemeClr val="tx1">
                        <a:lumMod val="95000"/>
                        <a:lumOff val="5000"/>
                      </a:schemeClr>
                    </a:solidFill>
                    <a:latin typeface="Cambria Math" panose="02040503050406030204" charset="0"/>
                    <a:ea typeface="黑体" panose="02010609060101010101" pitchFamily="49" charset="-122"/>
                    <a:sym typeface="+mn-lt"/>
                  </a:rPr>
                  <a:t> 内各点都可微</a:t>
                </a:r>
                <a:r>
                  <a:rPr kumimoji="1" lang="en-US" altLang="zh-CN" sz="2800" dirty="0">
                    <a:solidFill>
                      <a:schemeClr val="tx1">
                        <a:lumMod val="95000"/>
                        <a:lumOff val="5000"/>
                      </a:schemeClr>
                    </a:solidFill>
                    <a:latin typeface="Cambria Math" panose="02040503050406030204" charset="0"/>
                    <a:ea typeface="黑体" panose="02010609060101010101" pitchFamily="49" charset="-122"/>
                    <a:sym typeface="+mn-lt"/>
                  </a:rPr>
                  <a:t>,</a:t>
                </a:r>
                <a:endParaRPr kumimoji="1" lang="en-US" altLang="zh-CN" sz="2800" dirty="0">
                  <a:solidFill>
                    <a:schemeClr val="tx1">
                      <a:lumMod val="95000"/>
                      <a:lumOff val="5000"/>
                    </a:schemeClr>
                  </a:solidFill>
                  <a:latin typeface="Cambria Math" panose="02040503050406030204" charset="0"/>
                  <a:ea typeface="黑体" panose="02010609060101010101" pitchFamily="49" charset="-122"/>
                  <a:sym typeface="+mn-lt"/>
                </a:endParaRPr>
              </a:p>
            </p:txBody>
          </p:sp>
        </mc:Choice>
        <mc:Fallback>
          <p:sp>
            <p:nvSpPr>
              <p:cNvPr id="12" name="Text Box 16"/>
              <p:cNvSpPr txBox="1">
                <a:spLocks noRot="1" noChangeAspect="1" noMove="1" noResize="1" noEditPoints="1" noAdjustHandles="1" noChangeArrowheads="1" noChangeShapeType="1" noTextEdit="1"/>
              </p:cNvSpPr>
              <p:nvPr/>
            </p:nvSpPr>
            <p:spPr bwMode="auto">
              <a:xfrm>
                <a:off x="2508048" y="5593825"/>
                <a:ext cx="4724400" cy="519113"/>
              </a:xfrm>
              <a:prstGeom prst="rect">
                <a:avLst/>
              </a:prstGeom>
              <a:blipFill rotWithShape="1">
                <a:blip r:embed="rId7"/>
                <a:stretch>
                  <a:fillRect l="-9" t="-21" r="9" b="82"/>
                </a:stretch>
              </a:blip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3" name="Object 21"/>
              <p:cNvSpPr txBox="1"/>
              <p:nvPr/>
            </p:nvSpPr>
            <p:spPr bwMode="auto">
              <a:xfrm>
                <a:off x="6834475" y="2594732"/>
                <a:ext cx="3665169" cy="558800"/>
              </a:xfrm>
              <a:prstGeom prst="rect">
                <a:avLst/>
              </a:prstGeom>
              <a:noFill/>
              <a:ln>
                <a:noFill/>
              </a:ln>
              <a:effectLst/>
            </p:spPr>
            <p:txBody>
              <a:bodyPr>
                <a:noAutofit/>
              </a:bodyPr>
              <a:lstStyle/>
              <a:p>
                <a14:m>
                  <m:oMathPara xmlns:m="http://schemas.openxmlformats.org/officeDocument/2006/math">
                    <m:oMathParaPr>
                      <m:jc m:val="left"/>
                    </m:oMathParaPr>
                    <m:oMath xmlns:m="http://schemas.openxmlformats.org/officeDocument/2006/math">
                      <m:r>
                        <a:rPr kumimoji="1" lang="zh-CN" altLang="en-US" sz="2800" smtClean="0">
                          <a:solidFill>
                            <a:schemeClr val="tx1">
                              <a:lumMod val="95000"/>
                              <a:lumOff val="5000"/>
                            </a:schemeClr>
                          </a:solidFill>
                          <a:latin typeface="Cambria Math" panose="02040503050406030204" charset="0"/>
                          <a:ea typeface="黑体" panose="02010609060101010101" pitchFamily="49" charset="-122"/>
                        </a:rPr>
                        <m:t>𝜌</m:t>
                      </m:r>
                      <m:r>
                        <a:rPr kumimoji="1" lang="zh-CN" altLang="en-US" sz="2800">
                          <a:solidFill>
                            <a:schemeClr val="tx1">
                              <a:lumMod val="95000"/>
                              <a:lumOff val="5000"/>
                            </a:schemeClr>
                          </a:solidFill>
                          <a:latin typeface="Cambria Math" panose="02040503050406030204" charset="0"/>
                          <a:ea typeface="黑体" panose="02010609060101010101" pitchFamily="49" charset="-122"/>
                        </a:rPr>
                        <m:t>=</m:t>
                      </m:r>
                      <m:rad>
                        <m:radPr>
                          <m:degHide m:val="on"/>
                          <m:ctrlPr>
                            <a:rPr kumimoji="1" lang="zh-CN" altLang="en-US" sz="2800" i="1">
                              <a:solidFill>
                                <a:schemeClr val="tx1">
                                  <a:lumMod val="95000"/>
                                  <a:lumOff val="5000"/>
                                </a:schemeClr>
                              </a:solidFill>
                              <a:latin typeface="Cambria Math" panose="02040503050406030204" charset="0"/>
                              <a:ea typeface="黑体" panose="02010609060101010101" pitchFamily="49" charset="-122"/>
                            </a:rPr>
                          </m:ctrlPr>
                        </m:radPr>
                        <m:deg/>
                        <m:e>
                          <m:r>
                            <a:rPr kumimoji="1" lang="zh-CN" altLang="en-US" sz="2800">
                              <a:solidFill>
                                <a:schemeClr val="tx1">
                                  <a:lumMod val="95000"/>
                                  <a:lumOff val="5000"/>
                                </a:schemeClr>
                              </a:solidFill>
                              <a:latin typeface="Cambria Math" panose="02040503050406030204" charset="0"/>
                              <a:ea typeface="黑体" panose="02010609060101010101" pitchFamily="49" charset="-122"/>
                            </a:rPr>
                            <m:t>(</m:t>
                          </m:r>
                          <m:r>
                            <m:rPr>
                              <m:sty m:val="p"/>
                            </m:rPr>
                            <a:rPr kumimoji="1" lang="zh-CN" altLang="en-US" sz="2800">
                              <a:solidFill>
                                <a:schemeClr val="tx1">
                                  <a:lumMod val="95000"/>
                                  <a:lumOff val="5000"/>
                                </a:schemeClr>
                              </a:solidFill>
                              <a:latin typeface="Cambria Math" panose="02040503050406030204" charset="0"/>
                              <a:ea typeface="黑体" panose="02010609060101010101" pitchFamily="49" charset="-122"/>
                            </a:rPr>
                            <m:t>Δ</m:t>
                          </m:r>
                          <m:r>
                            <a:rPr kumimoji="1" lang="zh-CN" altLang="en-US" sz="2800">
                              <a:solidFill>
                                <a:schemeClr val="tx1">
                                  <a:lumMod val="95000"/>
                                  <a:lumOff val="5000"/>
                                </a:schemeClr>
                              </a:solidFill>
                              <a:latin typeface="Cambria Math" panose="02040503050406030204" charset="0"/>
                              <a:ea typeface="黑体" panose="02010609060101010101" pitchFamily="49" charset="-122"/>
                            </a:rPr>
                            <m:t>𝑥</m:t>
                          </m:r>
                          <m:sSup>
                            <m:sSupPr>
                              <m:ctrlPr>
                                <a:rPr kumimoji="1" lang="zh-CN" altLang="en-US" sz="2800" i="1">
                                  <a:solidFill>
                                    <a:schemeClr val="tx1">
                                      <a:lumMod val="95000"/>
                                      <a:lumOff val="5000"/>
                                    </a:schemeClr>
                                  </a:solidFill>
                                  <a:latin typeface="Cambria Math" panose="02040503050406030204" charset="0"/>
                                  <a:ea typeface="黑体" panose="02010609060101010101" pitchFamily="49" charset="-122"/>
                                </a:rPr>
                              </m:ctrlPr>
                            </m:sSupPr>
                            <m:e>
                              <m:r>
                                <a:rPr kumimoji="1" lang="zh-CN" altLang="en-US" sz="2800">
                                  <a:solidFill>
                                    <a:schemeClr val="tx1">
                                      <a:lumMod val="95000"/>
                                      <a:lumOff val="5000"/>
                                    </a:schemeClr>
                                  </a:solidFill>
                                  <a:latin typeface="Cambria Math" panose="02040503050406030204" charset="0"/>
                                  <a:ea typeface="黑体" panose="02010609060101010101" pitchFamily="49" charset="-122"/>
                                </a:rPr>
                                <m:t>)</m:t>
                              </m:r>
                            </m:e>
                            <m:sup>
                              <m:r>
                                <a:rPr kumimoji="1" lang="zh-CN" altLang="en-US" sz="2800">
                                  <a:solidFill>
                                    <a:schemeClr val="tx1">
                                      <a:lumMod val="95000"/>
                                      <a:lumOff val="5000"/>
                                    </a:schemeClr>
                                  </a:solidFill>
                                  <a:latin typeface="Cambria Math" panose="02040503050406030204" charset="0"/>
                                  <a:ea typeface="黑体" panose="02010609060101010101" pitchFamily="49" charset="-122"/>
                                </a:rPr>
                                <m:t>2</m:t>
                              </m:r>
                            </m:sup>
                          </m:sSup>
                          <m:r>
                            <a:rPr kumimoji="1" lang="zh-CN" altLang="en-US" sz="2800">
                              <a:solidFill>
                                <a:schemeClr val="tx1">
                                  <a:lumMod val="95000"/>
                                  <a:lumOff val="5000"/>
                                </a:schemeClr>
                              </a:solidFill>
                              <a:latin typeface="Cambria Math" panose="02040503050406030204" charset="0"/>
                              <a:ea typeface="黑体" panose="02010609060101010101" pitchFamily="49" charset="-122"/>
                            </a:rPr>
                            <m:t>+(</m:t>
                          </m:r>
                          <m:r>
                            <m:rPr>
                              <m:sty m:val="p"/>
                            </m:rPr>
                            <a:rPr kumimoji="1" lang="zh-CN" altLang="en-US" sz="2800">
                              <a:solidFill>
                                <a:schemeClr val="tx1">
                                  <a:lumMod val="95000"/>
                                  <a:lumOff val="5000"/>
                                </a:schemeClr>
                              </a:solidFill>
                              <a:latin typeface="Cambria Math" panose="02040503050406030204" charset="0"/>
                              <a:ea typeface="黑体" panose="02010609060101010101" pitchFamily="49" charset="-122"/>
                            </a:rPr>
                            <m:t>Δ</m:t>
                          </m:r>
                          <m:r>
                            <a:rPr kumimoji="1" lang="zh-CN" altLang="en-US" sz="2800">
                              <a:solidFill>
                                <a:schemeClr val="tx1">
                                  <a:lumMod val="95000"/>
                                  <a:lumOff val="5000"/>
                                </a:schemeClr>
                              </a:solidFill>
                              <a:latin typeface="Cambria Math" panose="02040503050406030204" charset="0"/>
                              <a:ea typeface="黑体" panose="02010609060101010101" pitchFamily="49" charset="-122"/>
                            </a:rPr>
                            <m:t>𝑦</m:t>
                          </m:r>
                          <m:sSup>
                            <m:sSupPr>
                              <m:ctrlPr>
                                <a:rPr kumimoji="1" lang="zh-CN" altLang="en-US" sz="2800" i="1">
                                  <a:solidFill>
                                    <a:schemeClr val="tx1">
                                      <a:lumMod val="95000"/>
                                      <a:lumOff val="5000"/>
                                    </a:schemeClr>
                                  </a:solidFill>
                                  <a:latin typeface="Cambria Math" panose="02040503050406030204" charset="0"/>
                                  <a:ea typeface="黑体" panose="02010609060101010101" pitchFamily="49" charset="-122"/>
                                </a:rPr>
                              </m:ctrlPr>
                            </m:sSupPr>
                            <m:e>
                              <m:r>
                                <a:rPr kumimoji="1" lang="zh-CN" altLang="en-US" sz="2800">
                                  <a:solidFill>
                                    <a:schemeClr val="tx1">
                                      <a:lumMod val="95000"/>
                                      <a:lumOff val="5000"/>
                                    </a:schemeClr>
                                  </a:solidFill>
                                  <a:latin typeface="Cambria Math" panose="02040503050406030204" charset="0"/>
                                  <a:ea typeface="黑体" panose="02010609060101010101" pitchFamily="49" charset="-122"/>
                                </a:rPr>
                                <m:t>)</m:t>
                              </m:r>
                            </m:e>
                            <m:sup>
                              <m:r>
                                <a:rPr kumimoji="1" lang="zh-CN" altLang="en-US" sz="2800">
                                  <a:solidFill>
                                    <a:schemeClr val="tx1">
                                      <a:lumMod val="95000"/>
                                      <a:lumOff val="5000"/>
                                    </a:schemeClr>
                                  </a:solidFill>
                                  <a:latin typeface="Cambria Math" panose="02040503050406030204" charset="0"/>
                                  <a:ea typeface="黑体" panose="02010609060101010101" pitchFamily="49" charset="-122"/>
                                </a:rPr>
                                <m:t>2</m:t>
                              </m:r>
                            </m:sup>
                          </m:sSup>
                        </m:e>
                      </m:rad>
                    </m:oMath>
                  </m:oMathPara>
                </a14:m>
                <a:endParaRPr kumimoji="1" lang="zh-CN" altLang="en-US" sz="2800" dirty="0">
                  <a:solidFill>
                    <a:schemeClr val="tx1">
                      <a:lumMod val="95000"/>
                      <a:lumOff val="5000"/>
                    </a:schemeClr>
                  </a:solidFill>
                  <a:latin typeface="Cambria Math" panose="02040503050406030204" charset="0"/>
                  <a:ea typeface="黑体" panose="02010609060101010101" pitchFamily="49" charset="-122"/>
                </a:endParaRPr>
              </a:p>
            </p:txBody>
          </p:sp>
        </mc:Choice>
        <mc:Fallback>
          <p:sp>
            <p:nvSpPr>
              <p:cNvPr id="13" name="Object 21"/>
              <p:cNvSpPr txBox="1">
                <a:spLocks noRot="1" noChangeAspect="1" noMove="1" noResize="1" noEditPoints="1" noAdjustHandles="1" noChangeArrowheads="1" noChangeShapeType="1" noTextEdit="1"/>
              </p:cNvSpPr>
              <p:nvPr/>
            </p:nvSpPr>
            <p:spPr bwMode="auto">
              <a:xfrm>
                <a:off x="6834475" y="2594732"/>
                <a:ext cx="3665169" cy="558800"/>
              </a:xfrm>
              <a:prstGeom prst="rect">
                <a:avLst/>
              </a:prstGeom>
              <a:blipFill rotWithShape="1">
                <a:blip r:embed="rId8"/>
                <a:stretch>
                  <a:fillRect l="-17" t="-22" r="15" b="22"/>
                </a:stretch>
              </a:blipFill>
              <a:ln>
                <a:noFill/>
              </a:ln>
              <a:effectLst/>
            </p:spPr>
            <p:txBody>
              <a:bodyPr/>
              <a:lstStyle/>
              <a:p>
                <a:r>
                  <a:rPr lang="zh-CN" altLang="en-US">
                    <a:noFill/>
                  </a:rPr>
                  <a:t> </a:t>
                </a:r>
              </a:p>
            </p:txBody>
          </p:sp>
        </mc:Fallback>
      </mc:AlternateContent>
      <p:sp>
        <p:nvSpPr>
          <p:cNvPr id="14" name="Text Box 23"/>
          <p:cNvSpPr txBox="1">
            <a:spLocks noChangeArrowheads="1"/>
          </p:cNvSpPr>
          <p:nvPr/>
        </p:nvSpPr>
        <p:spPr bwMode="auto">
          <a:xfrm>
            <a:off x="8572589" y="3330706"/>
            <a:ext cx="1676400" cy="5191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marR="0" lvl="0" indent="0" fontAlgn="base">
              <a:lnSpc>
                <a:spcPct val="100000"/>
              </a:lnSpc>
              <a:spcBef>
                <a:spcPct val="50000"/>
              </a:spcBef>
              <a:spcAft>
                <a:spcPct val="0"/>
              </a:spcAft>
              <a:buClrTx/>
              <a:buSzTx/>
              <a:buFontTx/>
              <a:buNone/>
              <a:defRPr/>
            </a:pPr>
            <a:r>
              <a:rPr kumimoji="1" lang="zh-CN" altLang="en-US" sz="2800" dirty="0">
                <a:solidFill>
                  <a:schemeClr val="tx1">
                    <a:lumMod val="95000"/>
                    <a:lumOff val="5000"/>
                  </a:schemeClr>
                </a:solidFill>
                <a:latin typeface="Cambria Math" panose="02040503050406030204" charset="0"/>
                <a:ea typeface="黑体" panose="02010609060101010101" pitchFamily="49" charset="-122"/>
                <a:sym typeface="+mn-lt"/>
              </a:rPr>
              <a:t>则称函数</a:t>
            </a:r>
            <a:endParaRPr kumimoji="1" lang="zh-CN" altLang="en-US" sz="2800" dirty="0">
              <a:solidFill>
                <a:schemeClr val="tx1">
                  <a:lumMod val="95000"/>
                  <a:lumOff val="5000"/>
                </a:schemeClr>
              </a:solidFill>
              <a:latin typeface="Cambria Math" panose="02040503050406030204" charset="0"/>
              <a:ea typeface="黑体" panose="02010609060101010101" pitchFamily="49" charset="-122"/>
              <a:sym typeface="+mn-lt"/>
            </a:endParaRPr>
          </a:p>
        </p:txBody>
      </p:sp>
      <mc:AlternateContent xmlns:mc="http://schemas.openxmlformats.org/markup-compatibility/2006">
        <mc:Choice xmlns:a14="http://schemas.microsoft.com/office/drawing/2010/main" Requires="a14">
          <p:sp>
            <p:nvSpPr>
              <p:cNvPr id="15" name="Text Box 24"/>
              <p:cNvSpPr txBox="1">
                <a:spLocks noChangeArrowheads="1"/>
              </p:cNvSpPr>
              <p:nvPr/>
            </p:nvSpPr>
            <p:spPr bwMode="auto">
              <a:xfrm>
                <a:off x="2508048" y="3931938"/>
                <a:ext cx="3557220" cy="51911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square">
                <a:spAutoFit/>
              </a:bodyPr>
              <a:lstStyle/>
              <a:p>
                <a:pPr marR="0" lvl="0" indent="0" fontAlgn="base">
                  <a:lnSpc>
                    <a:spcPct val="100000"/>
                  </a:lnSpc>
                  <a:spcBef>
                    <a:spcPct val="50000"/>
                  </a:spcBef>
                  <a:spcAft>
                    <a:spcPct val="0"/>
                  </a:spcAft>
                  <a:buClrTx/>
                  <a:buSzTx/>
                  <a:buFontTx/>
                  <a:buNone/>
                  <a:defRPr/>
                </a:pPr>
                <a14:m>
                  <m:oMath xmlns:m="http://schemas.openxmlformats.org/officeDocument/2006/math">
                    <m:r>
                      <a:rPr kumimoji="1" lang="zh-CN" altLang="en-US" sz="2800" smtClean="0">
                        <a:solidFill>
                          <a:schemeClr val="tx1">
                            <a:lumMod val="95000"/>
                            <a:lumOff val="5000"/>
                          </a:schemeClr>
                        </a:solidFill>
                        <a:latin typeface="Cambria Math" panose="02040503050406030204" charset="0"/>
                        <a:ea typeface="黑体" panose="02010609060101010101" pitchFamily="49" charset="-122"/>
                      </a:rPr>
                      <m:t>𝑓</m:t>
                    </m:r>
                    <m:d>
                      <m:dPr>
                        <m:ctrlPr>
                          <a:rPr kumimoji="1" lang="zh-CN" altLang="en-US" sz="2800" i="1" smtClean="0">
                            <a:solidFill>
                              <a:schemeClr val="tx1">
                                <a:lumMod val="95000"/>
                                <a:lumOff val="5000"/>
                              </a:schemeClr>
                            </a:solidFill>
                            <a:latin typeface="Cambria Math" panose="02040503050406030204" charset="0"/>
                            <a:ea typeface="黑体" panose="02010609060101010101" pitchFamily="49" charset="-122"/>
                          </a:rPr>
                        </m:ctrlPr>
                      </m:dPr>
                      <m:e>
                        <m:r>
                          <a:rPr kumimoji="1" lang="zh-CN" altLang="en-US" sz="2800" smtClean="0">
                            <a:solidFill>
                              <a:schemeClr val="tx1">
                                <a:lumMod val="95000"/>
                                <a:lumOff val="5000"/>
                              </a:schemeClr>
                            </a:solidFill>
                            <a:latin typeface="Cambria Math" panose="02040503050406030204" charset="0"/>
                            <a:ea typeface="黑体" panose="02010609060101010101" pitchFamily="49" charset="-122"/>
                          </a:rPr>
                          <m:t>𝑥</m:t>
                        </m:r>
                        <m:r>
                          <a:rPr kumimoji="1" lang="zh-CN" altLang="en-US" sz="2800" smtClean="0">
                            <a:solidFill>
                              <a:schemeClr val="tx1">
                                <a:lumMod val="95000"/>
                                <a:lumOff val="5000"/>
                              </a:schemeClr>
                            </a:solidFill>
                            <a:latin typeface="Cambria Math" panose="02040503050406030204" charset="0"/>
                            <a:ea typeface="黑体" panose="02010609060101010101" pitchFamily="49" charset="-122"/>
                          </a:rPr>
                          <m:t>,</m:t>
                        </m:r>
                        <m:r>
                          <a:rPr kumimoji="1" lang="zh-CN" altLang="en-US" sz="2800" smtClean="0">
                            <a:solidFill>
                              <a:schemeClr val="tx1">
                                <a:lumMod val="95000"/>
                                <a:lumOff val="5000"/>
                              </a:schemeClr>
                            </a:solidFill>
                            <a:latin typeface="Cambria Math" panose="02040503050406030204" charset="0"/>
                            <a:ea typeface="黑体" panose="02010609060101010101" pitchFamily="49" charset="-122"/>
                          </a:rPr>
                          <m:t>𝑦</m:t>
                        </m:r>
                      </m:e>
                    </m:d>
                  </m:oMath>
                </a14:m>
                <a:r>
                  <a:rPr kumimoji="1" lang="zh-CN" altLang="en-US" sz="2800" dirty="0">
                    <a:solidFill>
                      <a:schemeClr val="tx1">
                        <a:lumMod val="95000"/>
                        <a:lumOff val="5000"/>
                      </a:schemeClr>
                    </a:solidFill>
                    <a:latin typeface="Cambria Math" panose="02040503050406030204" charset="0"/>
                    <a:ea typeface="黑体" panose="02010609060101010101" pitchFamily="49" charset="-122"/>
                    <a:sym typeface="+mn-lt"/>
                  </a:rPr>
                  <a:t>在点</a:t>
                </a:r>
                <a14:m>
                  <m:oMath xmlns:m="http://schemas.openxmlformats.org/officeDocument/2006/math">
                    <m:d>
                      <m:dPr>
                        <m:ctrlPr>
                          <a:rPr kumimoji="1" lang="zh-CN" altLang="en-US" sz="2800" i="1">
                            <a:solidFill>
                              <a:schemeClr val="tx1">
                                <a:lumMod val="95000"/>
                                <a:lumOff val="5000"/>
                              </a:schemeClr>
                            </a:solidFill>
                            <a:latin typeface="Cambria Math" panose="02040503050406030204" charset="0"/>
                            <a:ea typeface="黑体" panose="02010609060101010101" pitchFamily="49" charset="-122"/>
                          </a:rPr>
                        </m:ctrlPr>
                      </m:dPr>
                      <m:e>
                        <m:r>
                          <a:rPr kumimoji="1" lang="zh-CN" altLang="en-US" sz="2800">
                            <a:solidFill>
                              <a:schemeClr val="tx1">
                                <a:lumMod val="95000"/>
                                <a:lumOff val="5000"/>
                              </a:schemeClr>
                            </a:solidFill>
                            <a:latin typeface="Cambria Math" panose="02040503050406030204" charset="0"/>
                            <a:ea typeface="黑体" panose="02010609060101010101" pitchFamily="49" charset="-122"/>
                          </a:rPr>
                          <m:t>𝑥</m:t>
                        </m:r>
                        <m:r>
                          <a:rPr kumimoji="1" lang="zh-CN" altLang="en-US" sz="2800">
                            <a:solidFill>
                              <a:schemeClr val="tx1">
                                <a:lumMod val="95000"/>
                                <a:lumOff val="5000"/>
                              </a:schemeClr>
                            </a:solidFill>
                            <a:latin typeface="Cambria Math" panose="02040503050406030204" charset="0"/>
                            <a:ea typeface="黑体" panose="02010609060101010101" pitchFamily="49" charset="-122"/>
                          </a:rPr>
                          <m:t>,</m:t>
                        </m:r>
                        <m:r>
                          <a:rPr kumimoji="1" lang="zh-CN" altLang="en-US" sz="2800">
                            <a:solidFill>
                              <a:schemeClr val="tx1">
                                <a:lumMod val="95000"/>
                                <a:lumOff val="5000"/>
                              </a:schemeClr>
                            </a:solidFill>
                            <a:latin typeface="Cambria Math" panose="02040503050406030204" charset="0"/>
                            <a:ea typeface="黑体" panose="02010609060101010101" pitchFamily="49" charset="-122"/>
                          </a:rPr>
                          <m:t>𝑦</m:t>
                        </m:r>
                      </m:e>
                    </m:d>
                  </m:oMath>
                </a14:m>
                <a:r>
                  <a:rPr kumimoji="1" lang="zh-CN" altLang="en-US" sz="2800" b="1" dirty="0">
                    <a:solidFill>
                      <a:srgbClr val="04926A"/>
                    </a:solidFill>
                    <a:latin typeface="Cambria Math" panose="02040503050406030204" charset="0"/>
                    <a:ea typeface="黑体" panose="02010609060101010101" pitchFamily="49" charset="-122"/>
                    <a:sym typeface="+mn-lt"/>
                  </a:rPr>
                  <a:t>可微</a:t>
                </a:r>
                <a14:m>
                  <m:oMath xmlns:m="http://schemas.openxmlformats.org/officeDocument/2006/math">
                    <m:r>
                      <a:rPr kumimoji="1" lang="zh-CN" altLang="en-US" sz="2800">
                        <a:solidFill>
                          <a:schemeClr val="tx1">
                            <a:lumMod val="95000"/>
                            <a:lumOff val="5000"/>
                          </a:schemeClr>
                        </a:solidFill>
                        <a:latin typeface="Cambria Math" panose="02040503050406030204" charset="0"/>
                        <a:ea typeface="黑体" panose="02010609060101010101" pitchFamily="49" charset="-122"/>
                      </a:rPr>
                      <m:t>,</m:t>
                    </m:r>
                  </m:oMath>
                </a14:m>
                <a:endParaRPr kumimoji="1" lang="zh-CN" altLang="en-US" sz="2800" dirty="0">
                  <a:solidFill>
                    <a:schemeClr val="tx1">
                      <a:lumMod val="95000"/>
                      <a:lumOff val="5000"/>
                    </a:schemeClr>
                  </a:solidFill>
                  <a:latin typeface="Cambria Math" panose="02040503050406030204" charset="0"/>
                  <a:ea typeface="黑体" panose="02010609060101010101" pitchFamily="49" charset="-122"/>
                  <a:sym typeface="+mn-lt"/>
                </a:endParaRPr>
              </a:p>
            </p:txBody>
          </p:sp>
        </mc:Choice>
        <mc:Fallback>
          <p:sp>
            <p:nvSpPr>
              <p:cNvPr id="15" name="Text Box 24"/>
              <p:cNvSpPr txBox="1">
                <a:spLocks noRot="1" noChangeAspect="1" noMove="1" noResize="1" noEditPoints="1" noAdjustHandles="1" noChangeArrowheads="1" noChangeShapeType="1" noTextEdit="1"/>
              </p:cNvSpPr>
              <p:nvPr/>
            </p:nvSpPr>
            <p:spPr bwMode="auto">
              <a:xfrm>
                <a:off x="2508048" y="3931938"/>
                <a:ext cx="3557220" cy="519112"/>
              </a:xfrm>
              <a:prstGeom prst="rect">
                <a:avLst/>
              </a:prstGeom>
              <a:blipFill rotWithShape="1">
                <a:blip r:embed="rId9"/>
                <a:stretch>
                  <a:fillRect l="-12" t="-3" r="11" b="65"/>
                </a:stretch>
              </a:blip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lstStyle/>
              <a:p>
                <a:r>
                  <a:rPr lang="zh-CN" altLang="en-US">
                    <a:noFill/>
                  </a:rPr>
                  <a:t> </a:t>
                </a:r>
              </a:p>
            </p:txBody>
          </p:sp>
        </mc:Fallback>
      </mc:AlternateContent>
      <p:sp>
        <p:nvSpPr>
          <p:cNvPr id="16" name="Text Box 34"/>
          <p:cNvSpPr txBox="1">
            <a:spLocks noChangeArrowheads="1"/>
          </p:cNvSpPr>
          <p:nvPr/>
        </p:nvSpPr>
        <p:spPr bwMode="auto">
          <a:xfrm>
            <a:off x="2523288" y="2023988"/>
            <a:ext cx="1675332" cy="4762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square">
            <a:spAutoFit/>
          </a:bodyPr>
          <a:lstStyle/>
          <a:p>
            <a:pPr marR="0" lvl="0" indent="0" fontAlgn="base">
              <a:lnSpc>
                <a:spcPct val="90000"/>
              </a:lnSpc>
              <a:spcBef>
                <a:spcPct val="50000"/>
              </a:spcBef>
              <a:spcAft>
                <a:spcPct val="0"/>
              </a:spcAft>
              <a:buClrTx/>
              <a:buSzTx/>
              <a:buFontTx/>
              <a:buNone/>
              <a:defRPr/>
            </a:pPr>
            <a:r>
              <a:rPr kumimoji="1" lang="zh-CN" altLang="en-US" sz="2800" dirty="0">
                <a:solidFill>
                  <a:schemeClr val="tx1">
                    <a:lumMod val="95000"/>
                    <a:lumOff val="5000"/>
                  </a:schemeClr>
                </a:solidFill>
                <a:latin typeface="Cambria Math" panose="02040503050406030204" charset="0"/>
                <a:ea typeface="黑体" panose="02010609060101010101" pitchFamily="49" charset="-122"/>
                <a:sym typeface="+mn-lt"/>
              </a:rPr>
              <a:t>处全增量</a:t>
            </a:r>
            <a:endParaRPr kumimoji="1" lang="zh-CN" altLang="en-US" sz="2800" dirty="0">
              <a:solidFill>
                <a:schemeClr val="tx1">
                  <a:lumMod val="95000"/>
                  <a:lumOff val="5000"/>
                </a:schemeClr>
              </a:solidFill>
              <a:latin typeface="Cambria Math" panose="02040503050406030204" charset="0"/>
              <a:ea typeface="黑体" panose="02010609060101010101" pitchFamily="49" charset="-122"/>
              <a:sym typeface="+mn-lt"/>
            </a:endParaRPr>
          </a:p>
        </p:txBody>
      </p:sp>
      <mc:AlternateContent xmlns:mc="http://schemas.openxmlformats.org/markup-compatibility/2006">
        <mc:Choice xmlns:a14="http://schemas.microsoft.com/office/drawing/2010/main" Requires="a14">
          <p:sp>
            <p:nvSpPr>
              <p:cNvPr id="17" name="Text Box 35"/>
              <p:cNvSpPr txBox="1">
                <a:spLocks noChangeArrowheads="1"/>
              </p:cNvSpPr>
              <p:nvPr/>
            </p:nvSpPr>
            <p:spPr bwMode="auto">
              <a:xfrm>
                <a:off x="6922518" y="5593825"/>
                <a:ext cx="3962400" cy="5191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marR="0" lvl="0" indent="0" fontAlgn="base">
                  <a:lnSpc>
                    <a:spcPct val="100000"/>
                  </a:lnSpc>
                  <a:spcBef>
                    <a:spcPct val="50000"/>
                  </a:spcBef>
                  <a:spcAft>
                    <a:spcPct val="0"/>
                  </a:spcAft>
                  <a:buClrTx/>
                  <a:buSzTx/>
                  <a:buFontTx/>
                  <a:buNone/>
                  <a:defRPr/>
                </a:pPr>
                <a:r>
                  <a:rPr kumimoji="1" lang="zh-CN" altLang="en-US" sz="2800" dirty="0">
                    <a:solidFill>
                      <a:schemeClr val="tx1">
                        <a:lumMod val="95000"/>
                        <a:lumOff val="5000"/>
                      </a:schemeClr>
                    </a:solidFill>
                    <a:latin typeface="Cambria Math" panose="02040503050406030204" charset="0"/>
                    <a:ea typeface="黑体" panose="02010609060101010101" pitchFamily="49" charset="-122"/>
                    <a:sym typeface="+mn-lt"/>
                  </a:rPr>
                  <a:t> 则称此函数</a:t>
                </a:r>
                <a:r>
                  <a:rPr kumimoji="1" lang="zh-CN" altLang="en-US" sz="2800" b="1" dirty="0">
                    <a:solidFill>
                      <a:srgbClr val="04926A"/>
                    </a:solidFill>
                    <a:latin typeface="Cambria Math" panose="02040503050406030204" charset="0"/>
                    <a:ea typeface="黑体" panose="02010609060101010101" pitchFamily="49" charset="-122"/>
                    <a:sym typeface="+mn-lt"/>
                  </a:rPr>
                  <a:t>在 </a:t>
                </a:r>
                <a14:m>
                  <m:oMath xmlns:m="http://schemas.openxmlformats.org/officeDocument/2006/math">
                    <m:r>
                      <a:rPr kumimoji="1" lang="en-US" altLang="zh-CN" sz="2800" b="1">
                        <a:solidFill>
                          <a:srgbClr val="04926A"/>
                        </a:solidFill>
                        <a:latin typeface="Cambria Math" panose="02040503050406030204" charset="0"/>
                        <a:ea typeface="黑体" panose="02010609060101010101" pitchFamily="49" charset="-122"/>
                      </a:rPr>
                      <m:t>𝐷</m:t>
                    </m:r>
                  </m:oMath>
                </a14:m>
                <a:r>
                  <a:rPr kumimoji="1" lang="zh-CN" altLang="en-US" sz="2800" b="1" dirty="0">
                    <a:solidFill>
                      <a:srgbClr val="04926A"/>
                    </a:solidFill>
                    <a:latin typeface="Cambria Math" panose="02040503050406030204" charset="0"/>
                    <a:ea typeface="黑体" panose="02010609060101010101" pitchFamily="49" charset="-122"/>
                    <a:sym typeface="+mn-lt"/>
                  </a:rPr>
                  <a:t> 内可微</a:t>
                </a:r>
                <a:r>
                  <a:rPr kumimoji="1" lang="en-US" altLang="zh-CN" sz="2800" dirty="0">
                    <a:solidFill>
                      <a:srgbClr val="04926A"/>
                    </a:solidFill>
                    <a:latin typeface="Cambria Math" panose="02040503050406030204" charset="0"/>
                    <a:ea typeface="黑体" panose="02010609060101010101" pitchFamily="49" charset="-122"/>
                    <a:sym typeface="+mn-lt"/>
                  </a:rPr>
                  <a:t>.</a:t>
                </a:r>
                <a:endParaRPr kumimoji="1" lang="en-US" altLang="zh-CN" sz="2800" dirty="0">
                  <a:solidFill>
                    <a:srgbClr val="04926A"/>
                  </a:solidFill>
                  <a:latin typeface="Cambria Math" panose="02040503050406030204" charset="0"/>
                  <a:ea typeface="黑体" panose="02010609060101010101" pitchFamily="49" charset="-122"/>
                  <a:sym typeface="+mn-lt"/>
                </a:endParaRPr>
              </a:p>
            </p:txBody>
          </p:sp>
        </mc:Choice>
        <mc:Fallback>
          <p:sp>
            <p:nvSpPr>
              <p:cNvPr id="17" name="Text Box 35"/>
              <p:cNvSpPr txBox="1">
                <a:spLocks noRot="1" noChangeAspect="1" noMove="1" noResize="1" noEditPoints="1" noAdjustHandles="1" noChangeArrowheads="1" noChangeShapeType="1" noTextEdit="1"/>
              </p:cNvSpPr>
              <p:nvPr/>
            </p:nvSpPr>
            <p:spPr bwMode="auto">
              <a:xfrm>
                <a:off x="6922518" y="5593825"/>
                <a:ext cx="3962400" cy="519113"/>
              </a:xfrm>
              <a:prstGeom prst="rect">
                <a:avLst/>
              </a:prstGeom>
              <a:blipFill rotWithShape="1">
                <a:blip r:embed="rId10"/>
                <a:stretch>
                  <a:fillRect l="-10" t="-21" r="10" b="82"/>
                </a:stretch>
              </a:blip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8" name="对象 17"/>
              <p:cNvSpPr txBox="1"/>
              <p:nvPr/>
            </p:nvSpPr>
            <p:spPr>
              <a:xfrm>
                <a:off x="2508048" y="3335113"/>
                <a:ext cx="6302096" cy="431800"/>
              </a:xfrm>
              <a:prstGeom prst="rect">
                <a:avLst/>
              </a:prstGeom>
            </p:spPr>
            <p:txBody>
              <a:bodyPr>
                <a:noAutofit/>
              </a:bodyPr>
              <a:lstStyle/>
              <a:p>
                <a14:m>
                  <m:oMathPara xmlns:m="http://schemas.openxmlformats.org/officeDocument/2006/math">
                    <m:oMathParaPr>
                      <m:jc m:val="left"/>
                    </m:oMathParaPr>
                    <m:oMath xmlns:m="http://schemas.openxmlformats.org/officeDocument/2006/math">
                      <m:r>
                        <a:rPr kumimoji="1" lang="zh-CN" altLang="en-US" sz="2800" smtClean="0">
                          <a:solidFill>
                            <a:schemeClr val="tx1">
                              <a:lumMod val="95000"/>
                              <a:lumOff val="5000"/>
                            </a:schemeClr>
                          </a:solidFill>
                          <a:latin typeface="Cambria Math" panose="02040503050406030204" charset="0"/>
                          <a:ea typeface="黑体" panose="02010609060101010101" pitchFamily="49" charset="-122"/>
                        </a:rPr>
                        <m:t>其中</m:t>
                      </m:r>
                      <m:r>
                        <a:rPr kumimoji="1" lang="en-US" altLang="zh-CN" sz="2800" b="0" i="0" smtClean="0">
                          <a:solidFill>
                            <a:schemeClr val="tx1">
                              <a:lumMod val="95000"/>
                              <a:lumOff val="5000"/>
                            </a:schemeClr>
                          </a:solidFill>
                          <a:latin typeface="Cambria Math" panose="02040503050406030204" charset="0"/>
                          <a:ea typeface="黑体" panose="02010609060101010101" pitchFamily="49" charset="-122"/>
                        </a:rPr>
                        <m:t> </m:t>
                      </m:r>
                      <m:r>
                        <a:rPr kumimoji="1" lang="zh-CN" altLang="en-US" sz="2800" smtClean="0">
                          <a:solidFill>
                            <a:schemeClr val="tx1">
                              <a:lumMod val="95000"/>
                              <a:lumOff val="5000"/>
                            </a:schemeClr>
                          </a:solidFill>
                          <a:latin typeface="Cambria Math" panose="02040503050406030204" charset="0"/>
                          <a:ea typeface="黑体" panose="02010609060101010101" pitchFamily="49" charset="-122"/>
                        </a:rPr>
                        <m:t>𝐴</m:t>
                      </m:r>
                      <m:r>
                        <a:rPr kumimoji="1" lang="zh-CN" altLang="en-US" sz="2800" smtClean="0">
                          <a:solidFill>
                            <a:schemeClr val="tx1">
                              <a:lumMod val="95000"/>
                              <a:lumOff val="5000"/>
                            </a:schemeClr>
                          </a:solidFill>
                          <a:latin typeface="Cambria Math" panose="02040503050406030204" charset="0"/>
                          <a:ea typeface="黑体" panose="02010609060101010101" pitchFamily="49" charset="-122"/>
                        </a:rPr>
                        <m:t>,</m:t>
                      </m:r>
                      <m:r>
                        <a:rPr kumimoji="1" lang="zh-CN" altLang="en-US" sz="2800" smtClean="0">
                          <a:solidFill>
                            <a:schemeClr val="tx1">
                              <a:lumMod val="95000"/>
                              <a:lumOff val="5000"/>
                            </a:schemeClr>
                          </a:solidFill>
                          <a:latin typeface="Cambria Math" panose="02040503050406030204" charset="0"/>
                          <a:ea typeface="黑体" panose="02010609060101010101" pitchFamily="49" charset="-122"/>
                        </a:rPr>
                        <m:t>𝐵</m:t>
                      </m:r>
                      <m:r>
                        <a:rPr kumimoji="1" lang="en-US" altLang="zh-CN" sz="2800" b="0" i="0" smtClean="0">
                          <a:solidFill>
                            <a:schemeClr val="tx1">
                              <a:lumMod val="95000"/>
                              <a:lumOff val="5000"/>
                            </a:schemeClr>
                          </a:solidFill>
                          <a:latin typeface="Cambria Math" panose="02040503050406030204" charset="0"/>
                          <a:ea typeface="黑体" panose="02010609060101010101" pitchFamily="49" charset="-122"/>
                        </a:rPr>
                        <m:t> </m:t>
                      </m:r>
                      <m:r>
                        <a:rPr kumimoji="1" lang="zh-CN" altLang="en-US" sz="2800">
                          <a:solidFill>
                            <a:schemeClr val="tx1">
                              <a:lumMod val="95000"/>
                              <a:lumOff val="5000"/>
                            </a:schemeClr>
                          </a:solidFill>
                          <a:latin typeface="Cambria Math" panose="02040503050406030204" charset="0"/>
                          <a:ea typeface="黑体" panose="02010609060101010101" pitchFamily="49" charset="-122"/>
                        </a:rPr>
                        <m:t>不依赖于</m:t>
                      </m:r>
                      <m:r>
                        <m:rPr>
                          <m:sty m:val="p"/>
                        </m:rPr>
                        <a:rPr kumimoji="1" lang="zh-CN" altLang="en-US" sz="2800">
                          <a:solidFill>
                            <a:schemeClr val="tx1">
                              <a:lumMod val="95000"/>
                              <a:lumOff val="5000"/>
                            </a:schemeClr>
                          </a:solidFill>
                          <a:latin typeface="Cambria Math" panose="02040503050406030204" charset="0"/>
                          <a:ea typeface="黑体" panose="02010609060101010101" pitchFamily="49" charset="-122"/>
                        </a:rPr>
                        <m:t>Δ</m:t>
                      </m:r>
                      <m:r>
                        <a:rPr kumimoji="1" lang="zh-CN" altLang="en-US" sz="2800">
                          <a:solidFill>
                            <a:schemeClr val="tx1">
                              <a:lumMod val="95000"/>
                              <a:lumOff val="5000"/>
                            </a:schemeClr>
                          </a:solidFill>
                          <a:latin typeface="Cambria Math" panose="02040503050406030204" charset="0"/>
                          <a:ea typeface="黑体" panose="02010609060101010101" pitchFamily="49" charset="-122"/>
                        </a:rPr>
                        <m:t>𝑥</m:t>
                      </m:r>
                      <m:r>
                        <a:rPr kumimoji="1" lang="zh-CN" altLang="en-US" sz="2800">
                          <a:solidFill>
                            <a:schemeClr val="tx1">
                              <a:lumMod val="95000"/>
                              <a:lumOff val="5000"/>
                            </a:schemeClr>
                          </a:solidFill>
                          <a:latin typeface="Cambria Math" panose="02040503050406030204" charset="0"/>
                          <a:ea typeface="黑体" panose="02010609060101010101" pitchFamily="49" charset="-122"/>
                        </a:rPr>
                        <m:t>,</m:t>
                      </m:r>
                      <m:r>
                        <m:rPr>
                          <m:sty m:val="p"/>
                        </m:rPr>
                        <a:rPr kumimoji="1" lang="zh-CN" altLang="en-US" sz="2800">
                          <a:solidFill>
                            <a:schemeClr val="tx1">
                              <a:lumMod val="95000"/>
                              <a:lumOff val="5000"/>
                            </a:schemeClr>
                          </a:solidFill>
                          <a:latin typeface="Cambria Math" panose="02040503050406030204" charset="0"/>
                          <a:ea typeface="黑体" panose="02010609060101010101" pitchFamily="49" charset="-122"/>
                        </a:rPr>
                        <m:t>Δ</m:t>
                      </m:r>
                      <m:r>
                        <a:rPr kumimoji="1" lang="zh-CN" altLang="en-US" sz="2800">
                          <a:solidFill>
                            <a:schemeClr val="tx1">
                              <a:lumMod val="95000"/>
                              <a:lumOff val="5000"/>
                            </a:schemeClr>
                          </a:solidFill>
                          <a:latin typeface="Cambria Math" panose="02040503050406030204" charset="0"/>
                          <a:ea typeface="黑体" panose="02010609060101010101" pitchFamily="49" charset="-122"/>
                        </a:rPr>
                        <m:t>𝑦</m:t>
                      </m:r>
                      <m:r>
                        <a:rPr kumimoji="1" lang="zh-CN" altLang="en-US" sz="2800">
                          <a:solidFill>
                            <a:schemeClr val="tx1">
                              <a:lumMod val="95000"/>
                              <a:lumOff val="5000"/>
                            </a:schemeClr>
                          </a:solidFill>
                          <a:latin typeface="Cambria Math" panose="02040503050406030204" charset="0"/>
                          <a:ea typeface="黑体" panose="02010609060101010101" pitchFamily="49" charset="-122"/>
                        </a:rPr>
                        <m:t>,</m:t>
                      </m:r>
                      <m:r>
                        <a:rPr kumimoji="1" lang="zh-CN" altLang="en-US" sz="2800">
                          <a:solidFill>
                            <a:schemeClr val="tx1">
                              <a:lumMod val="95000"/>
                              <a:lumOff val="5000"/>
                            </a:schemeClr>
                          </a:solidFill>
                          <a:latin typeface="Cambria Math" panose="02040503050406030204" charset="0"/>
                          <a:ea typeface="黑体" panose="02010609060101010101" pitchFamily="49" charset="-122"/>
                        </a:rPr>
                        <m:t>仅与</m:t>
                      </m:r>
                      <m:r>
                        <a:rPr kumimoji="1" lang="zh-CN" altLang="en-US" sz="2800">
                          <a:solidFill>
                            <a:schemeClr val="tx1">
                              <a:lumMod val="95000"/>
                              <a:lumOff val="5000"/>
                            </a:schemeClr>
                          </a:solidFill>
                          <a:latin typeface="Cambria Math" panose="02040503050406030204" charset="0"/>
                          <a:ea typeface="黑体" panose="02010609060101010101" pitchFamily="49" charset="-122"/>
                        </a:rPr>
                        <m:t>𝑥</m:t>
                      </m:r>
                      <m:r>
                        <a:rPr kumimoji="1" lang="zh-CN" altLang="en-US" sz="2800">
                          <a:solidFill>
                            <a:schemeClr val="tx1">
                              <a:lumMod val="95000"/>
                              <a:lumOff val="5000"/>
                            </a:schemeClr>
                          </a:solidFill>
                          <a:latin typeface="Cambria Math" panose="02040503050406030204" charset="0"/>
                          <a:ea typeface="黑体" panose="02010609060101010101" pitchFamily="49" charset="-122"/>
                        </a:rPr>
                        <m:t>,</m:t>
                      </m:r>
                      <m:r>
                        <a:rPr kumimoji="1" lang="zh-CN" altLang="en-US" sz="2800">
                          <a:solidFill>
                            <a:schemeClr val="tx1">
                              <a:lumMod val="95000"/>
                              <a:lumOff val="5000"/>
                            </a:schemeClr>
                          </a:solidFill>
                          <a:latin typeface="Cambria Math" panose="02040503050406030204" charset="0"/>
                          <a:ea typeface="黑体" panose="02010609060101010101" pitchFamily="49" charset="-122"/>
                        </a:rPr>
                        <m:t>𝑦</m:t>
                      </m:r>
                      <m:r>
                        <a:rPr kumimoji="1" lang="zh-CN" altLang="en-US" sz="2800">
                          <a:solidFill>
                            <a:schemeClr val="tx1">
                              <a:lumMod val="95000"/>
                              <a:lumOff val="5000"/>
                            </a:schemeClr>
                          </a:solidFill>
                          <a:latin typeface="Cambria Math" panose="02040503050406030204" charset="0"/>
                          <a:ea typeface="黑体" panose="02010609060101010101" pitchFamily="49" charset="-122"/>
                        </a:rPr>
                        <m:t>有关</m:t>
                      </m:r>
                      <m:r>
                        <a:rPr kumimoji="1" lang="zh-CN" altLang="en-US" sz="2800">
                          <a:solidFill>
                            <a:schemeClr val="tx1">
                              <a:lumMod val="95000"/>
                              <a:lumOff val="5000"/>
                            </a:schemeClr>
                          </a:solidFill>
                          <a:latin typeface="Cambria Math" panose="02040503050406030204" charset="0"/>
                          <a:ea typeface="黑体" panose="02010609060101010101" pitchFamily="49" charset="-122"/>
                        </a:rPr>
                        <m:t>,</m:t>
                      </m:r>
                    </m:oMath>
                  </m:oMathPara>
                </a14:m>
                <a:endParaRPr kumimoji="1" lang="zh-CN" altLang="en-US" sz="2800" dirty="0">
                  <a:solidFill>
                    <a:schemeClr val="tx1">
                      <a:lumMod val="95000"/>
                      <a:lumOff val="5000"/>
                    </a:schemeClr>
                  </a:solidFill>
                  <a:latin typeface="Cambria Math" panose="02040503050406030204" charset="0"/>
                  <a:ea typeface="黑体" panose="02010609060101010101" pitchFamily="49" charset="-122"/>
                </a:endParaRPr>
              </a:p>
            </p:txBody>
          </p:sp>
        </mc:Choice>
        <mc:Fallback>
          <p:sp>
            <p:nvSpPr>
              <p:cNvPr id="18" name="对象 17"/>
              <p:cNvSpPr txBox="1">
                <a:spLocks noRot="1" noChangeAspect="1" noMove="1" noResize="1" noEditPoints="1" noAdjustHandles="1" noChangeArrowheads="1" noChangeShapeType="1" noTextEdit="1"/>
              </p:cNvSpPr>
              <p:nvPr/>
            </p:nvSpPr>
            <p:spPr>
              <a:xfrm>
                <a:off x="2508048" y="3335113"/>
                <a:ext cx="6302096" cy="431800"/>
              </a:xfrm>
              <a:prstGeom prst="rect">
                <a:avLst/>
              </a:prstGeom>
              <a:blipFill rotWithShape="1">
                <a:blip r:embed="rId11"/>
                <a:stretch>
                  <a:fillRect l="-7" t="-22" r="2" b="-16449"/>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9" name="对象 18"/>
              <p:cNvSpPr txBox="1"/>
              <p:nvPr/>
            </p:nvSpPr>
            <p:spPr>
              <a:xfrm>
                <a:off x="5989068" y="3936394"/>
                <a:ext cx="2110886" cy="393700"/>
              </a:xfrm>
              <a:prstGeom prst="rect">
                <a:avLst/>
              </a:prstGeom>
            </p:spPr>
            <p:txBody>
              <a:bodyPr>
                <a:noAutofit/>
              </a:bodyPr>
              <a:lstStyle/>
              <a:p>
                <a14:m>
                  <m:oMathPara xmlns:m="http://schemas.openxmlformats.org/officeDocument/2006/math">
                    <m:oMathParaPr>
                      <m:jc m:val="left"/>
                    </m:oMathParaPr>
                    <m:oMath xmlns:m="http://schemas.openxmlformats.org/officeDocument/2006/math">
                      <m:r>
                        <a:rPr kumimoji="1" lang="zh-CN" altLang="en-US" sz="2800">
                          <a:solidFill>
                            <a:schemeClr val="tx1">
                              <a:lumMod val="95000"/>
                              <a:lumOff val="5000"/>
                            </a:schemeClr>
                          </a:solidFill>
                          <a:latin typeface="Cambria Math" panose="02040503050406030204" charset="0"/>
                          <a:ea typeface="黑体" panose="02010609060101010101" pitchFamily="49" charset="-122"/>
                        </a:rPr>
                        <m:t>𝐴</m:t>
                      </m:r>
                      <m:r>
                        <m:rPr>
                          <m:sty m:val="p"/>
                        </m:rPr>
                        <a:rPr kumimoji="1" lang="zh-CN" altLang="en-US" sz="2800">
                          <a:solidFill>
                            <a:schemeClr val="tx1">
                              <a:lumMod val="95000"/>
                              <a:lumOff val="5000"/>
                            </a:schemeClr>
                          </a:solidFill>
                          <a:latin typeface="Cambria Math" panose="02040503050406030204" charset="0"/>
                          <a:ea typeface="黑体" panose="02010609060101010101" pitchFamily="49" charset="-122"/>
                        </a:rPr>
                        <m:t>Δ</m:t>
                      </m:r>
                      <m:r>
                        <a:rPr kumimoji="1" lang="zh-CN" altLang="en-US" sz="2800">
                          <a:solidFill>
                            <a:schemeClr val="tx1">
                              <a:lumMod val="95000"/>
                              <a:lumOff val="5000"/>
                            </a:schemeClr>
                          </a:solidFill>
                          <a:latin typeface="Cambria Math" panose="02040503050406030204" charset="0"/>
                          <a:ea typeface="黑体" panose="02010609060101010101" pitchFamily="49" charset="-122"/>
                        </a:rPr>
                        <m:t>𝑥</m:t>
                      </m:r>
                      <m:r>
                        <a:rPr kumimoji="1" lang="zh-CN" altLang="en-US" sz="2800">
                          <a:solidFill>
                            <a:schemeClr val="tx1">
                              <a:lumMod val="95000"/>
                              <a:lumOff val="5000"/>
                            </a:schemeClr>
                          </a:solidFill>
                          <a:latin typeface="Cambria Math" panose="02040503050406030204" charset="0"/>
                          <a:ea typeface="黑体" panose="02010609060101010101" pitchFamily="49" charset="-122"/>
                        </a:rPr>
                        <m:t>+</m:t>
                      </m:r>
                      <m:r>
                        <a:rPr kumimoji="1" lang="zh-CN" altLang="en-US" sz="2800">
                          <a:solidFill>
                            <a:schemeClr val="tx1">
                              <a:lumMod val="95000"/>
                              <a:lumOff val="5000"/>
                            </a:schemeClr>
                          </a:solidFill>
                          <a:latin typeface="Cambria Math" panose="02040503050406030204" charset="0"/>
                          <a:ea typeface="黑体" panose="02010609060101010101" pitchFamily="49" charset="-122"/>
                        </a:rPr>
                        <m:t>𝐵</m:t>
                      </m:r>
                      <m:r>
                        <m:rPr>
                          <m:sty m:val="p"/>
                        </m:rPr>
                        <a:rPr kumimoji="1" lang="zh-CN" altLang="en-US" sz="2800">
                          <a:solidFill>
                            <a:schemeClr val="tx1">
                              <a:lumMod val="95000"/>
                              <a:lumOff val="5000"/>
                            </a:schemeClr>
                          </a:solidFill>
                          <a:latin typeface="Cambria Math" panose="02040503050406030204" charset="0"/>
                          <a:ea typeface="黑体" panose="02010609060101010101" pitchFamily="49" charset="-122"/>
                        </a:rPr>
                        <m:t>Δ</m:t>
                      </m:r>
                      <m:r>
                        <a:rPr kumimoji="1" lang="zh-CN" altLang="en-US" sz="2800">
                          <a:solidFill>
                            <a:schemeClr val="tx1">
                              <a:lumMod val="95000"/>
                              <a:lumOff val="5000"/>
                            </a:schemeClr>
                          </a:solidFill>
                          <a:latin typeface="Cambria Math" panose="02040503050406030204" charset="0"/>
                          <a:ea typeface="黑体" panose="02010609060101010101" pitchFamily="49" charset="-122"/>
                        </a:rPr>
                        <m:t>𝑦</m:t>
                      </m:r>
                    </m:oMath>
                  </m:oMathPara>
                </a14:m>
                <a:endParaRPr kumimoji="1" lang="zh-CN" altLang="en-US" sz="2800" dirty="0">
                  <a:solidFill>
                    <a:schemeClr val="tx1">
                      <a:lumMod val="95000"/>
                      <a:lumOff val="5000"/>
                    </a:schemeClr>
                  </a:solidFill>
                  <a:latin typeface="Cambria Math" panose="02040503050406030204" charset="0"/>
                  <a:ea typeface="黑体" panose="02010609060101010101" pitchFamily="49" charset="-122"/>
                </a:endParaRPr>
              </a:p>
            </p:txBody>
          </p:sp>
        </mc:Choice>
        <mc:Fallback>
          <p:sp>
            <p:nvSpPr>
              <p:cNvPr id="19" name="对象 18"/>
              <p:cNvSpPr txBox="1">
                <a:spLocks noRot="1" noChangeAspect="1" noMove="1" noResize="1" noEditPoints="1" noAdjustHandles="1" noChangeArrowheads="1" noChangeShapeType="1" noTextEdit="1"/>
              </p:cNvSpPr>
              <p:nvPr/>
            </p:nvSpPr>
            <p:spPr>
              <a:xfrm>
                <a:off x="5989068" y="3936394"/>
                <a:ext cx="2110886" cy="393700"/>
              </a:xfrm>
              <a:prstGeom prst="rect">
                <a:avLst/>
              </a:prstGeom>
              <a:blipFill rotWithShape="1">
                <a:blip r:embed="rId12"/>
                <a:stretch>
                  <a:fillRect l="-18" t="-7" r="25" b="-19993"/>
                </a:stretch>
              </a:blipFill>
            </p:spPr>
            <p:txBody>
              <a:bodyPr/>
              <a:lstStyle/>
              <a:p>
                <a:r>
                  <a:rPr lang="zh-CN" altLang="en-US">
                    <a:noFill/>
                  </a:rPr>
                  <a:t> </a:t>
                </a:r>
              </a:p>
            </p:txBody>
          </p:sp>
        </mc:Fallback>
      </mc:AlternateContent>
      <p:sp>
        <p:nvSpPr>
          <p:cNvPr id="35" name="Rectangle 2"/>
          <p:cNvSpPr txBox="1">
            <a:spLocks noChangeArrowheads="1"/>
          </p:cNvSpPr>
          <p:nvPr/>
        </p:nvSpPr>
        <p:spPr>
          <a:xfrm>
            <a:off x="1147216" y="785735"/>
            <a:ext cx="2411140" cy="576287"/>
          </a:xfrm>
          <a:prstGeom prst="rect">
            <a:avLst/>
          </a:prstGeom>
          <a:ln w="28575">
            <a:noFill/>
            <a:prstDash val="dashDot"/>
          </a:ln>
        </p:spPr>
        <p:txBody>
          <a:bodyPr vert="horz" lIns="91440" tIns="45720" rIns="91440" bIns="45720" rtlCol="0" anchor="ctr">
            <a:noAutofit/>
          </a:bodyPr>
          <a:lstStyle>
            <a:lvl1pPr algn="l" defTabSz="914400" rtl="0" eaLnBrk="1" latinLnBrk="0" hangingPunct="1">
              <a:lnSpc>
                <a:spcPct val="90000"/>
              </a:lnSpc>
              <a:spcBef>
                <a:spcPct val="0"/>
              </a:spcBef>
              <a:buNone/>
              <a:defRPr sz="2800" b="1" kern="1200">
                <a:solidFill>
                  <a:schemeClr val="tx1"/>
                </a:solidFill>
                <a:latin typeface="+mj-lt"/>
                <a:ea typeface="+mj-ea"/>
                <a:cs typeface="+mj-cs"/>
              </a:defRPr>
            </a:lvl1pPr>
          </a:lstStyle>
          <a:p>
            <a:pPr>
              <a:lnSpc>
                <a:spcPct val="100000"/>
              </a:lnSpc>
              <a:spcBef>
                <a:spcPct val="50000"/>
              </a:spcBef>
            </a:pPr>
            <a:r>
              <a:rPr kumimoji="1" lang="en-US" altLang="zh-CN" dirty="0">
                <a:solidFill>
                  <a:srgbClr val="04926A"/>
                </a:solidFill>
                <a:latin typeface="微软雅黑" panose="020B0503020204020204" pitchFamily="34" charset="-122"/>
                <a:ea typeface="微软雅黑" panose="020B0503020204020204" pitchFamily="34" charset="-122"/>
                <a:cs typeface="+mn-cs"/>
              </a:rPr>
              <a:t>2. </a:t>
            </a:r>
            <a:r>
              <a:rPr kumimoji="1" lang="zh-CN" altLang="en-US" dirty="0">
                <a:solidFill>
                  <a:srgbClr val="04926A"/>
                </a:solidFill>
                <a:latin typeface="微软雅黑" panose="020B0503020204020204" pitchFamily="34" charset="-122"/>
                <a:ea typeface="微软雅黑" panose="020B0503020204020204" pitchFamily="34" charset="-122"/>
                <a:cs typeface="+mn-cs"/>
              </a:rPr>
              <a:t>可微的定义</a:t>
            </a:r>
            <a:endParaRPr kumimoji="1" lang="en-US" altLang="zh-CN" dirty="0">
              <a:solidFill>
                <a:srgbClr val="04926A"/>
              </a:solidFill>
              <a:latin typeface="微软雅黑" panose="020B0503020204020204" pitchFamily="34" charset="-122"/>
              <a:ea typeface="微软雅黑" panose="020B0503020204020204" pitchFamily="34" charset="-122"/>
              <a:cs typeface="+mn-cs"/>
            </a:endParaRPr>
          </a:p>
        </p:txBody>
      </p:sp>
      <p:grpSp>
        <p:nvGrpSpPr>
          <p:cNvPr id="20" name="组合 19"/>
          <p:cNvGrpSpPr/>
          <p:nvPr/>
        </p:nvGrpSpPr>
        <p:grpSpPr>
          <a:xfrm>
            <a:off x="1659232" y="1458820"/>
            <a:ext cx="971550" cy="448945"/>
            <a:chOff x="1553" y="3803"/>
            <a:chExt cx="1530" cy="707"/>
          </a:xfrm>
        </p:grpSpPr>
        <p:sp>
          <p:nvSpPr>
            <p:cNvPr id="21" name="圆角矩形 57"/>
            <p:cNvSpPr/>
            <p:nvPr/>
          </p:nvSpPr>
          <p:spPr>
            <a:xfrm>
              <a:off x="1553" y="3803"/>
              <a:ext cx="1417" cy="707"/>
            </a:xfrm>
            <a:prstGeom prst="roundRect">
              <a:avLst/>
            </a:prstGeom>
            <a:solidFill>
              <a:srgbClr val="0492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endParaRPr>
            </a:p>
          </p:txBody>
        </p:sp>
        <p:sp>
          <p:nvSpPr>
            <p:cNvPr id="22" name="Text Box 28"/>
            <p:cNvSpPr txBox="1">
              <a:spLocks noChangeArrowheads="1"/>
            </p:cNvSpPr>
            <p:nvPr/>
          </p:nvSpPr>
          <p:spPr bwMode="auto">
            <a:xfrm>
              <a:off x="1645" y="3912"/>
              <a:ext cx="1438" cy="57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0" tIns="0" bIns="0">
              <a:spAutoFit/>
            </a:bodyPr>
            <a:lstStyle>
              <a:lvl1pPr>
                <a:lnSpc>
                  <a:spcPct val="85000"/>
                </a:lnSpc>
                <a:defRPr kumimoji="1" sz="2800" b="1">
                  <a:solidFill>
                    <a:schemeClr val="tx2"/>
                  </a:solidFill>
                  <a:latin typeface="Times New Roman" panose="02020603050405020304" pitchFamily="18" charset="0"/>
                  <a:ea typeface="楷体_GB2312" pitchFamily="49" charset="-122"/>
                </a:defRPr>
              </a:lvl1pPr>
              <a:lvl2pPr marL="742950" indent="-285750">
                <a:lnSpc>
                  <a:spcPct val="85000"/>
                </a:lnSpc>
                <a:defRPr kumimoji="1" sz="2800" b="1">
                  <a:solidFill>
                    <a:schemeClr val="tx2"/>
                  </a:solidFill>
                  <a:latin typeface="Times New Roman" panose="02020603050405020304" pitchFamily="18" charset="0"/>
                  <a:ea typeface="楷体_GB2312" pitchFamily="49" charset="-122"/>
                </a:defRPr>
              </a:lvl2pPr>
              <a:lvl3pPr marL="1143000" indent="-228600">
                <a:lnSpc>
                  <a:spcPct val="85000"/>
                </a:lnSpc>
                <a:defRPr kumimoji="1" sz="2800" b="1">
                  <a:solidFill>
                    <a:schemeClr val="tx2"/>
                  </a:solidFill>
                  <a:latin typeface="Times New Roman" panose="02020603050405020304" pitchFamily="18" charset="0"/>
                  <a:ea typeface="楷体_GB2312" pitchFamily="49" charset="-122"/>
                </a:defRPr>
              </a:lvl3pPr>
              <a:lvl4pPr marL="1600200" indent="-228600">
                <a:lnSpc>
                  <a:spcPct val="85000"/>
                </a:lnSpc>
                <a:defRPr kumimoji="1" sz="2800" b="1">
                  <a:solidFill>
                    <a:schemeClr val="tx2"/>
                  </a:solidFill>
                  <a:latin typeface="Times New Roman" panose="02020603050405020304" pitchFamily="18" charset="0"/>
                  <a:ea typeface="楷体_GB2312" pitchFamily="49" charset="-122"/>
                </a:defRPr>
              </a:lvl4pPr>
              <a:lvl5pPr marL="2057400" indent="-228600">
                <a:lnSpc>
                  <a:spcPct val="85000"/>
                </a:lnSpc>
                <a:defRPr kumimoji="1" sz="2800" b="1">
                  <a:solidFill>
                    <a:schemeClr val="tx2"/>
                  </a:solidFill>
                  <a:latin typeface="Times New Roman" panose="02020603050405020304" pitchFamily="18" charset="0"/>
                  <a:ea typeface="楷体_GB2312" pitchFamily="49" charset="-122"/>
                </a:defRPr>
              </a:lvl5pPr>
              <a:lvl6pPr marL="2514600" indent="-228600" eaLnBrk="0" fontAlgn="base" hangingPunct="0">
                <a:lnSpc>
                  <a:spcPct val="85000"/>
                </a:lnSpc>
                <a:spcBef>
                  <a:spcPct val="0"/>
                </a:spcBef>
                <a:spcAft>
                  <a:spcPct val="0"/>
                </a:spcAft>
                <a:defRPr kumimoji="1" sz="2800" b="1">
                  <a:solidFill>
                    <a:schemeClr val="tx2"/>
                  </a:solidFill>
                  <a:latin typeface="Times New Roman" panose="02020603050405020304" pitchFamily="18" charset="0"/>
                  <a:ea typeface="楷体_GB2312" pitchFamily="49" charset="-122"/>
                </a:defRPr>
              </a:lvl6pPr>
              <a:lvl7pPr marL="2971800" indent="-228600" eaLnBrk="0" fontAlgn="base" hangingPunct="0">
                <a:lnSpc>
                  <a:spcPct val="85000"/>
                </a:lnSpc>
                <a:spcBef>
                  <a:spcPct val="0"/>
                </a:spcBef>
                <a:spcAft>
                  <a:spcPct val="0"/>
                </a:spcAft>
                <a:defRPr kumimoji="1" sz="2800" b="1">
                  <a:solidFill>
                    <a:schemeClr val="tx2"/>
                  </a:solidFill>
                  <a:latin typeface="Times New Roman" panose="02020603050405020304" pitchFamily="18" charset="0"/>
                  <a:ea typeface="楷体_GB2312" pitchFamily="49" charset="-122"/>
                </a:defRPr>
              </a:lvl7pPr>
              <a:lvl8pPr marL="3429000" indent="-228600" eaLnBrk="0" fontAlgn="base" hangingPunct="0">
                <a:lnSpc>
                  <a:spcPct val="85000"/>
                </a:lnSpc>
                <a:spcBef>
                  <a:spcPct val="0"/>
                </a:spcBef>
                <a:spcAft>
                  <a:spcPct val="0"/>
                </a:spcAft>
                <a:defRPr kumimoji="1" sz="2800" b="1">
                  <a:solidFill>
                    <a:schemeClr val="tx2"/>
                  </a:solidFill>
                  <a:latin typeface="Times New Roman" panose="02020603050405020304" pitchFamily="18" charset="0"/>
                  <a:ea typeface="楷体_GB2312" pitchFamily="49" charset="-122"/>
                </a:defRPr>
              </a:lvl8pPr>
              <a:lvl9pPr marL="3886200" indent="-228600" eaLnBrk="0" fontAlgn="base" hangingPunct="0">
                <a:lnSpc>
                  <a:spcPct val="85000"/>
                </a:lnSpc>
                <a:spcBef>
                  <a:spcPct val="0"/>
                </a:spcBef>
                <a:spcAft>
                  <a:spcPct val="0"/>
                </a:spcAft>
                <a:defRPr kumimoji="1" sz="2800" b="1">
                  <a:solidFill>
                    <a:schemeClr val="tx2"/>
                  </a:solidFill>
                  <a:latin typeface="Times New Roman" panose="02020603050405020304" pitchFamily="18" charset="0"/>
                  <a:ea typeface="楷体_GB2312" pitchFamily="49" charset="-122"/>
                </a:defRPr>
              </a:lvl9pPr>
            </a:lstStyle>
            <a:p>
              <a:r>
                <a:rPr kumimoji="1" lang="zh-CN" altLang="en-US" sz="2800" b="1" dirty="0">
                  <a:solidFill>
                    <a:schemeClr val="bg1"/>
                  </a:solidFill>
                  <a:latin typeface="微软雅黑" panose="020B0503020204020204" pitchFamily="34" charset="-122"/>
                  <a:ea typeface="微软雅黑" panose="020B0503020204020204" pitchFamily="34" charset="-122"/>
                  <a:cs typeface="+mn-cs"/>
                  <a:sym typeface="+mn-lt"/>
                </a:rPr>
                <a:t>定义</a:t>
              </a:r>
              <a:r>
                <a:rPr kumimoji="1" lang="en-US" altLang="zh-CN" sz="2800" b="1" dirty="0">
                  <a:solidFill>
                    <a:schemeClr val="bg1"/>
                  </a:solidFill>
                  <a:latin typeface="微软雅黑" panose="020B0503020204020204" pitchFamily="34" charset="-122"/>
                  <a:ea typeface="微软雅黑" panose="020B0503020204020204" pitchFamily="34" charset="-122"/>
                  <a:cs typeface="+mn-cs"/>
                  <a:sym typeface="+mn-lt"/>
                </a:rPr>
                <a:t> </a:t>
              </a:r>
              <a:endParaRPr kumimoji="1" lang="en-US" altLang="zh-CN" sz="2800" b="1" dirty="0">
                <a:solidFill>
                  <a:schemeClr val="bg1"/>
                </a:solidFill>
                <a:latin typeface="微软雅黑" panose="020B0503020204020204" pitchFamily="34" charset="-122"/>
                <a:ea typeface="微软雅黑" panose="020B0503020204020204" pitchFamily="34" charset="-122"/>
                <a:cs typeface="+mn-cs"/>
                <a:sym typeface="+mn-lt"/>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5"/>
                                        </p:tgtEl>
                                        <p:attrNameLst>
                                          <p:attrName>style.visibility</p:attrName>
                                        </p:attrNameLst>
                                      </p:cBhvr>
                                      <p:to>
                                        <p:strVal val="visible"/>
                                      </p:to>
                                    </p:set>
                                    <p:animEffect transition="in" filter="wipe(left)">
                                      <p:cBhvr>
                                        <p:cTn id="7" dur="500"/>
                                        <p:tgtEl>
                                          <p:spTgt spid="3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0"/>
                                        </p:tgtEl>
                                        <p:attrNameLst>
                                          <p:attrName>style.visibility</p:attrName>
                                        </p:attrNameLst>
                                      </p:cBhvr>
                                      <p:to>
                                        <p:strVal val="visible"/>
                                      </p:to>
                                    </p:set>
                                    <p:animEffect transition="in" filter="wipe(left)">
                                      <p:cBhvr>
                                        <p:cTn id="12" dur="500"/>
                                        <p:tgtEl>
                                          <p:spTgt spid="20"/>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wipe(left)">
                                      <p:cBhvr>
                                        <p:cTn id="17" dur="500"/>
                                        <p:tgtEl>
                                          <p:spTgt spid="4"/>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6"/>
                                        </p:tgtEl>
                                        <p:attrNameLst>
                                          <p:attrName>style.visibility</p:attrName>
                                        </p:attrNameLst>
                                      </p:cBhvr>
                                      <p:to>
                                        <p:strVal val="visible"/>
                                      </p:to>
                                    </p:set>
                                    <p:animEffect transition="in" filter="wipe(left)">
                                      <p:cBhvr>
                                        <p:cTn id="22" dur="500"/>
                                        <p:tgtEl>
                                          <p:spTgt spid="16"/>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5"/>
                                        </p:tgtEl>
                                        <p:attrNameLst>
                                          <p:attrName>style.visibility</p:attrName>
                                        </p:attrNameLst>
                                      </p:cBhvr>
                                      <p:to>
                                        <p:strVal val="visible"/>
                                      </p:to>
                                    </p:set>
                                    <p:animEffect transition="in" filter="wipe(left)">
                                      <p:cBhvr>
                                        <p:cTn id="27" dur="500"/>
                                        <p:tgtEl>
                                          <p:spTgt spid="5"/>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6"/>
                                        </p:tgtEl>
                                        <p:attrNameLst>
                                          <p:attrName>style.visibility</p:attrName>
                                        </p:attrNameLst>
                                      </p:cBhvr>
                                      <p:to>
                                        <p:strVal val="visible"/>
                                      </p:to>
                                    </p:set>
                                    <p:animEffect transition="in" filter="wipe(left)">
                                      <p:cBhvr>
                                        <p:cTn id="32" dur="500"/>
                                        <p:tgtEl>
                                          <p:spTgt spid="6"/>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7"/>
                                        </p:tgtEl>
                                        <p:attrNameLst>
                                          <p:attrName>style.visibility</p:attrName>
                                        </p:attrNameLst>
                                      </p:cBhvr>
                                      <p:to>
                                        <p:strVal val="visible"/>
                                      </p:to>
                                    </p:set>
                                    <p:animEffect transition="in" filter="wipe(left)">
                                      <p:cBhvr>
                                        <p:cTn id="37" dur="500"/>
                                        <p:tgtEl>
                                          <p:spTgt spid="7"/>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2"/>
                                        </p:tgtEl>
                                        <p:attrNameLst>
                                          <p:attrName>style.visibility</p:attrName>
                                        </p:attrNameLst>
                                      </p:cBhvr>
                                      <p:to>
                                        <p:strVal val="visible"/>
                                      </p:to>
                                    </p:set>
                                    <p:animEffect transition="in" filter="wipe(left)">
                                      <p:cBhvr>
                                        <p:cTn id="42" dur="500"/>
                                        <p:tgtEl>
                                          <p:spTgt spid="2"/>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13"/>
                                        </p:tgtEl>
                                        <p:attrNameLst>
                                          <p:attrName>style.visibility</p:attrName>
                                        </p:attrNameLst>
                                      </p:cBhvr>
                                      <p:to>
                                        <p:strVal val="visible"/>
                                      </p:to>
                                    </p:set>
                                    <p:animEffect transition="in" filter="wipe(left)">
                                      <p:cBhvr>
                                        <p:cTn id="47" dur="500"/>
                                        <p:tgtEl>
                                          <p:spTgt spid="13"/>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grpId="0" nodeType="clickEffect">
                                  <p:stCondLst>
                                    <p:cond delay="0"/>
                                  </p:stCondLst>
                                  <p:childTnLst>
                                    <p:set>
                                      <p:cBhvr>
                                        <p:cTn id="51" dur="1" fill="hold">
                                          <p:stCondLst>
                                            <p:cond delay="0"/>
                                          </p:stCondLst>
                                        </p:cTn>
                                        <p:tgtEl>
                                          <p:spTgt spid="18"/>
                                        </p:tgtEl>
                                        <p:attrNameLst>
                                          <p:attrName>style.visibility</p:attrName>
                                        </p:attrNameLst>
                                      </p:cBhvr>
                                      <p:to>
                                        <p:strVal val="visible"/>
                                      </p:to>
                                    </p:set>
                                    <p:animEffect transition="in" filter="wipe(left)">
                                      <p:cBhvr>
                                        <p:cTn id="52" dur="500"/>
                                        <p:tgtEl>
                                          <p:spTgt spid="18"/>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grpId="0" nodeType="clickEffect">
                                  <p:stCondLst>
                                    <p:cond delay="0"/>
                                  </p:stCondLst>
                                  <p:childTnLst>
                                    <p:set>
                                      <p:cBhvr>
                                        <p:cTn id="56" dur="1" fill="hold">
                                          <p:stCondLst>
                                            <p:cond delay="0"/>
                                          </p:stCondLst>
                                        </p:cTn>
                                        <p:tgtEl>
                                          <p:spTgt spid="14"/>
                                        </p:tgtEl>
                                        <p:attrNameLst>
                                          <p:attrName>style.visibility</p:attrName>
                                        </p:attrNameLst>
                                      </p:cBhvr>
                                      <p:to>
                                        <p:strVal val="visible"/>
                                      </p:to>
                                    </p:set>
                                    <p:animEffect transition="in" filter="wipe(left)">
                                      <p:cBhvr>
                                        <p:cTn id="57" dur="500"/>
                                        <p:tgtEl>
                                          <p:spTgt spid="14"/>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8" fill="hold" grpId="0" nodeType="clickEffect">
                                  <p:stCondLst>
                                    <p:cond delay="0"/>
                                  </p:stCondLst>
                                  <p:childTnLst>
                                    <p:set>
                                      <p:cBhvr>
                                        <p:cTn id="61" dur="1" fill="hold">
                                          <p:stCondLst>
                                            <p:cond delay="0"/>
                                          </p:stCondLst>
                                        </p:cTn>
                                        <p:tgtEl>
                                          <p:spTgt spid="15"/>
                                        </p:tgtEl>
                                        <p:attrNameLst>
                                          <p:attrName>style.visibility</p:attrName>
                                        </p:attrNameLst>
                                      </p:cBhvr>
                                      <p:to>
                                        <p:strVal val="visible"/>
                                      </p:to>
                                    </p:set>
                                    <p:animEffect transition="in" filter="wipe(left)">
                                      <p:cBhvr>
                                        <p:cTn id="62" dur="500"/>
                                        <p:tgtEl>
                                          <p:spTgt spid="15"/>
                                        </p:tgtEl>
                                      </p:cBhvr>
                                    </p:animEffect>
                                  </p:childTnLst>
                                </p:cTn>
                              </p:par>
                            </p:childTnLst>
                          </p:cTn>
                        </p:par>
                      </p:childTnLst>
                    </p:cTn>
                  </p:par>
                  <p:par>
                    <p:cTn id="63" fill="hold">
                      <p:stCondLst>
                        <p:cond delay="indefinite"/>
                      </p:stCondLst>
                      <p:childTnLst>
                        <p:par>
                          <p:cTn id="64" fill="hold">
                            <p:stCondLst>
                              <p:cond delay="0"/>
                            </p:stCondLst>
                            <p:childTnLst>
                              <p:par>
                                <p:cTn id="65" presetID="22" presetClass="entr" presetSubtype="8" fill="hold" grpId="0" nodeType="clickEffect">
                                  <p:stCondLst>
                                    <p:cond delay="0"/>
                                  </p:stCondLst>
                                  <p:childTnLst>
                                    <p:set>
                                      <p:cBhvr>
                                        <p:cTn id="66" dur="1" fill="hold">
                                          <p:stCondLst>
                                            <p:cond delay="0"/>
                                          </p:stCondLst>
                                        </p:cTn>
                                        <p:tgtEl>
                                          <p:spTgt spid="19"/>
                                        </p:tgtEl>
                                        <p:attrNameLst>
                                          <p:attrName>style.visibility</p:attrName>
                                        </p:attrNameLst>
                                      </p:cBhvr>
                                      <p:to>
                                        <p:strVal val="visible"/>
                                      </p:to>
                                    </p:set>
                                    <p:animEffect transition="in" filter="wipe(left)">
                                      <p:cBhvr>
                                        <p:cTn id="67" dur="500"/>
                                        <p:tgtEl>
                                          <p:spTgt spid="19"/>
                                        </p:tgtEl>
                                      </p:cBhvr>
                                    </p:animEffect>
                                  </p:childTnLst>
                                </p:cTn>
                              </p:par>
                            </p:childTnLst>
                          </p:cTn>
                        </p:par>
                        <p:par>
                          <p:cTn id="68" fill="hold">
                            <p:stCondLst>
                              <p:cond delay="500"/>
                            </p:stCondLst>
                            <p:childTnLst>
                              <p:par>
                                <p:cTn id="69" presetID="22" presetClass="entr" presetSubtype="8" fill="hold" grpId="0" nodeType="afterEffect">
                                  <p:stCondLst>
                                    <p:cond delay="0"/>
                                  </p:stCondLst>
                                  <p:childTnLst>
                                    <p:set>
                                      <p:cBhvr>
                                        <p:cTn id="70" dur="1" fill="hold">
                                          <p:stCondLst>
                                            <p:cond delay="0"/>
                                          </p:stCondLst>
                                        </p:cTn>
                                        <p:tgtEl>
                                          <p:spTgt spid="8"/>
                                        </p:tgtEl>
                                        <p:attrNameLst>
                                          <p:attrName>style.visibility</p:attrName>
                                        </p:attrNameLst>
                                      </p:cBhvr>
                                      <p:to>
                                        <p:strVal val="visible"/>
                                      </p:to>
                                    </p:set>
                                    <p:animEffect transition="in" filter="wipe(left)">
                                      <p:cBhvr>
                                        <p:cTn id="71" dur="500"/>
                                        <p:tgtEl>
                                          <p:spTgt spid="8"/>
                                        </p:tgtEl>
                                      </p:cBhvr>
                                    </p:animEffect>
                                  </p:childTnLst>
                                </p:cTn>
                              </p:par>
                            </p:childTnLst>
                          </p:cTn>
                        </p:par>
                        <p:par>
                          <p:cTn id="72" fill="hold">
                            <p:stCondLst>
                              <p:cond delay="1000"/>
                            </p:stCondLst>
                            <p:childTnLst>
                              <p:par>
                                <p:cTn id="73" presetID="22" presetClass="entr" presetSubtype="8" fill="hold" grpId="0" nodeType="afterEffect">
                                  <p:stCondLst>
                                    <p:cond delay="0"/>
                                  </p:stCondLst>
                                  <p:childTnLst>
                                    <p:set>
                                      <p:cBhvr>
                                        <p:cTn id="74" dur="1" fill="hold">
                                          <p:stCondLst>
                                            <p:cond delay="0"/>
                                          </p:stCondLst>
                                        </p:cTn>
                                        <p:tgtEl>
                                          <p:spTgt spid="9"/>
                                        </p:tgtEl>
                                        <p:attrNameLst>
                                          <p:attrName>style.visibility</p:attrName>
                                        </p:attrNameLst>
                                      </p:cBhvr>
                                      <p:to>
                                        <p:strVal val="visible"/>
                                      </p:to>
                                    </p:set>
                                    <p:animEffect transition="in" filter="wipe(left)">
                                      <p:cBhvr>
                                        <p:cTn id="75" dur="500"/>
                                        <p:tgtEl>
                                          <p:spTgt spid="9"/>
                                        </p:tgtEl>
                                      </p:cBhvr>
                                    </p:animEffect>
                                  </p:childTnLst>
                                </p:cTn>
                              </p:par>
                            </p:childTnLst>
                          </p:cTn>
                        </p:par>
                        <p:par>
                          <p:cTn id="76" fill="hold">
                            <p:stCondLst>
                              <p:cond delay="1500"/>
                            </p:stCondLst>
                            <p:childTnLst>
                              <p:par>
                                <p:cTn id="77" presetID="22" presetClass="entr" presetSubtype="8" fill="hold" grpId="0" nodeType="afterEffect">
                                  <p:stCondLst>
                                    <p:cond delay="0"/>
                                  </p:stCondLst>
                                  <p:childTnLst>
                                    <p:set>
                                      <p:cBhvr>
                                        <p:cTn id="78" dur="1" fill="hold">
                                          <p:stCondLst>
                                            <p:cond delay="0"/>
                                          </p:stCondLst>
                                        </p:cTn>
                                        <p:tgtEl>
                                          <p:spTgt spid="10"/>
                                        </p:tgtEl>
                                        <p:attrNameLst>
                                          <p:attrName>style.visibility</p:attrName>
                                        </p:attrNameLst>
                                      </p:cBhvr>
                                      <p:to>
                                        <p:strVal val="visible"/>
                                      </p:to>
                                    </p:set>
                                    <p:animEffect transition="in" filter="wipe(left)">
                                      <p:cBhvr>
                                        <p:cTn id="79" dur="500"/>
                                        <p:tgtEl>
                                          <p:spTgt spid="10"/>
                                        </p:tgtEl>
                                      </p:cBhvr>
                                    </p:animEffect>
                                  </p:childTnLst>
                                </p:cTn>
                              </p:par>
                            </p:childTnLst>
                          </p:cTn>
                        </p:par>
                      </p:childTnLst>
                    </p:cTn>
                  </p:par>
                  <p:par>
                    <p:cTn id="80" fill="hold">
                      <p:stCondLst>
                        <p:cond delay="indefinite"/>
                      </p:stCondLst>
                      <p:childTnLst>
                        <p:par>
                          <p:cTn id="81" fill="hold">
                            <p:stCondLst>
                              <p:cond delay="0"/>
                            </p:stCondLst>
                            <p:childTnLst>
                              <p:par>
                                <p:cTn id="82" presetID="22" presetClass="entr" presetSubtype="8" fill="hold" grpId="0" nodeType="clickEffect">
                                  <p:stCondLst>
                                    <p:cond delay="0"/>
                                  </p:stCondLst>
                                  <p:childTnLst>
                                    <p:set>
                                      <p:cBhvr>
                                        <p:cTn id="83" dur="1" fill="hold">
                                          <p:stCondLst>
                                            <p:cond delay="0"/>
                                          </p:stCondLst>
                                        </p:cTn>
                                        <p:tgtEl>
                                          <p:spTgt spid="11"/>
                                        </p:tgtEl>
                                        <p:attrNameLst>
                                          <p:attrName>style.visibility</p:attrName>
                                        </p:attrNameLst>
                                      </p:cBhvr>
                                      <p:to>
                                        <p:strVal val="visible"/>
                                      </p:to>
                                    </p:set>
                                    <p:animEffect transition="in" filter="wipe(left)">
                                      <p:cBhvr>
                                        <p:cTn id="84" dur="500"/>
                                        <p:tgtEl>
                                          <p:spTgt spid="11"/>
                                        </p:tgtEl>
                                      </p:cBhvr>
                                    </p:animEffect>
                                  </p:childTnLst>
                                </p:cTn>
                              </p:par>
                            </p:childTnLst>
                          </p:cTn>
                        </p:par>
                      </p:childTnLst>
                    </p:cTn>
                  </p:par>
                  <p:par>
                    <p:cTn id="85" fill="hold">
                      <p:stCondLst>
                        <p:cond delay="indefinite"/>
                      </p:stCondLst>
                      <p:childTnLst>
                        <p:par>
                          <p:cTn id="86" fill="hold">
                            <p:stCondLst>
                              <p:cond delay="0"/>
                            </p:stCondLst>
                            <p:childTnLst>
                              <p:par>
                                <p:cTn id="87" presetID="22" presetClass="entr" presetSubtype="8" fill="hold" grpId="0" nodeType="clickEffect">
                                  <p:stCondLst>
                                    <p:cond delay="0"/>
                                  </p:stCondLst>
                                  <p:childTnLst>
                                    <p:set>
                                      <p:cBhvr>
                                        <p:cTn id="88" dur="1" fill="hold">
                                          <p:stCondLst>
                                            <p:cond delay="0"/>
                                          </p:stCondLst>
                                        </p:cTn>
                                        <p:tgtEl>
                                          <p:spTgt spid="12"/>
                                        </p:tgtEl>
                                        <p:attrNameLst>
                                          <p:attrName>style.visibility</p:attrName>
                                        </p:attrNameLst>
                                      </p:cBhvr>
                                      <p:to>
                                        <p:strVal val="visible"/>
                                      </p:to>
                                    </p:set>
                                    <p:animEffect transition="in" filter="wipe(left)">
                                      <p:cBhvr>
                                        <p:cTn id="89" dur="500"/>
                                        <p:tgtEl>
                                          <p:spTgt spid="12"/>
                                        </p:tgtEl>
                                      </p:cBhvr>
                                    </p:animEffect>
                                  </p:childTnLst>
                                </p:cTn>
                              </p:par>
                            </p:childTnLst>
                          </p:cTn>
                        </p:par>
                      </p:childTnLst>
                    </p:cTn>
                  </p:par>
                  <p:par>
                    <p:cTn id="90" fill="hold">
                      <p:stCondLst>
                        <p:cond delay="indefinite"/>
                      </p:stCondLst>
                      <p:childTnLst>
                        <p:par>
                          <p:cTn id="91" fill="hold">
                            <p:stCondLst>
                              <p:cond delay="0"/>
                            </p:stCondLst>
                            <p:childTnLst>
                              <p:par>
                                <p:cTn id="92" presetID="22" presetClass="entr" presetSubtype="8" fill="hold" grpId="0" nodeType="clickEffect">
                                  <p:stCondLst>
                                    <p:cond delay="0"/>
                                  </p:stCondLst>
                                  <p:childTnLst>
                                    <p:set>
                                      <p:cBhvr>
                                        <p:cTn id="93" dur="1" fill="hold">
                                          <p:stCondLst>
                                            <p:cond delay="0"/>
                                          </p:stCondLst>
                                        </p:cTn>
                                        <p:tgtEl>
                                          <p:spTgt spid="17"/>
                                        </p:tgtEl>
                                        <p:attrNameLst>
                                          <p:attrName>style.visibility</p:attrName>
                                        </p:attrNameLst>
                                      </p:cBhvr>
                                      <p:to>
                                        <p:strVal val="visible"/>
                                      </p:to>
                                    </p:set>
                                    <p:animEffect transition="in" filter="wipe(left)">
                                      <p:cBhvr>
                                        <p:cTn id="94"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4" grpId="0"/>
      <p:bldP spid="5" grpId="0"/>
      <p:bldP spid="6" grpId="0"/>
      <p:bldP spid="7" grpId="0"/>
      <p:bldP spid="8" grpId="0"/>
      <p:bldP spid="9" grpId="0"/>
      <p:bldP spid="10" grpId="0"/>
      <p:bldP spid="11" grpId="0"/>
      <p:bldP spid="12" grpId="0"/>
      <p:bldP spid="13" grpId="0"/>
      <p:bldP spid="14" grpId="0"/>
      <p:bldP spid="15" grpId="0"/>
      <p:bldP spid="16" grpId="0"/>
      <p:bldP spid="17" grpId="0"/>
      <p:bldP spid="18" grpId="0"/>
      <p:bldP spid="19" grpId="0"/>
      <p:bldP spid="35"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7" name="组合 26"/>
          <p:cNvGrpSpPr/>
          <p:nvPr/>
        </p:nvGrpSpPr>
        <p:grpSpPr>
          <a:xfrm>
            <a:off x="1139825" y="699135"/>
            <a:ext cx="9970770" cy="5509895"/>
            <a:chOff x="1649" y="2344"/>
            <a:chExt cx="16057" cy="7346"/>
          </a:xfrm>
        </p:grpSpPr>
        <p:sp>
          <p:nvSpPr>
            <p:cNvPr id="28" name="矩形 27"/>
            <p:cNvSpPr/>
            <p:nvPr/>
          </p:nvSpPr>
          <p:spPr>
            <a:xfrm>
              <a:off x="1821" y="2483"/>
              <a:ext cx="15885" cy="7207"/>
            </a:xfrm>
            <a:prstGeom prst="rect">
              <a:avLst/>
            </a:prstGeom>
            <a:solidFill>
              <a:schemeClr val="bg1">
                <a:lumMod val="8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矩形 28"/>
            <p:cNvSpPr/>
            <p:nvPr/>
          </p:nvSpPr>
          <p:spPr>
            <a:xfrm>
              <a:off x="1649" y="2344"/>
              <a:ext cx="15885" cy="7207"/>
            </a:xfrm>
            <a:prstGeom prst="rect">
              <a:avLst/>
            </a:prstGeom>
            <a:solidFill>
              <a:schemeClr val="bg1"/>
            </a:solidFill>
            <a:ln w="3175">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spcBef>
                  <a:spcPct val="50000"/>
                </a:spcBef>
              </a:pPr>
              <a:endParaRPr lang="zh-CN" altLang="en-US" sz="2800" dirty="0">
                <a:solidFill>
                  <a:srgbClr val="04926A"/>
                </a:solidFill>
                <a:latin typeface="黑体" panose="02010609060101010101" pitchFamily="49" charset="-122"/>
                <a:ea typeface="黑体" panose="02010609060101010101" pitchFamily="49" charset="-122"/>
                <a:sym typeface="+mn-ea"/>
              </a:endParaRPr>
            </a:p>
          </p:txBody>
        </p:sp>
      </p:grpSp>
      <mc:AlternateContent xmlns:mc="http://schemas.openxmlformats.org/markup-compatibility/2006">
        <mc:Choice xmlns:a14="http://schemas.microsoft.com/office/drawing/2010/main" Requires="a14">
          <p:sp>
            <p:nvSpPr>
              <p:cNvPr id="3" name="Object 5"/>
              <p:cNvSpPr txBox="1"/>
              <p:nvPr/>
            </p:nvSpPr>
            <p:spPr bwMode="auto">
              <a:xfrm>
                <a:off x="4167230" y="2135310"/>
                <a:ext cx="4478386" cy="673100"/>
              </a:xfrm>
              <a:prstGeom prst="rect">
                <a:avLst/>
              </a:prstGeom>
              <a:noFill/>
              <a:ln>
                <a:noFill/>
              </a:ln>
              <a:effectLst/>
            </p:spPr>
            <p:txBody>
              <a:bodyPr>
                <a:noAutofit/>
              </a:bodyPr>
              <a:lstStyle/>
              <a:p>
                <a14:m>
                  <m:oMathPara xmlns:m="http://schemas.openxmlformats.org/officeDocument/2006/math">
                    <m:oMathParaPr>
                      <m:jc m:val="left"/>
                    </m:oMathParaPr>
                    <m:oMath xmlns:m="http://schemas.openxmlformats.org/officeDocument/2006/math">
                      <m:r>
                        <a:rPr kumimoji="1" lang="zh-CN" altLang="en-US" sz="2800" smtClean="0">
                          <a:solidFill>
                            <a:schemeClr val="tx1">
                              <a:lumMod val="95000"/>
                              <a:lumOff val="5000"/>
                            </a:schemeClr>
                          </a:solidFill>
                          <a:latin typeface="Cambria Math" panose="02040503050406030204" charset="0"/>
                          <a:ea typeface="黑体" panose="02010609060101010101" pitchFamily="49" charset="-122"/>
                        </a:rPr>
                        <m:t>=</m:t>
                      </m:r>
                      <m:limLow>
                        <m:limLowPr>
                          <m:ctrlPr>
                            <a:rPr kumimoji="1" lang="zh-CN" altLang="en-US" sz="2800" i="1">
                              <a:solidFill>
                                <a:schemeClr val="tx1">
                                  <a:lumMod val="95000"/>
                                  <a:lumOff val="5000"/>
                                </a:schemeClr>
                              </a:solidFill>
                              <a:latin typeface="Cambria Math" panose="02040503050406030204" charset="0"/>
                              <a:ea typeface="黑体" panose="02010609060101010101" pitchFamily="49" charset="-122"/>
                            </a:rPr>
                          </m:ctrlPr>
                        </m:limLowPr>
                        <m:e>
                          <m:r>
                            <m:rPr>
                              <m:sty m:val="p"/>
                            </m:rPr>
                            <a:rPr kumimoji="1" lang="zh-CN" altLang="en-US" sz="2800">
                              <a:solidFill>
                                <a:schemeClr val="tx1">
                                  <a:lumMod val="95000"/>
                                  <a:lumOff val="5000"/>
                                </a:schemeClr>
                              </a:solidFill>
                              <a:latin typeface="Cambria Math" panose="02040503050406030204" charset="0"/>
                              <a:ea typeface="黑体" panose="02010609060101010101" pitchFamily="49" charset="-122"/>
                            </a:rPr>
                            <m:t>lim</m:t>
                          </m:r>
                        </m:e>
                        <m:lim>
                          <m:r>
                            <a:rPr kumimoji="1" lang="zh-CN" altLang="en-US" sz="2800">
                              <a:solidFill>
                                <a:schemeClr val="tx1">
                                  <a:lumMod val="95000"/>
                                  <a:lumOff val="5000"/>
                                </a:schemeClr>
                              </a:solidFill>
                              <a:latin typeface="Cambria Math" panose="02040503050406030204" charset="0"/>
                              <a:ea typeface="黑体" panose="02010609060101010101" pitchFamily="49" charset="-122"/>
                            </a:rPr>
                            <m:t>𝜌</m:t>
                          </m:r>
                          <m:r>
                            <a:rPr kumimoji="1" lang="zh-CN" altLang="en-US" sz="2800">
                              <a:solidFill>
                                <a:schemeClr val="tx1">
                                  <a:lumMod val="95000"/>
                                  <a:lumOff val="5000"/>
                                </a:schemeClr>
                              </a:solidFill>
                              <a:latin typeface="Cambria Math" panose="02040503050406030204" charset="0"/>
                              <a:ea typeface="黑体" panose="02010609060101010101" pitchFamily="49" charset="-122"/>
                            </a:rPr>
                            <m:t>→</m:t>
                          </m:r>
                          <m:r>
                            <a:rPr kumimoji="1" lang="zh-CN" altLang="en-US" sz="2800">
                              <a:solidFill>
                                <a:schemeClr val="tx1">
                                  <a:lumMod val="95000"/>
                                  <a:lumOff val="5000"/>
                                </a:schemeClr>
                              </a:solidFill>
                              <a:latin typeface="Cambria Math" panose="02040503050406030204" charset="0"/>
                              <a:ea typeface="黑体" panose="02010609060101010101" pitchFamily="49" charset="-122"/>
                            </a:rPr>
                            <m:t>0</m:t>
                          </m:r>
                        </m:lim>
                      </m:limLow>
                      <m:d>
                        <m:dPr>
                          <m:begChr m:val=""/>
                          <m:endChr m:val="]"/>
                          <m:ctrlPr>
                            <a:rPr kumimoji="1" lang="zh-CN" altLang="en-US" sz="2800" i="1">
                              <a:solidFill>
                                <a:schemeClr val="tx1">
                                  <a:lumMod val="95000"/>
                                  <a:lumOff val="5000"/>
                                </a:schemeClr>
                              </a:solidFill>
                              <a:latin typeface="Cambria Math" panose="02040503050406030204" charset="0"/>
                              <a:ea typeface="黑体" panose="02010609060101010101" pitchFamily="49" charset="-122"/>
                            </a:rPr>
                          </m:ctrlPr>
                        </m:dPr>
                        <m:e>
                          <m:d>
                            <m:dPr>
                              <m:begChr m:val="["/>
                              <m:endChr m:val=""/>
                              <m:ctrlPr>
                                <a:rPr kumimoji="1" lang="zh-CN" altLang="en-US" sz="2800" i="1">
                                  <a:solidFill>
                                    <a:schemeClr val="tx1">
                                      <a:lumMod val="95000"/>
                                      <a:lumOff val="5000"/>
                                    </a:schemeClr>
                                  </a:solidFill>
                                  <a:latin typeface="Cambria Math" panose="02040503050406030204" charset="0"/>
                                  <a:ea typeface="黑体" panose="02010609060101010101" pitchFamily="49" charset="-122"/>
                                </a:rPr>
                              </m:ctrlPr>
                            </m:dPr>
                            <m:e>
                              <m:r>
                                <a:rPr kumimoji="1" lang="en-US" altLang="zh-CN" sz="2800">
                                  <a:solidFill>
                                    <a:schemeClr val="tx1">
                                      <a:lumMod val="95000"/>
                                      <a:lumOff val="5000"/>
                                    </a:schemeClr>
                                  </a:solidFill>
                                  <a:latin typeface="Cambria Math" panose="02040503050406030204" charset="0"/>
                                  <a:ea typeface="黑体" panose="02010609060101010101" pitchFamily="49" charset="-122"/>
                                </a:rPr>
                                <m:t>(</m:t>
                              </m:r>
                              <m:r>
                                <a:rPr kumimoji="1" lang="zh-CN" altLang="en-US" sz="2800">
                                  <a:solidFill>
                                    <a:schemeClr val="tx1">
                                      <a:lumMod val="95000"/>
                                      <a:lumOff val="5000"/>
                                    </a:schemeClr>
                                  </a:solidFill>
                                  <a:latin typeface="Cambria Math" panose="02040503050406030204" charset="0"/>
                                  <a:ea typeface="黑体" panose="02010609060101010101" pitchFamily="49" charset="-122"/>
                                </a:rPr>
                                <m:t>𝐴</m:t>
                              </m:r>
                              <m:r>
                                <m:rPr>
                                  <m:sty m:val="p"/>
                                </m:rPr>
                                <a:rPr kumimoji="1" lang="zh-CN" altLang="en-US" sz="2800">
                                  <a:solidFill>
                                    <a:schemeClr val="tx1">
                                      <a:lumMod val="95000"/>
                                      <a:lumOff val="5000"/>
                                    </a:schemeClr>
                                  </a:solidFill>
                                  <a:latin typeface="Cambria Math" panose="02040503050406030204" charset="0"/>
                                  <a:ea typeface="黑体" panose="02010609060101010101" pitchFamily="49" charset="-122"/>
                                </a:rPr>
                                <m:t>Δ</m:t>
                              </m:r>
                              <m:r>
                                <a:rPr kumimoji="1" lang="zh-CN" altLang="en-US" sz="2800">
                                  <a:solidFill>
                                    <a:schemeClr val="tx1">
                                      <a:lumMod val="95000"/>
                                      <a:lumOff val="5000"/>
                                    </a:schemeClr>
                                  </a:solidFill>
                                  <a:latin typeface="Cambria Math" panose="02040503050406030204" charset="0"/>
                                  <a:ea typeface="黑体" panose="02010609060101010101" pitchFamily="49" charset="-122"/>
                                </a:rPr>
                                <m:t>𝑥</m:t>
                              </m:r>
                              <m:r>
                                <a:rPr kumimoji="1" lang="zh-CN" altLang="en-US" sz="2800">
                                  <a:solidFill>
                                    <a:schemeClr val="tx1">
                                      <a:lumMod val="95000"/>
                                      <a:lumOff val="5000"/>
                                    </a:schemeClr>
                                  </a:solidFill>
                                  <a:latin typeface="Cambria Math" panose="02040503050406030204" charset="0"/>
                                  <a:ea typeface="黑体" panose="02010609060101010101" pitchFamily="49" charset="-122"/>
                                </a:rPr>
                                <m:t>+</m:t>
                              </m:r>
                              <m:r>
                                <a:rPr kumimoji="1" lang="zh-CN" altLang="en-US" sz="2800">
                                  <a:solidFill>
                                    <a:schemeClr val="tx1">
                                      <a:lumMod val="95000"/>
                                      <a:lumOff val="5000"/>
                                    </a:schemeClr>
                                  </a:solidFill>
                                  <a:latin typeface="Cambria Math" panose="02040503050406030204" charset="0"/>
                                  <a:ea typeface="黑体" panose="02010609060101010101" pitchFamily="49" charset="-122"/>
                                </a:rPr>
                                <m:t>𝐵</m:t>
                              </m:r>
                              <m:r>
                                <m:rPr>
                                  <m:sty m:val="p"/>
                                </m:rPr>
                                <a:rPr kumimoji="1" lang="zh-CN" altLang="en-US" sz="2800">
                                  <a:solidFill>
                                    <a:schemeClr val="tx1">
                                      <a:lumMod val="95000"/>
                                      <a:lumOff val="5000"/>
                                    </a:schemeClr>
                                  </a:solidFill>
                                  <a:latin typeface="Cambria Math" panose="02040503050406030204" charset="0"/>
                                  <a:ea typeface="黑体" panose="02010609060101010101" pitchFamily="49" charset="-122"/>
                                </a:rPr>
                                <m:t>Δ</m:t>
                              </m:r>
                              <m:r>
                                <a:rPr kumimoji="1" lang="zh-CN" altLang="en-US" sz="2800">
                                  <a:solidFill>
                                    <a:schemeClr val="tx1">
                                      <a:lumMod val="95000"/>
                                      <a:lumOff val="5000"/>
                                    </a:schemeClr>
                                  </a:solidFill>
                                  <a:latin typeface="Cambria Math" panose="02040503050406030204" charset="0"/>
                                  <a:ea typeface="黑体" panose="02010609060101010101" pitchFamily="49" charset="-122"/>
                                </a:rPr>
                                <m:t>𝑦</m:t>
                              </m:r>
                              <m:r>
                                <a:rPr kumimoji="1" lang="zh-CN" altLang="en-US" sz="2800">
                                  <a:solidFill>
                                    <a:schemeClr val="tx1">
                                      <a:lumMod val="95000"/>
                                      <a:lumOff val="5000"/>
                                    </a:schemeClr>
                                  </a:solidFill>
                                  <a:latin typeface="Cambria Math" panose="02040503050406030204" charset="0"/>
                                  <a:ea typeface="黑体" panose="02010609060101010101" pitchFamily="49" charset="-122"/>
                                </a:rPr>
                                <m:t>)+</m:t>
                              </m:r>
                              <m:r>
                                <a:rPr kumimoji="1" lang="zh-CN" altLang="en-US" sz="2800">
                                  <a:solidFill>
                                    <a:schemeClr val="tx1">
                                      <a:lumMod val="95000"/>
                                      <a:lumOff val="5000"/>
                                    </a:schemeClr>
                                  </a:solidFill>
                                  <a:latin typeface="Cambria Math" panose="02040503050406030204" charset="0"/>
                                  <a:ea typeface="黑体" panose="02010609060101010101" pitchFamily="49" charset="-122"/>
                                </a:rPr>
                                <m:t>𝑜</m:t>
                              </m:r>
                              <m:r>
                                <a:rPr kumimoji="1" lang="zh-CN" altLang="en-US" sz="2800">
                                  <a:solidFill>
                                    <a:schemeClr val="tx1">
                                      <a:lumMod val="95000"/>
                                      <a:lumOff val="5000"/>
                                    </a:schemeClr>
                                  </a:solidFill>
                                  <a:latin typeface="Cambria Math" panose="02040503050406030204" charset="0"/>
                                  <a:ea typeface="黑体" panose="02010609060101010101" pitchFamily="49" charset="-122"/>
                                </a:rPr>
                                <m:t>(</m:t>
                              </m:r>
                              <m:r>
                                <a:rPr kumimoji="1" lang="zh-CN" altLang="en-US" sz="2800">
                                  <a:solidFill>
                                    <a:schemeClr val="tx1">
                                      <a:lumMod val="95000"/>
                                      <a:lumOff val="5000"/>
                                    </a:schemeClr>
                                  </a:solidFill>
                                  <a:latin typeface="Cambria Math" panose="02040503050406030204" charset="0"/>
                                  <a:ea typeface="黑体" panose="02010609060101010101" pitchFamily="49" charset="-122"/>
                                </a:rPr>
                                <m:t>𝜌</m:t>
                              </m:r>
                              <m:r>
                                <a:rPr kumimoji="1" lang="zh-CN" altLang="en-US" sz="2800">
                                  <a:solidFill>
                                    <a:schemeClr val="tx1">
                                      <a:lumMod val="95000"/>
                                      <a:lumOff val="5000"/>
                                    </a:schemeClr>
                                  </a:solidFill>
                                  <a:latin typeface="Cambria Math" panose="02040503050406030204" charset="0"/>
                                  <a:ea typeface="黑体" panose="02010609060101010101" pitchFamily="49" charset="-122"/>
                                </a:rPr>
                                <m:t>)</m:t>
                              </m:r>
                            </m:e>
                          </m:d>
                        </m:e>
                      </m:d>
                    </m:oMath>
                  </m:oMathPara>
                </a14:m>
                <a:endParaRPr kumimoji="1" lang="zh-CN" altLang="en-US" sz="2800" dirty="0">
                  <a:solidFill>
                    <a:schemeClr val="tx1">
                      <a:lumMod val="95000"/>
                      <a:lumOff val="5000"/>
                    </a:schemeClr>
                  </a:solidFill>
                  <a:latin typeface="Cambria Math" panose="02040503050406030204" charset="0"/>
                  <a:ea typeface="黑体" panose="02010609060101010101" pitchFamily="49" charset="-122"/>
                </a:endParaRPr>
              </a:p>
            </p:txBody>
          </p:sp>
        </mc:Choice>
        <mc:Fallback>
          <p:sp>
            <p:nvSpPr>
              <p:cNvPr id="3" name="Object 5"/>
              <p:cNvSpPr txBox="1">
                <a:spLocks noRot="1" noChangeAspect="1" noMove="1" noResize="1" noEditPoints="1" noAdjustHandles="1" noChangeArrowheads="1" noChangeShapeType="1" noTextEdit="1"/>
              </p:cNvSpPr>
              <p:nvPr/>
            </p:nvSpPr>
            <p:spPr bwMode="auto">
              <a:xfrm>
                <a:off x="4167230" y="2135310"/>
                <a:ext cx="4478386" cy="673100"/>
              </a:xfrm>
              <a:prstGeom prst="rect">
                <a:avLst/>
              </a:prstGeom>
              <a:blipFill rotWithShape="1">
                <a:blip r:embed="rId1"/>
                <a:stretch>
                  <a:fillRect l="-8" t="-65" r="2" b="65"/>
                </a:stretch>
              </a:blipFill>
              <a:ln>
                <a:noFill/>
              </a:ln>
              <a:effectLst/>
            </p:spPr>
            <p:txBody>
              <a:bodyPr/>
              <a:lstStyle/>
              <a:p>
                <a:r>
                  <a:rPr lang="zh-CN" altLang="en-US">
                    <a:noFill/>
                  </a:rPr>
                  <a:t> </a:t>
                </a:r>
              </a:p>
            </p:txBody>
          </p:sp>
        </mc:Fallback>
      </mc:AlternateContent>
      <p:sp>
        <p:nvSpPr>
          <p:cNvPr id="4" name="Rectangle 24"/>
          <p:cNvSpPr>
            <a:spLocks noChangeArrowheads="1"/>
          </p:cNvSpPr>
          <p:nvPr/>
        </p:nvSpPr>
        <p:spPr bwMode="auto">
          <a:xfrm>
            <a:off x="2717433" y="4315732"/>
            <a:ext cx="7496908" cy="976312"/>
          </a:xfrm>
          <a:prstGeom prst="rect">
            <a:avLst/>
          </a:prstGeom>
          <a:solidFill>
            <a:schemeClr val="bg1"/>
          </a:solidFill>
          <a:ln w="19050">
            <a:solidFill>
              <a:srgbClr val="04926A"/>
            </a:solidFill>
            <a:miter lim="800000"/>
          </a:ln>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en-US" sz="4800" b="0" i="0" u="none" strike="noStrike" kern="1200" cap="none" spc="0" normalizeH="0" baseline="0" noProof="0">
              <a:ln>
                <a:noFill/>
              </a:ln>
              <a:solidFill>
                <a:prstClr val="black"/>
              </a:solidFill>
              <a:effectLst/>
              <a:uLnTx/>
              <a:uFillTx/>
              <a:latin typeface="Times New Roman" panose="02020603050405020304"/>
              <a:ea typeface="黑体" panose="02010609060101010101" pitchFamily="49" charset="-122"/>
              <a:cs typeface="+mn-ea"/>
              <a:sym typeface="+mn-lt"/>
            </a:endParaRPr>
          </a:p>
        </p:txBody>
      </p:sp>
      <mc:AlternateContent xmlns:mc="http://schemas.openxmlformats.org/markup-compatibility/2006">
        <mc:Choice xmlns:a14="http://schemas.microsoft.com/office/drawing/2010/main" Requires="a14">
          <p:sp>
            <p:nvSpPr>
              <p:cNvPr id="5" name="Text Box 3"/>
              <p:cNvSpPr txBox="1">
                <a:spLocks noChangeArrowheads="1"/>
              </p:cNvSpPr>
              <p:nvPr/>
            </p:nvSpPr>
            <p:spPr bwMode="auto">
              <a:xfrm>
                <a:off x="2726958" y="4308598"/>
                <a:ext cx="5105400" cy="519112"/>
              </a:xfrm>
              <a:prstGeom prst="rect">
                <a:avLst/>
              </a:prstGeom>
              <a:noFill/>
              <a:ln>
                <a:noFill/>
              </a:ln>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lvl="0" fontAlgn="base">
                  <a:spcBef>
                    <a:spcPct val="50000"/>
                  </a:spcBef>
                  <a:spcAft>
                    <a:spcPct val="0"/>
                  </a:spcAft>
                  <a:defRPr/>
                </a:pPr>
                <a:r>
                  <a:rPr kumimoji="1" lang="zh-CN" altLang="en-US" sz="2800" dirty="0">
                    <a:solidFill>
                      <a:schemeClr val="tx1">
                        <a:lumMod val="95000"/>
                        <a:lumOff val="5000"/>
                      </a:schemeClr>
                    </a:solidFill>
                    <a:latin typeface="Cambria Math" panose="02040503050406030204" charset="0"/>
                    <a:ea typeface="黑体" panose="02010609060101010101" pitchFamily="49" charset="-122"/>
                    <a:sym typeface="+mn-lt"/>
                  </a:rPr>
                  <a:t>函数</a:t>
                </a:r>
                <a14:m>
                  <m:oMath xmlns:m="http://schemas.openxmlformats.org/officeDocument/2006/math">
                    <m:r>
                      <a:rPr kumimoji="1" lang="zh-CN" altLang="en-US" sz="2800">
                        <a:solidFill>
                          <a:schemeClr val="tx1">
                            <a:lumMod val="95000"/>
                            <a:lumOff val="5000"/>
                          </a:schemeClr>
                        </a:solidFill>
                        <a:latin typeface="Cambria Math" panose="02040503050406030204" charset="0"/>
                        <a:ea typeface="黑体" panose="02010609060101010101" pitchFamily="49" charset="-122"/>
                      </a:rPr>
                      <m:t>𝑧</m:t>
                    </m:r>
                  </m:oMath>
                </a14:m>
                <a:r>
                  <a:rPr kumimoji="1" lang="en-US" altLang="zh-CN" sz="2800" dirty="0">
                    <a:solidFill>
                      <a:schemeClr val="tx1">
                        <a:lumMod val="95000"/>
                        <a:lumOff val="5000"/>
                      </a:schemeClr>
                    </a:solidFill>
                    <a:latin typeface="Cambria Math" panose="02040503050406030204" charset="0"/>
                    <a:ea typeface="黑体" panose="02010609060101010101" pitchFamily="49" charset="-122"/>
                    <a:sym typeface="+mn-lt"/>
                  </a:rPr>
                  <a:t>=</a:t>
                </a:r>
                <a14:m>
                  <m:oMath xmlns:m="http://schemas.openxmlformats.org/officeDocument/2006/math">
                    <m:r>
                      <a:rPr kumimoji="1" lang="zh-CN" altLang="en-US" sz="2800">
                        <a:solidFill>
                          <a:schemeClr val="tx1">
                            <a:lumMod val="95000"/>
                            <a:lumOff val="5000"/>
                          </a:schemeClr>
                        </a:solidFill>
                        <a:latin typeface="Cambria Math" panose="02040503050406030204" charset="0"/>
                        <a:ea typeface="黑体" panose="02010609060101010101" pitchFamily="49" charset="-122"/>
                      </a:rPr>
                      <m:t>𝑓</m:t>
                    </m:r>
                  </m:oMath>
                </a14:m>
                <a:r>
                  <a:rPr kumimoji="1" lang="en-US" altLang="zh-CN" sz="2800" dirty="0">
                    <a:solidFill>
                      <a:schemeClr val="tx1">
                        <a:lumMod val="95000"/>
                        <a:lumOff val="5000"/>
                      </a:schemeClr>
                    </a:solidFill>
                    <a:latin typeface="Cambria Math" panose="02040503050406030204" charset="0"/>
                    <a:ea typeface="黑体" panose="02010609060101010101" pitchFamily="49" charset="-122"/>
                    <a:sym typeface="+mn-lt"/>
                  </a:rPr>
                  <a:t>(</a:t>
                </a:r>
                <a14:m>
                  <m:oMath xmlns:m="http://schemas.openxmlformats.org/officeDocument/2006/math">
                    <m:r>
                      <a:rPr kumimoji="1" lang="zh-CN" altLang="en-US" sz="2800">
                        <a:solidFill>
                          <a:schemeClr val="tx1">
                            <a:lumMod val="95000"/>
                            <a:lumOff val="5000"/>
                          </a:schemeClr>
                        </a:solidFill>
                        <a:latin typeface="Cambria Math" panose="02040503050406030204" charset="0"/>
                        <a:ea typeface="黑体" panose="02010609060101010101" pitchFamily="49" charset="-122"/>
                      </a:rPr>
                      <m:t>𝑥</m:t>
                    </m:r>
                  </m:oMath>
                </a14:m>
                <a:r>
                  <a:rPr kumimoji="1" lang="en-US" altLang="zh-CN" sz="2800" dirty="0">
                    <a:solidFill>
                      <a:schemeClr val="tx1">
                        <a:lumMod val="95000"/>
                        <a:lumOff val="5000"/>
                      </a:schemeClr>
                    </a:solidFill>
                    <a:latin typeface="Cambria Math" panose="02040503050406030204" charset="0"/>
                    <a:ea typeface="黑体" panose="02010609060101010101" pitchFamily="49" charset="-122"/>
                    <a:sym typeface="+mn-lt"/>
                  </a:rPr>
                  <a:t>,</a:t>
                </a:r>
                <a14:m>
                  <m:oMath xmlns:m="http://schemas.openxmlformats.org/officeDocument/2006/math">
                    <m:r>
                      <a:rPr kumimoji="1" lang="zh-CN" altLang="en-US" sz="2800">
                        <a:solidFill>
                          <a:schemeClr val="tx1">
                            <a:lumMod val="95000"/>
                            <a:lumOff val="5000"/>
                          </a:schemeClr>
                        </a:solidFill>
                        <a:latin typeface="Cambria Math" panose="02040503050406030204" charset="0"/>
                        <a:ea typeface="黑体" panose="02010609060101010101" pitchFamily="49" charset="-122"/>
                      </a:rPr>
                      <m:t>𝑦</m:t>
                    </m:r>
                  </m:oMath>
                </a14:m>
                <a:r>
                  <a:rPr kumimoji="1" lang="en-US" altLang="zh-CN" sz="2800" dirty="0">
                    <a:solidFill>
                      <a:schemeClr val="tx1">
                        <a:lumMod val="95000"/>
                        <a:lumOff val="5000"/>
                      </a:schemeClr>
                    </a:solidFill>
                    <a:latin typeface="Cambria Math" panose="02040503050406030204" charset="0"/>
                    <a:ea typeface="黑体" panose="02010609060101010101" pitchFamily="49" charset="-122"/>
                    <a:sym typeface="+mn-lt"/>
                  </a:rPr>
                  <a:t>)</a:t>
                </a:r>
                <a:r>
                  <a:rPr kumimoji="1" lang="zh-CN" altLang="en-US" sz="2800" dirty="0">
                    <a:solidFill>
                      <a:schemeClr val="tx1">
                        <a:lumMod val="95000"/>
                        <a:lumOff val="5000"/>
                      </a:schemeClr>
                    </a:solidFill>
                    <a:latin typeface="Cambria Math" panose="02040503050406030204" charset="0"/>
                    <a:ea typeface="黑体" panose="02010609060101010101" pitchFamily="49" charset="-122"/>
                    <a:sym typeface="+mn-lt"/>
                  </a:rPr>
                  <a:t>在点</a:t>
                </a:r>
                <a:r>
                  <a:rPr kumimoji="1" lang="en-US" altLang="zh-CN" sz="2800" dirty="0">
                    <a:solidFill>
                      <a:schemeClr val="tx1">
                        <a:lumMod val="95000"/>
                        <a:lumOff val="5000"/>
                      </a:schemeClr>
                    </a:solidFill>
                    <a:latin typeface="Cambria Math" panose="02040503050406030204" charset="0"/>
                    <a:ea typeface="黑体" panose="02010609060101010101" pitchFamily="49" charset="-122"/>
                    <a:sym typeface="+mn-lt"/>
                  </a:rPr>
                  <a:t>(</a:t>
                </a:r>
                <a14:m>
                  <m:oMath xmlns:m="http://schemas.openxmlformats.org/officeDocument/2006/math">
                    <m:r>
                      <a:rPr kumimoji="1" lang="zh-CN" altLang="en-US" sz="2800">
                        <a:solidFill>
                          <a:schemeClr val="tx1">
                            <a:lumMod val="95000"/>
                            <a:lumOff val="5000"/>
                          </a:schemeClr>
                        </a:solidFill>
                        <a:latin typeface="Cambria Math" panose="02040503050406030204" charset="0"/>
                        <a:ea typeface="黑体" panose="02010609060101010101" pitchFamily="49" charset="-122"/>
                      </a:rPr>
                      <m:t>𝑥</m:t>
                    </m:r>
                  </m:oMath>
                </a14:m>
                <a:r>
                  <a:rPr kumimoji="1" lang="en-US" altLang="zh-CN" sz="2800" dirty="0">
                    <a:solidFill>
                      <a:schemeClr val="tx1">
                        <a:lumMod val="95000"/>
                        <a:lumOff val="5000"/>
                      </a:schemeClr>
                    </a:solidFill>
                    <a:latin typeface="Cambria Math" panose="02040503050406030204" charset="0"/>
                    <a:ea typeface="黑体" panose="02010609060101010101" pitchFamily="49" charset="-122"/>
                    <a:sym typeface="+mn-lt"/>
                  </a:rPr>
                  <a:t>,</a:t>
                </a:r>
                <a14:m>
                  <m:oMath xmlns:m="http://schemas.openxmlformats.org/officeDocument/2006/math">
                    <m:r>
                      <a:rPr kumimoji="1" lang="zh-CN" altLang="en-US" sz="2800">
                        <a:solidFill>
                          <a:schemeClr val="tx1">
                            <a:lumMod val="95000"/>
                            <a:lumOff val="5000"/>
                          </a:schemeClr>
                        </a:solidFill>
                        <a:latin typeface="Cambria Math" panose="02040503050406030204" charset="0"/>
                        <a:ea typeface="黑体" panose="02010609060101010101" pitchFamily="49" charset="-122"/>
                      </a:rPr>
                      <m:t>𝑦</m:t>
                    </m:r>
                  </m:oMath>
                </a14:m>
                <a:r>
                  <a:rPr kumimoji="1" lang="en-US" altLang="zh-CN" sz="2800" dirty="0">
                    <a:solidFill>
                      <a:schemeClr val="tx1">
                        <a:lumMod val="95000"/>
                        <a:lumOff val="5000"/>
                      </a:schemeClr>
                    </a:solidFill>
                    <a:latin typeface="Cambria Math" panose="02040503050406030204" charset="0"/>
                    <a:ea typeface="黑体" panose="02010609060101010101" pitchFamily="49" charset="-122"/>
                    <a:sym typeface="+mn-lt"/>
                  </a:rPr>
                  <a:t>)</a:t>
                </a:r>
                <a:r>
                  <a:rPr kumimoji="1" lang="zh-CN" altLang="en-US" sz="2800" dirty="0">
                    <a:solidFill>
                      <a:schemeClr val="tx1">
                        <a:lumMod val="95000"/>
                        <a:lumOff val="5000"/>
                      </a:schemeClr>
                    </a:solidFill>
                    <a:latin typeface="Cambria Math" panose="02040503050406030204" charset="0"/>
                    <a:ea typeface="黑体" panose="02010609060101010101" pitchFamily="49" charset="-122"/>
                    <a:sym typeface="+mn-lt"/>
                  </a:rPr>
                  <a:t>可微</a:t>
                </a:r>
                <a:endParaRPr kumimoji="1" lang="zh-CN" altLang="en-US" sz="2800" dirty="0">
                  <a:solidFill>
                    <a:schemeClr val="tx1">
                      <a:lumMod val="95000"/>
                      <a:lumOff val="5000"/>
                    </a:schemeClr>
                  </a:solidFill>
                  <a:latin typeface="Cambria Math" panose="02040503050406030204" charset="0"/>
                  <a:ea typeface="黑体" panose="02010609060101010101" pitchFamily="49" charset="-122"/>
                  <a:sym typeface="+mn-lt"/>
                </a:endParaRPr>
              </a:p>
            </p:txBody>
          </p:sp>
        </mc:Choice>
        <mc:Fallback>
          <p:sp>
            <p:nvSpPr>
              <p:cNvPr id="5" name="Text Box 3"/>
              <p:cNvSpPr txBox="1">
                <a:spLocks noRot="1" noChangeAspect="1" noMove="1" noResize="1" noEditPoints="1" noAdjustHandles="1" noChangeArrowheads="1" noChangeShapeType="1" noTextEdit="1"/>
              </p:cNvSpPr>
              <p:nvPr/>
            </p:nvSpPr>
            <p:spPr bwMode="auto">
              <a:xfrm>
                <a:off x="2726958" y="4308598"/>
                <a:ext cx="5105400" cy="519112"/>
              </a:xfrm>
              <a:prstGeom prst="rect">
                <a:avLst/>
              </a:prstGeom>
              <a:blipFill rotWithShape="1">
                <a:blip r:embed="rId2"/>
                <a:stretch>
                  <a:fillRect l="-5" t="-24" r="5" b="85"/>
                </a:stretch>
              </a:blipFill>
              <a:ln>
                <a:noFill/>
              </a:ln>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Lst>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6" name="Object 22"/>
              <p:cNvSpPr txBox="1"/>
              <p:nvPr/>
            </p:nvSpPr>
            <p:spPr bwMode="auto">
              <a:xfrm>
                <a:off x="2576325" y="3143765"/>
                <a:ext cx="5653912" cy="939800"/>
              </a:xfrm>
              <a:prstGeom prst="rect">
                <a:avLst/>
              </a:prstGeom>
              <a:noFill/>
              <a:ln>
                <a:noFill/>
              </a:ln>
              <a:effectLst/>
            </p:spPr>
            <p:txBody>
              <a:bodyPr>
                <a:noAutofit/>
              </a:bodyPr>
              <a:lstStyle/>
              <a:p>
                <a14:m>
                  <m:oMathPara xmlns:m="http://schemas.openxmlformats.org/officeDocument/2006/math">
                    <m:oMathParaPr>
                      <m:jc m:val="left"/>
                    </m:oMathParaPr>
                    <m:oMath xmlns:m="http://schemas.openxmlformats.org/officeDocument/2006/math">
                      <m:func>
                        <m:funcPr>
                          <m:ctrlPr>
                            <a:rPr kumimoji="1" lang="zh-CN" altLang="en-US" sz="2800" i="1">
                              <a:solidFill>
                                <a:schemeClr val="tx1">
                                  <a:lumMod val="95000"/>
                                  <a:lumOff val="5000"/>
                                </a:schemeClr>
                              </a:solidFill>
                              <a:latin typeface="Cambria Math" panose="02040503050406030204" charset="0"/>
                              <a:ea typeface="黑体" panose="02010609060101010101" pitchFamily="49" charset="-122"/>
                            </a:rPr>
                          </m:ctrlPr>
                        </m:funcPr>
                        <m:fName>
                          <m:limLow>
                            <m:limLowPr>
                              <m:ctrlPr>
                                <a:rPr kumimoji="1" lang="zh-CN" altLang="en-US" sz="2800" i="1">
                                  <a:solidFill>
                                    <a:schemeClr val="tx1">
                                      <a:lumMod val="95000"/>
                                      <a:lumOff val="5000"/>
                                    </a:schemeClr>
                                  </a:solidFill>
                                  <a:latin typeface="Cambria Math" panose="02040503050406030204" charset="0"/>
                                  <a:ea typeface="黑体" panose="02010609060101010101" pitchFamily="49" charset="-122"/>
                                </a:rPr>
                              </m:ctrlPr>
                            </m:limLowPr>
                            <m:e>
                              <m:r>
                                <m:rPr>
                                  <m:sty m:val="p"/>
                                </m:rPr>
                                <a:rPr kumimoji="1" lang="zh-CN" altLang="en-US" sz="2800">
                                  <a:solidFill>
                                    <a:schemeClr val="tx1">
                                      <a:lumMod val="95000"/>
                                      <a:lumOff val="5000"/>
                                    </a:schemeClr>
                                  </a:solidFill>
                                  <a:latin typeface="Cambria Math" panose="02040503050406030204" charset="0"/>
                                  <a:ea typeface="黑体" panose="02010609060101010101" pitchFamily="49" charset="-122"/>
                                </a:rPr>
                                <m:t>lim</m:t>
                              </m:r>
                            </m:e>
                            <m:lim>
                              <m:r>
                                <a:rPr kumimoji="1" lang="zh-CN" altLang="en-US" sz="2800">
                                  <a:latin typeface="Cambria Math" panose="02040503050406030204" charset="0"/>
                                  <a:ea typeface="黑体" panose="02010609060101010101" pitchFamily="49" charset="-122"/>
                                  <a:cs typeface="Cambria Math" panose="02040503050406030204" charset="0"/>
                                </a:rPr>
                                <m:t>(</m:t>
                              </m:r>
                              <m:r>
                                <m:rPr>
                                  <m:sty m:val="p"/>
                                </m:rPr>
                                <a:rPr kumimoji="1" lang="zh-CN" altLang="en-US" sz="2800">
                                  <a:solidFill>
                                    <a:schemeClr val="tx1">
                                      <a:lumMod val="95000"/>
                                      <a:lumOff val="5000"/>
                                    </a:schemeClr>
                                  </a:solidFill>
                                  <a:latin typeface="Cambria Math" panose="02040503050406030204" charset="0"/>
                                  <a:ea typeface="黑体" panose="02010609060101010101" pitchFamily="49" charset="-122"/>
                                </a:rPr>
                                <m:t>Δ</m:t>
                              </m:r>
                              <m:r>
                                <a:rPr kumimoji="1" lang="zh-CN" altLang="en-US" sz="2800">
                                  <a:latin typeface="Cambria Math" panose="02040503050406030204" charset="0"/>
                                  <a:ea typeface="黑体" panose="02010609060101010101" pitchFamily="49" charset="-122"/>
                                  <a:cs typeface="Cambria Math" panose="02040503050406030204" charset="0"/>
                                </a:rPr>
                                <m:t>𝑥</m:t>
                              </m:r>
                              <m:r>
                                <a:rPr kumimoji="1" lang="zh-CN" altLang="en-US" sz="2800">
                                  <a:latin typeface="Cambria Math" panose="02040503050406030204" charset="0"/>
                                  <a:ea typeface="黑体" panose="02010609060101010101" pitchFamily="49" charset="-122"/>
                                  <a:cs typeface="Cambria Math" panose="02040503050406030204" charset="0"/>
                                </a:rPr>
                                <m:t>,</m:t>
                              </m:r>
                              <m:r>
                                <m:rPr>
                                  <m:sty m:val="p"/>
                                </m:rPr>
                                <a:rPr kumimoji="1" lang="zh-CN" altLang="en-US" sz="2800">
                                  <a:solidFill>
                                    <a:schemeClr val="tx1">
                                      <a:lumMod val="95000"/>
                                      <a:lumOff val="5000"/>
                                    </a:schemeClr>
                                  </a:solidFill>
                                  <a:latin typeface="Cambria Math" panose="02040503050406030204" charset="0"/>
                                  <a:ea typeface="黑体" panose="02010609060101010101" pitchFamily="49" charset="-122"/>
                                </a:rPr>
                                <m:t>Δ</m:t>
                              </m:r>
                              <m:r>
                                <a:rPr kumimoji="1" lang="zh-CN" altLang="en-US" sz="2800">
                                  <a:latin typeface="Cambria Math" panose="02040503050406030204" charset="0"/>
                                  <a:ea typeface="黑体" panose="02010609060101010101" pitchFamily="49" charset="-122"/>
                                  <a:cs typeface="Cambria Math" panose="02040503050406030204" charset="0"/>
                                </a:rPr>
                                <m:t>𝑦</m:t>
                              </m:r>
                              <m:r>
                                <a:rPr kumimoji="1" lang="zh-CN" altLang="en-US" sz="2800">
                                  <a:latin typeface="Cambria Math" panose="02040503050406030204" charset="0"/>
                                  <a:ea typeface="黑体" panose="02010609060101010101" pitchFamily="49" charset="-122"/>
                                  <a:cs typeface="Cambria Math" panose="02040503050406030204" charset="0"/>
                                </a:rPr>
                                <m:t>)→(</m:t>
                              </m:r>
                              <m:r>
                                <a:rPr kumimoji="1" lang="en-US" altLang="zh-CN" sz="2800" i="1">
                                  <a:latin typeface="Cambria Math" panose="02040503050406030204" charset="0"/>
                                  <a:ea typeface="黑体" panose="02010609060101010101" pitchFamily="49" charset="-122"/>
                                  <a:cs typeface="Cambria Math" panose="02040503050406030204" charset="0"/>
                                </a:rPr>
                                <m:t>0</m:t>
                              </m:r>
                              <m:r>
                                <a:rPr kumimoji="1" lang="zh-CN" altLang="en-US" sz="2800">
                                  <a:latin typeface="Cambria Math" panose="02040503050406030204" charset="0"/>
                                  <a:ea typeface="黑体" panose="02010609060101010101" pitchFamily="49" charset="-122"/>
                                  <a:cs typeface="Cambria Math" panose="02040503050406030204" charset="0"/>
                                </a:rPr>
                                <m:t>,</m:t>
                              </m:r>
                              <m:r>
                                <a:rPr kumimoji="1" lang="en-US" altLang="zh-CN" sz="2800" i="1">
                                  <a:latin typeface="Cambria Math" panose="02040503050406030204" charset="0"/>
                                  <a:ea typeface="黑体" panose="02010609060101010101" pitchFamily="49" charset="-122"/>
                                  <a:cs typeface="Cambria Math" panose="02040503050406030204" charset="0"/>
                                </a:rPr>
                                <m:t>0</m:t>
                              </m:r>
                              <m:r>
                                <a:rPr kumimoji="1" lang="zh-CN" altLang="en-US" sz="2800">
                                  <a:latin typeface="Cambria Math" panose="02040503050406030204" charset="0"/>
                                  <a:ea typeface="黑体" panose="02010609060101010101" pitchFamily="49" charset="-122"/>
                                  <a:cs typeface="Cambria Math" panose="02040503050406030204" charset="0"/>
                                </a:rPr>
                                <m:t>)</m:t>
                              </m:r>
                            </m:lim>
                          </m:limLow>
                        </m:fName>
                        <m:e>
                          <m:r>
                            <a:rPr kumimoji="1" lang="zh-CN" altLang="en-US" sz="2800">
                              <a:solidFill>
                                <a:schemeClr val="tx1">
                                  <a:lumMod val="95000"/>
                                  <a:lumOff val="5000"/>
                                </a:schemeClr>
                              </a:solidFill>
                              <a:latin typeface="Cambria Math" panose="02040503050406030204" charset="0"/>
                              <a:ea typeface="黑体" panose="02010609060101010101" pitchFamily="49" charset="-122"/>
                            </a:rPr>
                            <m:t>𝑓</m:t>
                          </m:r>
                        </m:e>
                      </m:func>
                      <m:r>
                        <a:rPr kumimoji="1" lang="zh-CN" altLang="en-US" sz="2800">
                          <a:solidFill>
                            <a:schemeClr val="tx1">
                              <a:lumMod val="95000"/>
                              <a:lumOff val="5000"/>
                            </a:schemeClr>
                          </a:solidFill>
                          <a:latin typeface="Cambria Math" panose="02040503050406030204" charset="0"/>
                          <a:ea typeface="黑体" panose="02010609060101010101" pitchFamily="49" charset="-122"/>
                        </a:rPr>
                        <m:t>(</m:t>
                      </m:r>
                      <m:r>
                        <a:rPr kumimoji="1" lang="zh-CN" altLang="en-US" sz="2800">
                          <a:solidFill>
                            <a:schemeClr val="tx1">
                              <a:lumMod val="95000"/>
                              <a:lumOff val="5000"/>
                            </a:schemeClr>
                          </a:solidFill>
                          <a:latin typeface="Cambria Math" panose="02040503050406030204" charset="0"/>
                          <a:ea typeface="黑体" panose="02010609060101010101" pitchFamily="49" charset="-122"/>
                        </a:rPr>
                        <m:t>𝑥</m:t>
                      </m:r>
                      <m:r>
                        <a:rPr kumimoji="1" lang="zh-CN" altLang="en-US" sz="2800">
                          <a:solidFill>
                            <a:schemeClr val="tx1">
                              <a:lumMod val="95000"/>
                              <a:lumOff val="5000"/>
                            </a:schemeClr>
                          </a:solidFill>
                          <a:latin typeface="Cambria Math" panose="02040503050406030204" charset="0"/>
                          <a:ea typeface="黑体" panose="02010609060101010101" pitchFamily="49" charset="-122"/>
                        </a:rPr>
                        <m:t>+</m:t>
                      </m:r>
                      <m:r>
                        <m:rPr>
                          <m:sty m:val="p"/>
                        </m:rPr>
                        <a:rPr kumimoji="1" lang="zh-CN" altLang="en-US" sz="2800">
                          <a:solidFill>
                            <a:schemeClr val="tx1">
                              <a:lumMod val="95000"/>
                              <a:lumOff val="5000"/>
                            </a:schemeClr>
                          </a:solidFill>
                          <a:latin typeface="Cambria Math" panose="02040503050406030204" charset="0"/>
                          <a:ea typeface="黑体" panose="02010609060101010101" pitchFamily="49" charset="-122"/>
                        </a:rPr>
                        <m:t>Δ</m:t>
                      </m:r>
                      <m:r>
                        <a:rPr kumimoji="1" lang="zh-CN" altLang="en-US" sz="2800">
                          <a:solidFill>
                            <a:schemeClr val="tx1">
                              <a:lumMod val="95000"/>
                              <a:lumOff val="5000"/>
                            </a:schemeClr>
                          </a:solidFill>
                          <a:latin typeface="Cambria Math" panose="02040503050406030204" charset="0"/>
                          <a:ea typeface="黑体" panose="02010609060101010101" pitchFamily="49" charset="-122"/>
                        </a:rPr>
                        <m:t>𝑥</m:t>
                      </m:r>
                      <m:r>
                        <a:rPr kumimoji="1" lang="zh-CN" altLang="en-US" sz="2800">
                          <a:solidFill>
                            <a:schemeClr val="tx1">
                              <a:lumMod val="95000"/>
                              <a:lumOff val="5000"/>
                            </a:schemeClr>
                          </a:solidFill>
                          <a:latin typeface="Cambria Math" panose="02040503050406030204" charset="0"/>
                          <a:ea typeface="黑体" panose="02010609060101010101" pitchFamily="49" charset="-122"/>
                        </a:rPr>
                        <m:t>,</m:t>
                      </m:r>
                      <m:r>
                        <a:rPr kumimoji="1" lang="zh-CN" altLang="en-US" sz="2800">
                          <a:solidFill>
                            <a:schemeClr val="tx1">
                              <a:lumMod val="95000"/>
                              <a:lumOff val="5000"/>
                            </a:schemeClr>
                          </a:solidFill>
                          <a:latin typeface="Cambria Math" panose="02040503050406030204" charset="0"/>
                          <a:ea typeface="黑体" panose="02010609060101010101" pitchFamily="49" charset="-122"/>
                        </a:rPr>
                        <m:t>𝑦</m:t>
                      </m:r>
                      <m:r>
                        <a:rPr kumimoji="1" lang="zh-CN" altLang="en-US" sz="2800">
                          <a:solidFill>
                            <a:schemeClr val="tx1">
                              <a:lumMod val="95000"/>
                              <a:lumOff val="5000"/>
                            </a:schemeClr>
                          </a:solidFill>
                          <a:latin typeface="Cambria Math" panose="02040503050406030204" charset="0"/>
                          <a:ea typeface="黑体" panose="02010609060101010101" pitchFamily="49" charset="-122"/>
                        </a:rPr>
                        <m:t>+</m:t>
                      </m:r>
                      <m:r>
                        <m:rPr>
                          <m:sty m:val="p"/>
                        </m:rPr>
                        <a:rPr kumimoji="1" lang="zh-CN" altLang="en-US" sz="2800">
                          <a:solidFill>
                            <a:schemeClr val="tx1">
                              <a:lumMod val="95000"/>
                              <a:lumOff val="5000"/>
                            </a:schemeClr>
                          </a:solidFill>
                          <a:latin typeface="Cambria Math" panose="02040503050406030204" charset="0"/>
                          <a:ea typeface="黑体" panose="02010609060101010101" pitchFamily="49" charset="-122"/>
                        </a:rPr>
                        <m:t>Δ</m:t>
                      </m:r>
                      <m:r>
                        <a:rPr kumimoji="1" lang="zh-CN" altLang="en-US" sz="2800">
                          <a:solidFill>
                            <a:schemeClr val="tx1">
                              <a:lumMod val="95000"/>
                              <a:lumOff val="5000"/>
                            </a:schemeClr>
                          </a:solidFill>
                          <a:latin typeface="Cambria Math" panose="02040503050406030204" charset="0"/>
                          <a:ea typeface="黑体" panose="02010609060101010101" pitchFamily="49" charset="-122"/>
                        </a:rPr>
                        <m:t>𝑦</m:t>
                      </m:r>
                      <m:r>
                        <a:rPr kumimoji="1" lang="zh-CN" altLang="en-US" sz="2800">
                          <a:solidFill>
                            <a:schemeClr val="tx1">
                              <a:lumMod val="95000"/>
                              <a:lumOff val="5000"/>
                            </a:schemeClr>
                          </a:solidFill>
                          <a:latin typeface="Cambria Math" panose="02040503050406030204" charset="0"/>
                          <a:ea typeface="黑体" panose="02010609060101010101" pitchFamily="49" charset="-122"/>
                        </a:rPr>
                        <m:t>)</m:t>
                      </m:r>
                    </m:oMath>
                  </m:oMathPara>
                </a14:m>
                <a:endParaRPr kumimoji="1" lang="zh-CN" altLang="en-US" sz="2800" dirty="0">
                  <a:solidFill>
                    <a:schemeClr val="tx1">
                      <a:lumMod val="95000"/>
                      <a:lumOff val="5000"/>
                    </a:schemeClr>
                  </a:solidFill>
                  <a:latin typeface="Cambria Math" panose="02040503050406030204" charset="0"/>
                  <a:ea typeface="黑体" panose="02010609060101010101" pitchFamily="49" charset="-122"/>
                </a:endParaRPr>
              </a:p>
            </p:txBody>
          </p:sp>
        </mc:Choice>
        <mc:Fallback>
          <p:sp>
            <p:nvSpPr>
              <p:cNvPr id="6" name="Object 22"/>
              <p:cNvSpPr txBox="1">
                <a:spLocks noRot="1" noChangeAspect="1" noMove="1" noResize="1" noEditPoints="1" noAdjustHandles="1" noChangeArrowheads="1" noChangeShapeType="1" noTextEdit="1"/>
              </p:cNvSpPr>
              <p:nvPr/>
            </p:nvSpPr>
            <p:spPr bwMode="auto">
              <a:xfrm>
                <a:off x="2576325" y="3143765"/>
                <a:ext cx="5653912" cy="939800"/>
              </a:xfrm>
              <a:prstGeom prst="rect">
                <a:avLst/>
              </a:prstGeom>
              <a:blipFill rotWithShape="1">
                <a:blip r:embed="rId3"/>
                <a:stretch>
                  <a:fillRect l="-2" t="-55" b="55"/>
                </a:stretch>
              </a:blipFill>
              <a:ln>
                <a:noFill/>
              </a:ln>
              <a:effectLst/>
            </p:spPr>
            <p:txBody>
              <a:bodyPr/>
              <a:lstStyle/>
              <a:p>
                <a:r>
                  <a:rPr lang="zh-CN" altLang="en-US">
                    <a:noFill/>
                  </a:rPr>
                  <a:t> </a:t>
                </a:r>
              </a:p>
            </p:txBody>
          </p:sp>
        </mc:Fallback>
      </mc:AlternateContent>
      <p:sp>
        <p:nvSpPr>
          <p:cNvPr id="7" name="Rectangle 27"/>
          <p:cNvSpPr txBox="1">
            <a:spLocks noChangeArrowheads="1"/>
          </p:cNvSpPr>
          <p:nvPr/>
        </p:nvSpPr>
        <p:spPr>
          <a:xfrm>
            <a:off x="1960196" y="1551110"/>
            <a:ext cx="2514600" cy="53340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kumimoji="1" lang="zh-CN" altLang="en-US" sz="2800" dirty="0">
                <a:solidFill>
                  <a:schemeClr val="tx1">
                    <a:lumMod val="95000"/>
                    <a:lumOff val="5000"/>
                  </a:schemeClr>
                </a:solidFill>
                <a:latin typeface="Cambria Math" panose="02040503050406030204" charset="0"/>
                <a:ea typeface="黑体" panose="02010609060101010101" pitchFamily="49" charset="-122"/>
                <a:cs typeface="+mn-cs"/>
                <a:sym typeface="+mn-lt"/>
              </a:rPr>
              <a:t>由微分定义</a:t>
            </a:r>
            <a:r>
              <a:rPr kumimoji="1" lang="en-US" altLang="zh-CN" sz="2800" dirty="0">
                <a:solidFill>
                  <a:schemeClr val="tx1">
                    <a:lumMod val="95000"/>
                    <a:lumOff val="5000"/>
                  </a:schemeClr>
                </a:solidFill>
                <a:latin typeface="Cambria Math" panose="02040503050406030204" charset="0"/>
                <a:ea typeface="黑体" panose="02010609060101010101" pitchFamily="49" charset="-122"/>
                <a:cs typeface="+mn-cs"/>
                <a:sym typeface="+mn-lt"/>
              </a:rPr>
              <a:t>:</a:t>
            </a:r>
            <a:endParaRPr kumimoji="1" lang="en-US" altLang="zh-CN" sz="2800" dirty="0">
              <a:solidFill>
                <a:schemeClr val="tx1">
                  <a:lumMod val="95000"/>
                  <a:lumOff val="5000"/>
                </a:schemeClr>
              </a:solidFill>
              <a:latin typeface="Cambria Math" panose="02040503050406030204" charset="0"/>
              <a:ea typeface="黑体" panose="02010609060101010101" pitchFamily="49" charset="-122"/>
              <a:cs typeface="+mn-cs"/>
              <a:sym typeface="+mn-lt"/>
            </a:endParaRPr>
          </a:p>
        </p:txBody>
      </p:sp>
      <p:sp>
        <p:nvSpPr>
          <p:cNvPr id="8" name="Text Box 28"/>
          <p:cNvSpPr txBox="1">
            <a:spLocks noChangeArrowheads="1"/>
          </p:cNvSpPr>
          <p:nvPr/>
        </p:nvSpPr>
        <p:spPr bwMode="auto">
          <a:xfrm>
            <a:off x="1966546" y="3166551"/>
            <a:ext cx="685800" cy="5191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marL="0" marR="0" lvl="0" indent="0" algn="l" defTabSz="914400" rtl="0" eaLnBrk="1" fontAlgn="base" latinLnBrk="0" hangingPunct="1">
              <a:lnSpc>
                <a:spcPct val="100000"/>
              </a:lnSpc>
              <a:spcBef>
                <a:spcPct val="50000"/>
              </a:spcBef>
              <a:spcAft>
                <a:spcPct val="0"/>
              </a:spcAft>
              <a:buClrTx/>
              <a:buSzTx/>
              <a:buFontTx/>
              <a:buNone/>
              <a:defRPr/>
            </a:pPr>
            <a:r>
              <a:rPr kumimoji="1" lang="zh-CN" altLang="en-US" sz="2800" dirty="0">
                <a:solidFill>
                  <a:schemeClr val="tx1">
                    <a:lumMod val="95000"/>
                    <a:lumOff val="5000"/>
                  </a:schemeClr>
                </a:solidFill>
                <a:latin typeface="Cambria Math" panose="02040503050406030204" charset="0"/>
                <a:ea typeface="黑体" panose="02010609060101010101" pitchFamily="49" charset="-122"/>
                <a:sym typeface="+mn-lt"/>
              </a:rPr>
              <a:t>得</a:t>
            </a:r>
            <a:endParaRPr kumimoji="1" lang="zh-CN" altLang="en-US" sz="2800" dirty="0">
              <a:solidFill>
                <a:schemeClr val="tx1">
                  <a:lumMod val="95000"/>
                  <a:lumOff val="5000"/>
                </a:schemeClr>
              </a:solidFill>
              <a:latin typeface="Cambria Math" panose="02040503050406030204" charset="0"/>
              <a:ea typeface="黑体" panose="02010609060101010101" pitchFamily="49" charset="-122"/>
              <a:sym typeface="+mn-lt"/>
            </a:endParaRPr>
          </a:p>
        </p:txBody>
      </p:sp>
      <mc:AlternateContent xmlns:mc="http://schemas.openxmlformats.org/markup-compatibility/2006">
        <mc:Choice xmlns:a14="http://schemas.microsoft.com/office/drawing/2010/main" Requires="a14">
          <p:sp>
            <p:nvSpPr>
              <p:cNvPr id="9" name="Object 29"/>
              <p:cNvSpPr txBox="1"/>
              <p:nvPr/>
            </p:nvSpPr>
            <p:spPr bwMode="auto">
              <a:xfrm>
                <a:off x="1870364" y="2135310"/>
                <a:ext cx="2039282" cy="939800"/>
              </a:xfrm>
              <a:prstGeom prst="rect">
                <a:avLst/>
              </a:prstGeom>
              <a:noFill/>
              <a:ln>
                <a:noFill/>
              </a:ln>
              <a:effectLst/>
            </p:spPr>
            <p:txBody>
              <a:bodyPr>
                <a:noAutofit/>
              </a:bodyPr>
              <a:lstStyle/>
              <a:p>
                <a14:m>
                  <m:oMathPara xmlns:m="http://schemas.openxmlformats.org/officeDocument/2006/math">
                    <m:oMathParaPr>
                      <m:jc m:val="left"/>
                    </m:oMathParaPr>
                    <m:oMath xmlns:m="http://schemas.openxmlformats.org/officeDocument/2006/math">
                      <m:func>
                        <m:funcPr>
                          <m:ctrlPr>
                            <a:rPr kumimoji="1" lang="zh-CN" altLang="en-US" sz="2800" i="1" smtClean="0">
                              <a:solidFill>
                                <a:schemeClr val="tx1">
                                  <a:lumMod val="95000"/>
                                  <a:lumOff val="5000"/>
                                </a:schemeClr>
                              </a:solidFill>
                              <a:latin typeface="Cambria Math" panose="02040503050406030204" charset="0"/>
                              <a:ea typeface="黑体" panose="02010609060101010101" pitchFamily="49" charset="-122"/>
                            </a:rPr>
                          </m:ctrlPr>
                        </m:funcPr>
                        <m:fName>
                          <m:limLow>
                            <m:limLowPr>
                              <m:ctrlPr>
                                <a:rPr kumimoji="1" lang="zh-CN" altLang="en-US" sz="2800" i="1">
                                  <a:solidFill>
                                    <a:schemeClr val="tx1">
                                      <a:lumMod val="95000"/>
                                      <a:lumOff val="5000"/>
                                    </a:schemeClr>
                                  </a:solidFill>
                                  <a:latin typeface="Cambria Math" panose="02040503050406030204" charset="0"/>
                                  <a:ea typeface="黑体" panose="02010609060101010101" pitchFamily="49" charset="-122"/>
                                </a:rPr>
                              </m:ctrlPr>
                            </m:limLowPr>
                            <m:e>
                              <m:r>
                                <m:rPr>
                                  <m:sty m:val="p"/>
                                </m:rPr>
                                <a:rPr kumimoji="1" lang="zh-CN" altLang="en-US" sz="2800">
                                  <a:solidFill>
                                    <a:schemeClr val="tx1">
                                      <a:lumMod val="95000"/>
                                      <a:lumOff val="5000"/>
                                    </a:schemeClr>
                                  </a:solidFill>
                                  <a:latin typeface="Cambria Math" panose="02040503050406030204" charset="0"/>
                                  <a:ea typeface="黑体" panose="02010609060101010101" pitchFamily="49" charset="-122"/>
                                </a:rPr>
                                <m:t>lim</m:t>
                              </m:r>
                            </m:e>
                            <m:lim>
                              <m:r>
                                <a:rPr kumimoji="1" lang="zh-CN" altLang="en-US" sz="2800">
                                  <a:latin typeface="Cambria Math" panose="02040503050406030204" charset="0"/>
                                  <a:ea typeface="黑体" panose="02010609060101010101" pitchFamily="49" charset="-122"/>
                                  <a:cs typeface="Cambria Math" panose="02040503050406030204" charset="0"/>
                                </a:rPr>
                                <m:t>(</m:t>
                              </m:r>
                              <m:r>
                                <m:rPr>
                                  <m:sty m:val="p"/>
                                </m:rPr>
                                <a:rPr kumimoji="1" lang="zh-CN" altLang="en-US" sz="2800">
                                  <a:solidFill>
                                    <a:schemeClr val="tx1">
                                      <a:lumMod val="95000"/>
                                      <a:lumOff val="5000"/>
                                    </a:schemeClr>
                                  </a:solidFill>
                                  <a:latin typeface="Cambria Math" panose="02040503050406030204" charset="0"/>
                                  <a:ea typeface="黑体" panose="02010609060101010101" pitchFamily="49" charset="-122"/>
                                </a:rPr>
                                <m:t>Δ</m:t>
                              </m:r>
                              <m:r>
                                <a:rPr kumimoji="1" lang="zh-CN" altLang="en-US" sz="2800">
                                  <a:latin typeface="Cambria Math" panose="02040503050406030204" charset="0"/>
                                  <a:ea typeface="黑体" panose="02010609060101010101" pitchFamily="49" charset="-122"/>
                                  <a:cs typeface="Cambria Math" panose="02040503050406030204" charset="0"/>
                                </a:rPr>
                                <m:t>𝑥</m:t>
                              </m:r>
                              <m:r>
                                <a:rPr kumimoji="1" lang="zh-CN" altLang="en-US" sz="2800">
                                  <a:latin typeface="Cambria Math" panose="02040503050406030204" charset="0"/>
                                  <a:ea typeface="黑体" panose="02010609060101010101" pitchFamily="49" charset="-122"/>
                                  <a:cs typeface="Cambria Math" panose="02040503050406030204" charset="0"/>
                                </a:rPr>
                                <m:t>,</m:t>
                              </m:r>
                              <m:r>
                                <m:rPr>
                                  <m:sty m:val="p"/>
                                </m:rPr>
                                <a:rPr kumimoji="1" lang="zh-CN" altLang="en-US" sz="2800">
                                  <a:solidFill>
                                    <a:schemeClr val="tx1">
                                      <a:lumMod val="95000"/>
                                      <a:lumOff val="5000"/>
                                    </a:schemeClr>
                                  </a:solidFill>
                                  <a:latin typeface="Cambria Math" panose="02040503050406030204" charset="0"/>
                                  <a:ea typeface="黑体" panose="02010609060101010101" pitchFamily="49" charset="-122"/>
                                </a:rPr>
                                <m:t>Δ</m:t>
                              </m:r>
                              <m:r>
                                <a:rPr kumimoji="1" lang="zh-CN" altLang="en-US" sz="2800">
                                  <a:latin typeface="Cambria Math" panose="02040503050406030204" charset="0"/>
                                  <a:ea typeface="黑体" panose="02010609060101010101" pitchFamily="49" charset="-122"/>
                                  <a:cs typeface="Cambria Math" panose="02040503050406030204" charset="0"/>
                                </a:rPr>
                                <m:t>𝑦</m:t>
                              </m:r>
                              <m:r>
                                <a:rPr kumimoji="1" lang="zh-CN" altLang="en-US" sz="2800">
                                  <a:latin typeface="Cambria Math" panose="02040503050406030204" charset="0"/>
                                  <a:ea typeface="黑体" panose="02010609060101010101" pitchFamily="49" charset="-122"/>
                                  <a:cs typeface="Cambria Math" panose="02040503050406030204" charset="0"/>
                                </a:rPr>
                                <m:t>)→(</m:t>
                              </m:r>
                              <m:r>
                                <a:rPr kumimoji="1" lang="en-US" altLang="zh-CN" sz="2800" b="0" i="1" smtClean="0">
                                  <a:latin typeface="Cambria Math" panose="02040503050406030204" charset="0"/>
                                  <a:ea typeface="黑体" panose="02010609060101010101" pitchFamily="49" charset="-122"/>
                                  <a:cs typeface="Cambria Math" panose="02040503050406030204" charset="0"/>
                                </a:rPr>
                                <m:t>0</m:t>
                              </m:r>
                              <m:r>
                                <a:rPr kumimoji="1" lang="zh-CN" altLang="en-US" sz="2800">
                                  <a:latin typeface="Cambria Math" panose="02040503050406030204" charset="0"/>
                                  <a:ea typeface="黑体" panose="02010609060101010101" pitchFamily="49" charset="-122"/>
                                  <a:cs typeface="Cambria Math" panose="02040503050406030204" charset="0"/>
                                </a:rPr>
                                <m:t>,</m:t>
                              </m:r>
                              <m:r>
                                <a:rPr kumimoji="1" lang="en-US" altLang="zh-CN" sz="2800" b="0" i="1" smtClean="0">
                                  <a:latin typeface="Cambria Math" panose="02040503050406030204" charset="0"/>
                                  <a:ea typeface="黑体" panose="02010609060101010101" pitchFamily="49" charset="-122"/>
                                  <a:cs typeface="Cambria Math" panose="02040503050406030204" charset="0"/>
                                </a:rPr>
                                <m:t>0</m:t>
                              </m:r>
                              <m:r>
                                <a:rPr kumimoji="1" lang="zh-CN" altLang="en-US" sz="2800">
                                  <a:latin typeface="Cambria Math" panose="02040503050406030204" charset="0"/>
                                  <a:ea typeface="黑体" panose="02010609060101010101" pitchFamily="49" charset="-122"/>
                                  <a:cs typeface="Cambria Math" panose="02040503050406030204" charset="0"/>
                                </a:rPr>
                                <m:t>)</m:t>
                              </m:r>
                            </m:lim>
                          </m:limLow>
                        </m:fName>
                        <m:e>
                          <m:r>
                            <m:rPr>
                              <m:sty m:val="p"/>
                            </m:rPr>
                            <a:rPr kumimoji="1" lang="zh-CN" altLang="en-US" sz="2800">
                              <a:solidFill>
                                <a:schemeClr val="tx1">
                                  <a:lumMod val="95000"/>
                                  <a:lumOff val="5000"/>
                                </a:schemeClr>
                              </a:solidFill>
                              <a:latin typeface="Cambria Math" panose="02040503050406030204" charset="0"/>
                              <a:ea typeface="黑体" panose="02010609060101010101" pitchFamily="49" charset="-122"/>
                            </a:rPr>
                            <m:t>Δ</m:t>
                          </m:r>
                          <m:r>
                            <a:rPr kumimoji="1" lang="zh-CN" altLang="en-US" sz="2800">
                              <a:solidFill>
                                <a:schemeClr val="tx1">
                                  <a:lumMod val="95000"/>
                                  <a:lumOff val="5000"/>
                                </a:schemeClr>
                              </a:solidFill>
                              <a:latin typeface="Cambria Math" panose="02040503050406030204" charset="0"/>
                              <a:ea typeface="黑体" panose="02010609060101010101" pitchFamily="49" charset="-122"/>
                            </a:rPr>
                            <m:t>𝑧</m:t>
                          </m:r>
                        </m:e>
                      </m:func>
                    </m:oMath>
                  </m:oMathPara>
                </a14:m>
                <a:endParaRPr kumimoji="1" lang="zh-CN" altLang="en-US" sz="2800" dirty="0">
                  <a:solidFill>
                    <a:schemeClr val="tx1">
                      <a:lumMod val="95000"/>
                      <a:lumOff val="5000"/>
                    </a:schemeClr>
                  </a:solidFill>
                  <a:latin typeface="Cambria Math" panose="02040503050406030204" charset="0"/>
                  <a:ea typeface="黑体" panose="02010609060101010101" pitchFamily="49" charset="-122"/>
                </a:endParaRPr>
              </a:p>
            </p:txBody>
          </p:sp>
        </mc:Choice>
        <mc:Fallback>
          <p:sp>
            <p:nvSpPr>
              <p:cNvPr id="9" name="Object 29"/>
              <p:cNvSpPr txBox="1">
                <a:spLocks noRot="1" noChangeAspect="1" noMove="1" noResize="1" noEditPoints="1" noAdjustHandles="1" noChangeArrowheads="1" noChangeShapeType="1" noTextEdit="1"/>
              </p:cNvSpPr>
              <p:nvPr/>
            </p:nvSpPr>
            <p:spPr bwMode="auto">
              <a:xfrm>
                <a:off x="1870364" y="2135310"/>
                <a:ext cx="2039282" cy="939800"/>
              </a:xfrm>
              <a:prstGeom prst="rect">
                <a:avLst/>
              </a:prstGeom>
              <a:blipFill rotWithShape="1">
                <a:blip r:embed="rId4"/>
                <a:stretch>
                  <a:fillRect l="-14" t="-47" r="-4580" b="47"/>
                </a:stretch>
              </a:blipFill>
              <a:ln>
                <a:noFill/>
              </a:ln>
              <a:effectLst/>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0" name="Object 30"/>
              <p:cNvSpPr txBox="1"/>
              <p:nvPr/>
            </p:nvSpPr>
            <p:spPr bwMode="auto">
              <a:xfrm>
                <a:off x="8507102" y="2142528"/>
                <a:ext cx="792195" cy="462682"/>
              </a:xfrm>
              <a:prstGeom prst="rect">
                <a:avLst/>
              </a:prstGeom>
              <a:noFill/>
              <a:ln>
                <a:noFill/>
              </a:ln>
              <a:effectLst/>
            </p:spPr>
            <p:txBody>
              <a:bodyPr>
                <a:noAutofit/>
              </a:bodyPr>
              <a:lstStyle/>
              <a:p>
                <a14:m>
                  <m:oMathPara xmlns:m="http://schemas.openxmlformats.org/officeDocument/2006/math">
                    <m:oMathParaPr>
                      <m:jc m:val="left"/>
                    </m:oMathParaPr>
                    <m:oMath xmlns:m="http://schemas.openxmlformats.org/officeDocument/2006/math">
                      <m:r>
                        <a:rPr kumimoji="1" lang="zh-CN" altLang="en-US" sz="2800">
                          <a:solidFill>
                            <a:schemeClr val="tx1">
                              <a:lumMod val="95000"/>
                              <a:lumOff val="5000"/>
                            </a:schemeClr>
                          </a:solidFill>
                          <a:latin typeface="Cambria Math" panose="02040503050406030204" charset="0"/>
                          <a:ea typeface="黑体" panose="02010609060101010101" pitchFamily="49" charset="-122"/>
                        </a:rPr>
                        <m:t>=</m:t>
                      </m:r>
                      <m:r>
                        <a:rPr kumimoji="1" lang="zh-CN" altLang="en-US" sz="2800">
                          <a:solidFill>
                            <a:schemeClr val="tx1">
                              <a:lumMod val="95000"/>
                              <a:lumOff val="5000"/>
                            </a:schemeClr>
                          </a:solidFill>
                          <a:latin typeface="Cambria Math" panose="02040503050406030204" charset="0"/>
                          <a:ea typeface="黑体" panose="02010609060101010101" pitchFamily="49" charset="-122"/>
                        </a:rPr>
                        <m:t>0</m:t>
                      </m:r>
                      <m:r>
                        <a:rPr kumimoji="1" lang="zh-CN" altLang="en-US" sz="2800">
                          <a:solidFill>
                            <a:schemeClr val="tx1">
                              <a:lumMod val="95000"/>
                              <a:lumOff val="5000"/>
                            </a:schemeClr>
                          </a:solidFill>
                          <a:latin typeface="Cambria Math" panose="02040503050406030204" charset="0"/>
                          <a:ea typeface="黑体" panose="02010609060101010101" pitchFamily="49" charset="-122"/>
                        </a:rPr>
                        <m:t>,</m:t>
                      </m:r>
                    </m:oMath>
                  </m:oMathPara>
                </a14:m>
                <a:endParaRPr kumimoji="1" lang="zh-CN" altLang="en-US" sz="2800" dirty="0">
                  <a:solidFill>
                    <a:schemeClr val="tx1">
                      <a:lumMod val="95000"/>
                      <a:lumOff val="5000"/>
                    </a:schemeClr>
                  </a:solidFill>
                  <a:latin typeface="Cambria Math" panose="02040503050406030204" charset="0"/>
                  <a:ea typeface="黑体" panose="02010609060101010101" pitchFamily="49" charset="-122"/>
                </a:endParaRPr>
              </a:p>
            </p:txBody>
          </p:sp>
        </mc:Choice>
        <mc:Fallback>
          <p:sp>
            <p:nvSpPr>
              <p:cNvPr id="10" name="Object 30"/>
              <p:cNvSpPr txBox="1">
                <a:spLocks noRot="1" noChangeAspect="1" noMove="1" noResize="1" noEditPoints="1" noAdjustHandles="1" noChangeArrowheads="1" noChangeShapeType="1" noTextEdit="1"/>
              </p:cNvSpPr>
              <p:nvPr/>
            </p:nvSpPr>
            <p:spPr bwMode="auto">
              <a:xfrm>
                <a:off x="8507102" y="2142528"/>
                <a:ext cx="792195" cy="462682"/>
              </a:xfrm>
              <a:prstGeom prst="rect">
                <a:avLst/>
              </a:prstGeom>
              <a:blipFill rotWithShape="1">
                <a:blip r:embed="rId5"/>
                <a:stretch>
                  <a:fillRect l="-1" t="-8" r="45" b="-2101"/>
                </a:stretch>
              </a:blipFill>
              <a:ln>
                <a:noFill/>
              </a:ln>
              <a:effectLst/>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1" name="Object 31"/>
              <p:cNvSpPr txBox="1"/>
              <p:nvPr/>
            </p:nvSpPr>
            <p:spPr bwMode="auto">
              <a:xfrm>
                <a:off x="7260742" y="3159860"/>
                <a:ext cx="1642457" cy="484188"/>
              </a:xfrm>
              <a:prstGeom prst="rect">
                <a:avLst/>
              </a:prstGeom>
              <a:noFill/>
              <a:ln>
                <a:noFill/>
              </a:ln>
              <a:effectLst/>
            </p:spPr>
            <p:txBody>
              <a:bodyPr>
                <a:noAutofit/>
              </a:bodyPr>
              <a:lstStyle/>
              <a:p>
                <a14:m>
                  <m:oMathPara xmlns:m="http://schemas.openxmlformats.org/officeDocument/2006/math">
                    <m:oMathParaPr>
                      <m:jc m:val="left"/>
                    </m:oMathParaPr>
                    <m:oMath xmlns:m="http://schemas.openxmlformats.org/officeDocument/2006/math">
                      <m:r>
                        <a:rPr kumimoji="1" lang="zh-CN" altLang="en-US" sz="2800">
                          <a:solidFill>
                            <a:schemeClr val="tx1">
                              <a:lumMod val="95000"/>
                              <a:lumOff val="5000"/>
                            </a:schemeClr>
                          </a:solidFill>
                          <a:latin typeface="Cambria Math" panose="02040503050406030204" charset="0"/>
                          <a:ea typeface="黑体" panose="02010609060101010101" pitchFamily="49" charset="-122"/>
                        </a:rPr>
                        <m:t>=</m:t>
                      </m:r>
                      <m:r>
                        <a:rPr kumimoji="1" lang="zh-CN" altLang="en-US" sz="2800">
                          <a:solidFill>
                            <a:schemeClr val="tx1">
                              <a:lumMod val="95000"/>
                              <a:lumOff val="5000"/>
                            </a:schemeClr>
                          </a:solidFill>
                          <a:latin typeface="Cambria Math" panose="02040503050406030204" charset="0"/>
                          <a:ea typeface="黑体" panose="02010609060101010101" pitchFamily="49" charset="-122"/>
                        </a:rPr>
                        <m:t>𝑓</m:t>
                      </m:r>
                      <m:r>
                        <a:rPr kumimoji="1" lang="zh-CN" altLang="en-US" sz="2800">
                          <a:solidFill>
                            <a:schemeClr val="tx1">
                              <a:lumMod val="95000"/>
                              <a:lumOff val="5000"/>
                            </a:schemeClr>
                          </a:solidFill>
                          <a:latin typeface="Cambria Math" panose="02040503050406030204" charset="0"/>
                          <a:ea typeface="黑体" panose="02010609060101010101" pitchFamily="49" charset="-122"/>
                        </a:rPr>
                        <m:t>(</m:t>
                      </m:r>
                      <m:r>
                        <a:rPr kumimoji="1" lang="zh-CN" altLang="en-US" sz="2800">
                          <a:solidFill>
                            <a:schemeClr val="tx1">
                              <a:lumMod val="95000"/>
                              <a:lumOff val="5000"/>
                            </a:schemeClr>
                          </a:solidFill>
                          <a:latin typeface="Cambria Math" panose="02040503050406030204" charset="0"/>
                          <a:ea typeface="黑体" panose="02010609060101010101" pitchFamily="49" charset="-122"/>
                        </a:rPr>
                        <m:t>𝑥</m:t>
                      </m:r>
                      <m:r>
                        <a:rPr kumimoji="1" lang="zh-CN" altLang="en-US" sz="2800">
                          <a:solidFill>
                            <a:schemeClr val="tx1">
                              <a:lumMod val="95000"/>
                              <a:lumOff val="5000"/>
                            </a:schemeClr>
                          </a:solidFill>
                          <a:latin typeface="Cambria Math" panose="02040503050406030204" charset="0"/>
                          <a:ea typeface="黑体" panose="02010609060101010101" pitchFamily="49" charset="-122"/>
                        </a:rPr>
                        <m:t>,</m:t>
                      </m:r>
                      <m:r>
                        <a:rPr kumimoji="1" lang="zh-CN" altLang="en-US" sz="2800">
                          <a:solidFill>
                            <a:schemeClr val="tx1">
                              <a:lumMod val="95000"/>
                              <a:lumOff val="5000"/>
                            </a:schemeClr>
                          </a:solidFill>
                          <a:latin typeface="Cambria Math" panose="02040503050406030204" charset="0"/>
                          <a:ea typeface="黑体" panose="02010609060101010101" pitchFamily="49" charset="-122"/>
                        </a:rPr>
                        <m:t>𝑦</m:t>
                      </m:r>
                      <m:r>
                        <a:rPr kumimoji="1" lang="zh-CN" altLang="en-US" sz="2800">
                          <a:solidFill>
                            <a:schemeClr val="tx1">
                              <a:lumMod val="95000"/>
                              <a:lumOff val="5000"/>
                            </a:schemeClr>
                          </a:solidFill>
                          <a:latin typeface="Cambria Math" panose="02040503050406030204" charset="0"/>
                          <a:ea typeface="黑体" panose="02010609060101010101" pitchFamily="49" charset="-122"/>
                        </a:rPr>
                        <m:t>),</m:t>
                      </m:r>
                    </m:oMath>
                  </m:oMathPara>
                </a14:m>
                <a:endParaRPr kumimoji="1" lang="zh-CN" altLang="en-US" sz="2800" dirty="0">
                  <a:solidFill>
                    <a:schemeClr val="tx1">
                      <a:lumMod val="95000"/>
                      <a:lumOff val="5000"/>
                    </a:schemeClr>
                  </a:solidFill>
                  <a:latin typeface="Cambria Math" panose="02040503050406030204" charset="0"/>
                  <a:ea typeface="黑体" panose="02010609060101010101" pitchFamily="49" charset="-122"/>
                </a:endParaRPr>
              </a:p>
            </p:txBody>
          </p:sp>
        </mc:Choice>
        <mc:Fallback>
          <p:sp>
            <p:nvSpPr>
              <p:cNvPr id="11" name="Object 31"/>
              <p:cNvSpPr txBox="1">
                <a:spLocks noRot="1" noChangeAspect="1" noMove="1" noResize="1" noEditPoints="1" noAdjustHandles="1" noChangeArrowheads="1" noChangeShapeType="1" noTextEdit="1"/>
              </p:cNvSpPr>
              <p:nvPr/>
            </p:nvSpPr>
            <p:spPr bwMode="auto">
              <a:xfrm>
                <a:off x="7260742" y="3159860"/>
                <a:ext cx="1642457" cy="484188"/>
              </a:xfrm>
              <a:prstGeom prst="rect">
                <a:avLst/>
              </a:prstGeom>
              <a:blipFill rotWithShape="1">
                <a:blip r:embed="rId6"/>
                <a:stretch>
                  <a:fillRect l="-9" t="-21" r="30" b="86"/>
                </a:stretch>
              </a:blipFill>
              <a:ln>
                <a:noFill/>
              </a:ln>
              <a:effectLst/>
            </p:spPr>
            <p:txBody>
              <a:bodyPr/>
              <a:lstStyle/>
              <a:p>
                <a:r>
                  <a:rPr lang="zh-CN" altLang="en-US">
                    <a:noFill/>
                  </a:rPr>
                  <a:t> </a:t>
                </a:r>
              </a:p>
            </p:txBody>
          </p:sp>
        </mc:Fallback>
      </mc:AlternateContent>
      <p:sp>
        <p:nvSpPr>
          <p:cNvPr id="12" name="Text Box 33"/>
          <p:cNvSpPr txBox="1">
            <a:spLocks noChangeArrowheads="1"/>
          </p:cNvSpPr>
          <p:nvPr/>
        </p:nvSpPr>
        <p:spPr bwMode="auto">
          <a:xfrm>
            <a:off x="7375158" y="4765798"/>
            <a:ext cx="2743200" cy="51911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marL="0" marR="0" lvl="0" indent="0" algn="l" defTabSz="914400" rtl="0" eaLnBrk="1" fontAlgn="base" latinLnBrk="0" hangingPunct="1">
              <a:lnSpc>
                <a:spcPct val="100000"/>
              </a:lnSpc>
              <a:spcBef>
                <a:spcPct val="50000"/>
              </a:spcBef>
              <a:spcAft>
                <a:spcPct val="0"/>
              </a:spcAft>
              <a:buClrTx/>
              <a:buSzTx/>
              <a:buFontTx/>
              <a:buNone/>
              <a:defRPr/>
            </a:pPr>
            <a:r>
              <a:rPr kumimoji="1" lang="zh-CN" altLang="en-US" sz="2800" dirty="0">
                <a:solidFill>
                  <a:schemeClr val="tx1">
                    <a:lumMod val="95000"/>
                    <a:lumOff val="5000"/>
                  </a:schemeClr>
                </a:solidFill>
                <a:latin typeface="Cambria Math" panose="02040503050406030204" charset="0"/>
                <a:ea typeface="黑体" panose="02010609060101010101" pitchFamily="49" charset="-122"/>
                <a:sym typeface="+mn-lt"/>
              </a:rPr>
              <a:t>函数在该点连续</a:t>
            </a:r>
            <a:r>
              <a:rPr kumimoji="1" lang="en-US" altLang="zh-CN" sz="2800" dirty="0">
                <a:solidFill>
                  <a:schemeClr val="tx1">
                    <a:lumMod val="95000"/>
                    <a:lumOff val="5000"/>
                  </a:schemeClr>
                </a:solidFill>
                <a:latin typeface="Cambria Math" panose="02040503050406030204" charset="0"/>
                <a:ea typeface="黑体" panose="02010609060101010101" pitchFamily="49" charset="-122"/>
                <a:sym typeface="+mn-lt"/>
              </a:rPr>
              <a:t>.</a:t>
            </a:r>
            <a:endParaRPr kumimoji="1" lang="zh-CN" altLang="en-US" sz="2800" dirty="0">
              <a:solidFill>
                <a:schemeClr val="tx1">
                  <a:lumMod val="95000"/>
                  <a:lumOff val="5000"/>
                </a:schemeClr>
              </a:solidFill>
              <a:latin typeface="Cambria Math" panose="02040503050406030204" charset="0"/>
              <a:ea typeface="黑体" panose="02010609060101010101" pitchFamily="49" charset="-122"/>
              <a:sym typeface="+mn-lt"/>
            </a:endParaRPr>
          </a:p>
        </p:txBody>
      </p:sp>
      <p:sp>
        <p:nvSpPr>
          <p:cNvPr id="13" name="AutoShape 34"/>
          <p:cNvSpPr>
            <a:spLocks noChangeArrowheads="1"/>
          </p:cNvSpPr>
          <p:nvPr/>
        </p:nvSpPr>
        <p:spPr bwMode="auto">
          <a:xfrm>
            <a:off x="6315978" y="4962647"/>
            <a:ext cx="1066800" cy="152400"/>
          </a:xfrm>
          <a:prstGeom prst="rightArrow">
            <a:avLst>
              <a:gd name="adj1" fmla="val 50000"/>
              <a:gd name="adj2" fmla="val 175000"/>
            </a:avLst>
          </a:prstGeom>
          <a:solidFill>
            <a:srgbClr val="04926A"/>
          </a:solidFill>
          <a:ln w="9525">
            <a:noFill/>
            <a:miter lim="800000"/>
          </a:ln>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en-US" sz="4800" b="0" i="0" u="none" strike="noStrike" kern="1200" cap="none" spc="0" normalizeH="0" baseline="0" noProof="0">
              <a:ln>
                <a:noFill/>
              </a:ln>
              <a:solidFill>
                <a:prstClr val="black"/>
              </a:solidFill>
              <a:effectLst/>
              <a:uLnTx/>
              <a:uFillTx/>
              <a:latin typeface="Times New Roman" panose="02020603050405020304"/>
              <a:ea typeface="黑体" panose="02010609060101010101" pitchFamily="49" charset="-122"/>
              <a:cs typeface="+mn-ea"/>
              <a:sym typeface="+mn-lt"/>
            </a:endParaRPr>
          </a:p>
        </p:txBody>
      </p:sp>
      <p:sp>
        <p:nvSpPr>
          <p:cNvPr id="14" name="Text Box 48"/>
          <p:cNvSpPr txBox="1">
            <a:spLocks noChangeArrowheads="1"/>
          </p:cNvSpPr>
          <p:nvPr/>
        </p:nvSpPr>
        <p:spPr bwMode="auto">
          <a:xfrm>
            <a:off x="1960196" y="4308598"/>
            <a:ext cx="53975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1" lang="zh-CN" altLang="en-US" sz="2800" dirty="0">
                <a:solidFill>
                  <a:schemeClr val="tx1">
                    <a:lumMod val="95000"/>
                    <a:lumOff val="5000"/>
                  </a:schemeClr>
                </a:solidFill>
                <a:latin typeface="Cambria Math" panose="02040503050406030204" charset="0"/>
                <a:ea typeface="黑体" panose="02010609060101010101" pitchFamily="49" charset="-122"/>
                <a:sym typeface="+mn-lt"/>
              </a:rPr>
              <a:t>即</a:t>
            </a:r>
            <a:endParaRPr kumimoji="1" lang="zh-CN" altLang="en-US" sz="2800" dirty="0">
              <a:solidFill>
                <a:schemeClr val="tx1">
                  <a:lumMod val="95000"/>
                  <a:lumOff val="5000"/>
                </a:schemeClr>
              </a:solidFill>
              <a:latin typeface="Cambria Math" panose="02040503050406030204" charset="0"/>
              <a:ea typeface="黑体" panose="02010609060101010101" pitchFamily="49" charset="-122"/>
              <a:sym typeface="+mn-lt"/>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wipe(left)">
                                      <p:cBhvr>
                                        <p:cTn id="7" dur="500"/>
                                        <p:tgtEl>
                                          <p:spTgt spid="27"/>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wipe(left)">
                                      <p:cBhvr>
                                        <p:cTn id="10" dur="500"/>
                                        <p:tgtEl>
                                          <p:spTgt spid="7"/>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8"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wipe(left)">
                                      <p:cBhvr>
                                        <p:cTn id="15" dur="500"/>
                                        <p:tgtEl>
                                          <p:spTgt spid="9"/>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grpId="0" nodeType="clickEffect">
                                  <p:stCondLst>
                                    <p:cond delay="0"/>
                                  </p:stCondLst>
                                  <p:childTnLst>
                                    <p:set>
                                      <p:cBhvr>
                                        <p:cTn id="19" dur="1" fill="hold">
                                          <p:stCondLst>
                                            <p:cond delay="0"/>
                                          </p:stCondLst>
                                        </p:cTn>
                                        <p:tgtEl>
                                          <p:spTgt spid="3"/>
                                        </p:tgtEl>
                                        <p:attrNameLst>
                                          <p:attrName>style.visibility</p:attrName>
                                        </p:attrNameLst>
                                      </p:cBhvr>
                                      <p:to>
                                        <p:strVal val="visible"/>
                                      </p:to>
                                    </p:set>
                                    <p:animEffect transition="in" filter="wipe(left)">
                                      <p:cBhvr>
                                        <p:cTn id="20" dur="500"/>
                                        <p:tgtEl>
                                          <p:spTgt spid="3"/>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grpId="0" nodeType="clickEffect">
                                  <p:stCondLst>
                                    <p:cond delay="0"/>
                                  </p:stCondLst>
                                  <p:childTnLst>
                                    <p:set>
                                      <p:cBhvr>
                                        <p:cTn id="24" dur="1" fill="hold">
                                          <p:stCondLst>
                                            <p:cond delay="0"/>
                                          </p:stCondLst>
                                        </p:cTn>
                                        <p:tgtEl>
                                          <p:spTgt spid="10"/>
                                        </p:tgtEl>
                                        <p:attrNameLst>
                                          <p:attrName>style.visibility</p:attrName>
                                        </p:attrNameLst>
                                      </p:cBhvr>
                                      <p:to>
                                        <p:strVal val="visible"/>
                                      </p:to>
                                    </p:set>
                                    <p:animEffect transition="in" filter="wipe(left)">
                                      <p:cBhvr>
                                        <p:cTn id="25" dur="500"/>
                                        <p:tgtEl>
                                          <p:spTgt spid="10"/>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8" fill="hold" grpId="0" nodeType="clickEffect">
                                  <p:stCondLst>
                                    <p:cond delay="0"/>
                                  </p:stCondLst>
                                  <p:childTnLst>
                                    <p:set>
                                      <p:cBhvr>
                                        <p:cTn id="29" dur="1" fill="hold">
                                          <p:stCondLst>
                                            <p:cond delay="0"/>
                                          </p:stCondLst>
                                        </p:cTn>
                                        <p:tgtEl>
                                          <p:spTgt spid="8"/>
                                        </p:tgtEl>
                                        <p:attrNameLst>
                                          <p:attrName>style.visibility</p:attrName>
                                        </p:attrNameLst>
                                      </p:cBhvr>
                                      <p:to>
                                        <p:strVal val="visible"/>
                                      </p:to>
                                    </p:set>
                                    <p:animEffect transition="in" filter="wipe(left)">
                                      <p:cBhvr>
                                        <p:cTn id="30" dur="500"/>
                                        <p:tgtEl>
                                          <p:spTgt spid="8"/>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8" fill="hold" grpId="0" nodeType="clickEffect">
                                  <p:stCondLst>
                                    <p:cond delay="0"/>
                                  </p:stCondLst>
                                  <p:childTnLst>
                                    <p:set>
                                      <p:cBhvr>
                                        <p:cTn id="34" dur="1" fill="hold">
                                          <p:stCondLst>
                                            <p:cond delay="0"/>
                                          </p:stCondLst>
                                        </p:cTn>
                                        <p:tgtEl>
                                          <p:spTgt spid="6"/>
                                        </p:tgtEl>
                                        <p:attrNameLst>
                                          <p:attrName>style.visibility</p:attrName>
                                        </p:attrNameLst>
                                      </p:cBhvr>
                                      <p:to>
                                        <p:strVal val="visible"/>
                                      </p:to>
                                    </p:set>
                                    <p:animEffect transition="in" filter="wipe(left)">
                                      <p:cBhvr>
                                        <p:cTn id="35" dur="500"/>
                                        <p:tgtEl>
                                          <p:spTgt spid="6"/>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8" fill="hold" grpId="0" nodeType="clickEffect">
                                  <p:stCondLst>
                                    <p:cond delay="0"/>
                                  </p:stCondLst>
                                  <p:childTnLst>
                                    <p:set>
                                      <p:cBhvr>
                                        <p:cTn id="39" dur="1" fill="hold">
                                          <p:stCondLst>
                                            <p:cond delay="0"/>
                                          </p:stCondLst>
                                        </p:cTn>
                                        <p:tgtEl>
                                          <p:spTgt spid="11"/>
                                        </p:tgtEl>
                                        <p:attrNameLst>
                                          <p:attrName>style.visibility</p:attrName>
                                        </p:attrNameLst>
                                      </p:cBhvr>
                                      <p:to>
                                        <p:strVal val="visible"/>
                                      </p:to>
                                    </p:set>
                                    <p:animEffect transition="in" filter="wipe(left)">
                                      <p:cBhvr>
                                        <p:cTn id="40" dur="500"/>
                                        <p:tgtEl>
                                          <p:spTgt spid="11"/>
                                        </p:tgtEl>
                                      </p:cBhvr>
                                    </p:animEffect>
                                  </p:childTnLst>
                                </p:cTn>
                              </p:par>
                            </p:childTnLst>
                          </p:cTn>
                        </p:par>
                      </p:childTnLst>
                    </p:cTn>
                  </p:par>
                  <p:par>
                    <p:cTn id="41" fill="hold">
                      <p:stCondLst>
                        <p:cond delay="indefinite"/>
                      </p:stCondLst>
                      <p:childTnLst>
                        <p:par>
                          <p:cTn id="42" fill="hold">
                            <p:stCondLst>
                              <p:cond delay="0"/>
                            </p:stCondLst>
                            <p:childTnLst>
                              <p:par>
                                <p:cTn id="43" presetID="22" presetClass="entr" presetSubtype="8" fill="hold" grpId="0" nodeType="clickEffect">
                                  <p:stCondLst>
                                    <p:cond delay="0"/>
                                  </p:stCondLst>
                                  <p:childTnLst>
                                    <p:set>
                                      <p:cBhvr>
                                        <p:cTn id="44" dur="1" fill="hold">
                                          <p:stCondLst>
                                            <p:cond delay="0"/>
                                          </p:stCondLst>
                                        </p:cTn>
                                        <p:tgtEl>
                                          <p:spTgt spid="14"/>
                                        </p:tgtEl>
                                        <p:attrNameLst>
                                          <p:attrName>style.visibility</p:attrName>
                                        </p:attrNameLst>
                                      </p:cBhvr>
                                      <p:to>
                                        <p:strVal val="visible"/>
                                      </p:to>
                                    </p:set>
                                    <p:animEffect transition="in" filter="wipe(left)">
                                      <p:cBhvr>
                                        <p:cTn id="45" dur="500"/>
                                        <p:tgtEl>
                                          <p:spTgt spid="14"/>
                                        </p:tgtEl>
                                      </p:cBhvr>
                                    </p:animEffect>
                                  </p:childTnLst>
                                </p:cTn>
                              </p:par>
                            </p:childTnLst>
                          </p:cTn>
                        </p:par>
                        <p:par>
                          <p:cTn id="46" fill="hold">
                            <p:stCondLst>
                              <p:cond delay="500"/>
                            </p:stCondLst>
                            <p:childTnLst>
                              <p:par>
                                <p:cTn id="47" presetID="22" presetClass="entr" presetSubtype="8" fill="hold" grpId="0" nodeType="afterEffect">
                                  <p:stCondLst>
                                    <p:cond delay="0"/>
                                  </p:stCondLst>
                                  <p:childTnLst>
                                    <p:set>
                                      <p:cBhvr>
                                        <p:cTn id="48" dur="1" fill="hold">
                                          <p:stCondLst>
                                            <p:cond delay="0"/>
                                          </p:stCondLst>
                                        </p:cTn>
                                        <p:tgtEl>
                                          <p:spTgt spid="4"/>
                                        </p:tgtEl>
                                        <p:attrNameLst>
                                          <p:attrName>style.visibility</p:attrName>
                                        </p:attrNameLst>
                                      </p:cBhvr>
                                      <p:to>
                                        <p:strVal val="visible"/>
                                      </p:to>
                                    </p:set>
                                    <p:animEffect transition="in" filter="wipe(left)">
                                      <p:cBhvr>
                                        <p:cTn id="49" dur="500"/>
                                        <p:tgtEl>
                                          <p:spTgt spid="4"/>
                                        </p:tgtEl>
                                      </p:cBhvr>
                                    </p:animEffect>
                                  </p:childTnLst>
                                </p:cTn>
                              </p:par>
                            </p:childTnLst>
                          </p:cTn>
                        </p:par>
                      </p:childTnLst>
                    </p:cTn>
                  </p:par>
                  <p:par>
                    <p:cTn id="50" fill="hold">
                      <p:stCondLst>
                        <p:cond delay="indefinite"/>
                      </p:stCondLst>
                      <p:childTnLst>
                        <p:par>
                          <p:cTn id="51" fill="hold">
                            <p:stCondLst>
                              <p:cond delay="0"/>
                            </p:stCondLst>
                            <p:childTnLst>
                              <p:par>
                                <p:cTn id="52" presetID="22" presetClass="entr" presetSubtype="8" fill="hold" grpId="0" nodeType="clickEffect">
                                  <p:stCondLst>
                                    <p:cond delay="0"/>
                                  </p:stCondLst>
                                  <p:childTnLst>
                                    <p:set>
                                      <p:cBhvr>
                                        <p:cTn id="53" dur="1" fill="hold">
                                          <p:stCondLst>
                                            <p:cond delay="0"/>
                                          </p:stCondLst>
                                        </p:cTn>
                                        <p:tgtEl>
                                          <p:spTgt spid="5"/>
                                        </p:tgtEl>
                                        <p:attrNameLst>
                                          <p:attrName>style.visibility</p:attrName>
                                        </p:attrNameLst>
                                      </p:cBhvr>
                                      <p:to>
                                        <p:strVal val="visible"/>
                                      </p:to>
                                    </p:set>
                                    <p:animEffect transition="in" filter="wipe(left)">
                                      <p:cBhvr>
                                        <p:cTn id="54" dur="500"/>
                                        <p:tgtEl>
                                          <p:spTgt spid="5"/>
                                        </p:tgtEl>
                                      </p:cBhvr>
                                    </p:animEffect>
                                  </p:childTnLst>
                                </p:cTn>
                              </p:par>
                            </p:childTnLst>
                          </p:cTn>
                        </p:par>
                      </p:childTnLst>
                    </p:cTn>
                  </p:par>
                  <p:par>
                    <p:cTn id="55" fill="hold">
                      <p:stCondLst>
                        <p:cond delay="indefinite"/>
                      </p:stCondLst>
                      <p:childTnLst>
                        <p:par>
                          <p:cTn id="56" fill="hold">
                            <p:stCondLst>
                              <p:cond delay="0"/>
                            </p:stCondLst>
                            <p:childTnLst>
                              <p:par>
                                <p:cTn id="57" presetID="22" presetClass="entr" presetSubtype="8" fill="hold" grpId="0" nodeType="clickEffect">
                                  <p:stCondLst>
                                    <p:cond delay="0"/>
                                  </p:stCondLst>
                                  <p:childTnLst>
                                    <p:set>
                                      <p:cBhvr>
                                        <p:cTn id="58" dur="1" fill="hold">
                                          <p:stCondLst>
                                            <p:cond delay="0"/>
                                          </p:stCondLst>
                                        </p:cTn>
                                        <p:tgtEl>
                                          <p:spTgt spid="13"/>
                                        </p:tgtEl>
                                        <p:attrNameLst>
                                          <p:attrName>style.visibility</p:attrName>
                                        </p:attrNameLst>
                                      </p:cBhvr>
                                      <p:to>
                                        <p:strVal val="visible"/>
                                      </p:to>
                                    </p:set>
                                    <p:animEffect transition="in" filter="wipe(left)">
                                      <p:cBhvr>
                                        <p:cTn id="59" dur="500"/>
                                        <p:tgtEl>
                                          <p:spTgt spid="13"/>
                                        </p:tgtEl>
                                      </p:cBhvr>
                                    </p:animEffect>
                                  </p:childTnLst>
                                </p:cTn>
                              </p:par>
                            </p:childTnLst>
                          </p:cTn>
                        </p:par>
                      </p:childTnLst>
                    </p:cTn>
                  </p:par>
                  <p:par>
                    <p:cTn id="60" fill="hold">
                      <p:stCondLst>
                        <p:cond delay="indefinite"/>
                      </p:stCondLst>
                      <p:childTnLst>
                        <p:par>
                          <p:cTn id="61" fill="hold">
                            <p:stCondLst>
                              <p:cond delay="0"/>
                            </p:stCondLst>
                            <p:childTnLst>
                              <p:par>
                                <p:cTn id="62" presetID="22" presetClass="entr" presetSubtype="8" fill="hold" grpId="0" nodeType="clickEffect">
                                  <p:stCondLst>
                                    <p:cond delay="0"/>
                                  </p:stCondLst>
                                  <p:childTnLst>
                                    <p:set>
                                      <p:cBhvr>
                                        <p:cTn id="63" dur="1" fill="hold">
                                          <p:stCondLst>
                                            <p:cond delay="0"/>
                                          </p:stCondLst>
                                        </p:cTn>
                                        <p:tgtEl>
                                          <p:spTgt spid="12"/>
                                        </p:tgtEl>
                                        <p:attrNameLst>
                                          <p:attrName>style.visibility</p:attrName>
                                        </p:attrNameLst>
                                      </p:cBhvr>
                                      <p:to>
                                        <p:strVal val="visible"/>
                                      </p:to>
                                    </p:set>
                                    <p:animEffect transition="in" filter="wipe(left)">
                                      <p:cBhvr>
                                        <p:cTn id="64"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animBg="1"/>
      <p:bldP spid="5" grpId="0"/>
      <p:bldP spid="6" grpId="0"/>
      <p:bldP spid="7" grpId="0"/>
      <p:bldP spid="8" grpId="0"/>
      <p:bldP spid="9" grpId="0"/>
      <p:bldP spid="10" grpId="0"/>
      <p:bldP spid="11" grpId="0"/>
      <p:bldP spid="12" grpId="0"/>
      <p:bldP spid="13" grpId="0" animBg="1"/>
      <p:bldP spid="14"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7" name="组合 16"/>
          <p:cNvGrpSpPr/>
          <p:nvPr/>
        </p:nvGrpSpPr>
        <p:grpSpPr>
          <a:xfrm>
            <a:off x="1111250" y="699135"/>
            <a:ext cx="9970770" cy="5509895"/>
            <a:chOff x="1649" y="2344"/>
            <a:chExt cx="16057" cy="7346"/>
          </a:xfrm>
        </p:grpSpPr>
        <p:sp>
          <p:nvSpPr>
            <p:cNvPr id="18" name="矩形 17"/>
            <p:cNvSpPr/>
            <p:nvPr/>
          </p:nvSpPr>
          <p:spPr>
            <a:xfrm>
              <a:off x="1821" y="2483"/>
              <a:ext cx="15885" cy="7207"/>
            </a:xfrm>
            <a:prstGeom prst="rect">
              <a:avLst/>
            </a:prstGeom>
            <a:solidFill>
              <a:schemeClr val="bg1">
                <a:lumMod val="8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矩形 18"/>
            <p:cNvSpPr/>
            <p:nvPr/>
          </p:nvSpPr>
          <p:spPr>
            <a:xfrm>
              <a:off x="1649" y="2344"/>
              <a:ext cx="15885" cy="7207"/>
            </a:xfrm>
            <a:prstGeom prst="rect">
              <a:avLst/>
            </a:prstGeom>
            <a:solidFill>
              <a:schemeClr val="bg1"/>
            </a:solidFill>
            <a:ln w="3175">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spcBef>
                  <a:spcPct val="50000"/>
                </a:spcBef>
              </a:pPr>
              <a:endParaRPr lang="zh-CN" altLang="en-US" sz="2800" dirty="0">
                <a:solidFill>
                  <a:srgbClr val="04926A"/>
                </a:solidFill>
                <a:latin typeface="黑体" panose="02010609060101010101" pitchFamily="49" charset="-122"/>
                <a:ea typeface="黑体" panose="02010609060101010101" pitchFamily="49" charset="-122"/>
                <a:sym typeface="+mn-ea"/>
              </a:endParaRPr>
            </a:p>
          </p:txBody>
        </p:sp>
      </p:grpSp>
      <p:sp>
        <p:nvSpPr>
          <p:cNvPr id="3" name="Text Box 8"/>
          <p:cNvSpPr txBox="1">
            <a:spLocks noChangeArrowheads="1"/>
          </p:cNvSpPr>
          <p:nvPr/>
        </p:nvSpPr>
        <p:spPr bwMode="auto">
          <a:xfrm>
            <a:off x="2972428" y="4307474"/>
            <a:ext cx="2590800" cy="5191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marL="0" marR="0" lvl="0" indent="0" algn="l" defTabSz="914400" rtl="0" eaLnBrk="1" fontAlgn="base" latinLnBrk="0" hangingPunct="1">
              <a:lnSpc>
                <a:spcPct val="100000"/>
              </a:lnSpc>
              <a:spcBef>
                <a:spcPct val="50000"/>
              </a:spcBef>
              <a:spcAft>
                <a:spcPct val="0"/>
              </a:spcAft>
              <a:buClrTx/>
              <a:buSzTx/>
              <a:buFontTx/>
              <a:buNone/>
              <a:defRPr/>
            </a:pPr>
            <a:r>
              <a:rPr kumimoji="1" lang="en-US" altLang="zh-CN" sz="2800" dirty="0">
                <a:solidFill>
                  <a:schemeClr val="tx1">
                    <a:lumMod val="95000"/>
                    <a:lumOff val="5000"/>
                  </a:schemeClr>
                </a:solidFill>
                <a:latin typeface="Cambria Math" panose="02040503050406030204" charset="0"/>
                <a:ea typeface="黑体" panose="02010609060101010101" pitchFamily="49" charset="-122"/>
                <a:sym typeface="+mn-lt"/>
              </a:rPr>
              <a:t>(2) </a:t>
            </a:r>
            <a:r>
              <a:rPr kumimoji="1" lang="zh-CN" altLang="en-US" sz="2800" dirty="0">
                <a:solidFill>
                  <a:schemeClr val="tx1">
                    <a:lumMod val="95000"/>
                    <a:lumOff val="5000"/>
                  </a:schemeClr>
                </a:solidFill>
                <a:latin typeface="Cambria Math" panose="02040503050406030204" charset="0"/>
                <a:ea typeface="黑体" panose="02010609060101010101" pitchFamily="49" charset="-122"/>
                <a:sym typeface="+mn-lt"/>
              </a:rPr>
              <a:t>偏导数连续</a:t>
            </a:r>
            <a:endParaRPr kumimoji="1" lang="zh-CN" altLang="en-US" sz="2800" dirty="0">
              <a:solidFill>
                <a:schemeClr val="tx1">
                  <a:lumMod val="95000"/>
                  <a:lumOff val="5000"/>
                </a:schemeClr>
              </a:solidFill>
              <a:latin typeface="Cambria Math" panose="02040503050406030204" charset="0"/>
              <a:ea typeface="黑体" panose="02010609060101010101" pitchFamily="49" charset="-122"/>
              <a:sym typeface="+mn-lt"/>
            </a:endParaRPr>
          </a:p>
        </p:txBody>
      </p:sp>
      <p:sp>
        <p:nvSpPr>
          <p:cNvPr id="4" name="Line 11"/>
          <p:cNvSpPr>
            <a:spLocks noChangeShapeType="1"/>
          </p:cNvSpPr>
          <p:nvPr/>
        </p:nvSpPr>
        <p:spPr bwMode="auto">
          <a:xfrm>
            <a:off x="5540368" y="4498751"/>
            <a:ext cx="1371600" cy="1587"/>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en-US" sz="4800" b="0" i="0" u="none" strike="noStrike" kern="1200" cap="none" spc="0" normalizeH="0" baseline="0" noProof="0">
              <a:ln>
                <a:noFill/>
              </a:ln>
              <a:solidFill>
                <a:prstClr val="black"/>
              </a:solidFill>
              <a:effectLst/>
              <a:uLnTx/>
              <a:uFillTx/>
              <a:latin typeface="Times New Roman" panose="02020603050405020304"/>
              <a:ea typeface="黑体" panose="02010609060101010101" pitchFamily="49" charset="-122"/>
              <a:cs typeface="+mn-ea"/>
              <a:sym typeface="+mn-lt"/>
            </a:endParaRPr>
          </a:p>
        </p:txBody>
      </p:sp>
      <p:sp>
        <p:nvSpPr>
          <p:cNvPr id="5" name="Text Box 6"/>
          <p:cNvSpPr txBox="1">
            <a:spLocks noChangeArrowheads="1"/>
          </p:cNvSpPr>
          <p:nvPr/>
        </p:nvSpPr>
        <p:spPr bwMode="auto">
          <a:xfrm>
            <a:off x="2972428" y="2792377"/>
            <a:ext cx="6781800" cy="51911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marL="0" marR="0" lvl="0" indent="0" algn="l" defTabSz="914400" rtl="0" eaLnBrk="1" fontAlgn="base" latinLnBrk="0" hangingPunct="1">
              <a:lnSpc>
                <a:spcPct val="100000"/>
              </a:lnSpc>
              <a:spcBef>
                <a:spcPct val="50000"/>
              </a:spcBef>
              <a:spcAft>
                <a:spcPct val="0"/>
              </a:spcAft>
              <a:buClrTx/>
              <a:buSzTx/>
              <a:buFontTx/>
              <a:buNone/>
              <a:defRPr/>
            </a:pPr>
            <a:r>
              <a:rPr kumimoji="1" lang="zh-CN" altLang="en-US" sz="2800" dirty="0">
                <a:solidFill>
                  <a:schemeClr val="tx1">
                    <a:lumMod val="95000"/>
                    <a:lumOff val="5000"/>
                  </a:schemeClr>
                </a:solidFill>
                <a:latin typeface="Cambria Math" panose="02040503050406030204" charset="0"/>
                <a:ea typeface="黑体" panose="02010609060101010101" pitchFamily="49" charset="-122"/>
                <a:sym typeface="+mn-lt"/>
              </a:rPr>
              <a:t>下面两个定理给出了可微与偏导数的关系</a:t>
            </a:r>
            <a:r>
              <a:rPr kumimoji="1" lang="en-US" altLang="zh-CN" sz="2800" dirty="0">
                <a:solidFill>
                  <a:schemeClr val="tx1">
                    <a:lumMod val="95000"/>
                    <a:lumOff val="5000"/>
                  </a:schemeClr>
                </a:solidFill>
                <a:latin typeface="Cambria Math" panose="02040503050406030204" charset="0"/>
                <a:ea typeface="黑体" panose="02010609060101010101" pitchFamily="49" charset="-122"/>
                <a:sym typeface="+mn-lt"/>
              </a:rPr>
              <a:t>:</a:t>
            </a:r>
            <a:endParaRPr kumimoji="1" lang="en-US" altLang="zh-CN" sz="2800" dirty="0">
              <a:solidFill>
                <a:schemeClr val="tx1">
                  <a:lumMod val="95000"/>
                  <a:lumOff val="5000"/>
                </a:schemeClr>
              </a:solidFill>
              <a:latin typeface="Cambria Math" panose="02040503050406030204" charset="0"/>
              <a:ea typeface="黑体" panose="02010609060101010101" pitchFamily="49" charset="-122"/>
              <a:sym typeface="+mn-lt"/>
            </a:endParaRPr>
          </a:p>
        </p:txBody>
      </p:sp>
      <p:sp>
        <p:nvSpPr>
          <p:cNvPr id="6" name="Text Box 7"/>
          <p:cNvSpPr txBox="1">
            <a:spLocks noChangeArrowheads="1"/>
          </p:cNvSpPr>
          <p:nvPr/>
        </p:nvSpPr>
        <p:spPr bwMode="auto">
          <a:xfrm>
            <a:off x="2972428" y="3549925"/>
            <a:ext cx="2209800" cy="5191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marL="0" marR="0" lvl="0" indent="0" algn="l" defTabSz="914400" rtl="0" eaLnBrk="1" fontAlgn="base" latinLnBrk="0" hangingPunct="1">
              <a:lnSpc>
                <a:spcPct val="100000"/>
              </a:lnSpc>
              <a:spcBef>
                <a:spcPct val="50000"/>
              </a:spcBef>
              <a:spcAft>
                <a:spcPct val="0"/>
              </a:spcAft>
              <a:buClrTx/>
              <a:buSzTx/>
              <a:buFontTx/>
              <a:buNone/>
              <a:defRPr/>
            </a:pPr>
            <a:r>
              <a:rPr kumimoji="1" lang="en-US" altLang="zh-CN" sz="2800" dirty="0">
                <a:solidFill>
                  <a:schemeClr val="tx1">
                    <a:lumMod val="95000"/>
                    <a:lumOff val="5000"/>
                  </a:schemeClr>
                </a:solidFill>
                <a:latin typeface="Cambria Math" panose="02040503050406030204" charset="0"/>
                <a:ea typeface="黑体" panose="02010609060101010101" pitchFamily="49" charset="-122"/>
                <a:sym typeface="+mn-lt"/>
              </a:rPr>
              <a:t>(1) </a:t>
            </a:r>
            <a:r>
              <a:rPr kumimoji="1" lang="zh-CN" altLang="en-US" sz="2800" dirty="0">
                <a:solidFill>
                  <a:schemeClr val="tx1">
                    <a:lumMod val="95000"/>
                    <a:lumOff val="5000"/>
                  </a:schemeClr>
                </a:solidFill>
                <a:latin typeface="Cambria Math" panose="02040503050406030204" charset="0"/>
                <a:ea typeface="黑体" panose="02010609060101010101" pitchFamily="49" charset="-122"/>
                <a:sym typeface="+mn-lt"/>
              </a:rPr>
              <a:t>函数可微</a:t>
            </a:r>
            <a:endParaRPr kumimoji="1" lang="zh-CN" altLang="en-US" sz="2800" dirty="0">
              <a:solidFill>
                <a:schemeClr val="tx1">
                  <a:lumMod val="95000"/>
                  <a:lumOff val="5000"/>
                </a:schemeClr>
              </a:solidFill>
              <a:latin typeface="Cambria Math" panose="02040503050406030204" charset="0"/>
              <a:ea typeface="黑体" panose="02010609060101010101" pitchFamily="49" charset="-122"/>
              <a:sym typeface="+mn-lt"/>
            </a:endParaRPr>
          </a:p>
        </p:txBody>
      </p:sp>
      <p:sp>
        <p:nvSpPr>
          <p:cNvPr id="7" name="Line 9"/>
          <p:cNvSpPr>
            <a:spLocks noChangeShapeType="1"/>
          </p:cNvSpPr>
          <p:nvPr/>
        </p:nvSpPr>
        <p:spPr bwMode="auto">
          <a:xfrm>
            <a:off x="5182107" y="3723427"/>
            <a:ext cx="1371600" cy="1588"/>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en-US" sz="4800" b="0" i="0" u="none" strike="noStrike" kern="1200" cap="none" spc="0" normalizeH="0" baseline="0" noProof="0">
              <a:ln>
                <a:noFill/>
              </a:ln>
              <a:solidFill>
                <a:prstClr val="black"/>
              </a:solidFill>
              <a:effectLst/>
              <a:uLnTx/>
              <a:uFillTx/>
              <a:latin typeface="Times New Roman" panose="02020603050405020304"/>
              <a:ea typeface="黑体" panose="02010609060101010101" pitchFamily="49" charset="-122"/>
              <a:cs typeface="+mn-ea"/>
              <a:sym typeface="+mn-lt"/>
            </a:endParaRPr>
          </a:p>
        </p:txBody>
      </p:sp>
      <p:grpSp>
        <p:nvGrpSpPr>
          <p:cNvPr id="8" name="Group 18"/>
          <p:cNvGrpSpPr/>
          <p:nvPr/>
        </p:nvGrpSpPr>
        <p:grpSpPr bwMode="auto">
          <a:xfrm>
            <a:off x="5540368" y="4576537"/>
            <a:ext cx="1371600" cy="228600"/>
            <a:chOff x="2400" y="3456"/>
            <a:chExt cx="864" cy="144"/>
          </a:xfrm>
        </p:grpSpPr>
        <p:sp>
          <p:nvSpPr>
            <p:cNvPr id="9" name="Line 13"/>
            <p:cNvSpPr>
              <a:spLocks noChangeShapeType="1"/>
            </p:cNvSpPr>
            <p:nvPr/>
          </p:nvSpPr>
          <p:spPr bwMode="auto">
            <a:xfrm flipH="1">
              <a:off x="2400" y="3504"/>
              <a:ext cx="864" cy="0"/>
            </a:xfrm>
            <a:prstGeom prst="line">
              <a:avLst/>
            </a:prstGeom>
            <a:noFill/>
            <a:ln w="19050">
              <a:solidFill>
                <a:srgbClr val="04926A"/>
              </a:solidFill>
              <a:round/>
              <a:tailEnd type="triangle" w="med" len="med"/>
            </a:ln>
            <a:extLst>
              <a:ext uri="{909E8E84-426E-40DD-AFC4-6F175D3DCCD1}">
                <a14:hiddenFill xmlns:a14="http://schemas.microsoft.com/office/drawing/2010/main">
                  <a:noFill/>
                </a14:hiddenFill>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en-US" sz="4800" b="0" i="0" u="none" strike="noStrike" kern="1200" cap="none" spc="0" normalizeH="0" baseline="0" noProof="0">
                <a:ln>
                  <a:noFill/>
                </a:ln>
                <a:solidFill>
                  <a:prstClr val="black"/>
                </a:solidFill>
                <a:effectLst/>
                <a:uLnTx/>
                <a:uFillTx/>
                <a:latin typeface="Times New Roman" panose="02020603050405020304"/>
                <a:ea typeface="黑体" panose="02010609060101010101" pitchFamily="49" charset="-122"/>
                <a:cs typeface="+mn-ea"/>
                <a:sym typeface="+mn-lt"/>
              </a:endParaRPr>
            </a:p>
          </p:txBody>
        </p:sp>
        <p:sp>
          <p:nvSpPr>
            <p:cNvPr id="10" name="Line 14"/>
            <p:cNvSpPr>
              <a:spLocks noChangeShapeType="1"/>
            </p:cNvSpPr>
            <p:nvPr/>
          </p:nvSpPr>
          <p:spPr bwMode="auto">
            <a:xfrm>
              <a:off x="2688" y="3456"/>
              <a:ext cx="288" cy="144"/>
            </a:xfrm>
            <a:prstGeom prst="line">
              <a:avLst/>
            </a:prstGeom>
            <a:noFill/>
            <a:ln w="19050">
              <a:solidFill>
                <a:srgbClr val="04926A"/>
              </a:solidFill>
              <a:round/>
            </a:ln>
            <a:extLst>
              <a:ext uri="{909E8E84-426E-40DD-AFC4-6F175D3DCCD1}">
                <a14:hiddenFill xmlns:a14="http://schemas.microsoft.com/office/drawing/2010/main">
                  <a:noFill/>
                </a14:hiddenFill>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en-US" sz="4800" b="0" i="0" u="none" strike="noStrike" kern="1200" cap="none" spc="0" normalizeH="0" baseline="0" noProof="0">
                <a:ln>
                  <a:noFill/>
                </a:ln>
                <a:solidFill>
                  <a:prstClr val="black"/>
                </a:solidFill>
                <a:effectLst/>
                <a:uLnTx/>
                <a:uFillTx/>
                <a:latin typeface="Times New Roman" panose="02020603050405020304"/>
                <a:ea typeface="黑体" panose="02010609060101010101" pitchFamily="49" charset="-122"/>
                <a:cs typeface="+mn-ea"/>
                <a:sym typeface="+mn-lt"/>
              </a:endParaRPr>
            </a:p>
          </p:txBody>
        </p:sp>
      </p:grpSp>
      <p:grpSp>
        <p:nvGrpSpPr>
          <p:cNvPr id="11" name="Group 17"/>
          <p:cNvGrpSpPr/>
          <p:nvPr/>
        </p:nvGrpSpPr>
        <p:grpSpPr bwMode="auto">
          <a:xfrm>
            <a:off x="5182107" y="3799627"/>
            <a:ext cx="1371600" cy="228600"/>
            <a:chOff x="2304" y="2928"/>
            <a:chExt cx="864" cy="144"/>
          </a:xfrm>
        </p:grpSpPr>
        <p:sp>
          <p:nvSpPr>
            <p:cNvPr id="12" name="Line 12"/>
            <p:cNvSpPr>
              <a:spLocks noChangeShapeType="1"/>
            </p:cNvSpPr>
            <p:nvPr/>
          </p:nvSpPr>
          <p:spPr bwMode="auto">
            <a:xfrm flipH="1">
              <a:off x="2304" y="2976"/>
              <a:ext cx="864" cy="0"/>
            </a:xfrm>
            <a:prstGeom prst="line">
              <a:avLst/>
            </a:prstGeom>
            <a:noFill/>
            <a:ln w="19050">
              <a:solidFill>
                <a:srgbClr val="04926A"/>
              </a:solidFill>
              <a:round/>
              <a:tailEnd type="triangle" w="med" len="med"/>
            </a:ln>
            <a:extLst>
              <a:ext uri="{909E8E84-426E-40DD-AFC4-6F175D3DCCD1}">
                <a14:hiddenFill xmlns:a14="http://schemas.microsoft.com/office/drawing/2010/main">
                  <a:noFill/>
                </a14:hiddenFill>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en-US" sz="4800" b="0" i="0" u="none" strike="noStrike" kern="1200" cap="none" spc="0" normalizeH="0" baseline="0" noProof="0">
                <a:ln>
                  <a:noFill/>
                </a:ln>
                <a:solidFill>
                  <a:prstClr val="black"/>
                </a:solidFill>
                <a:effectLst/>
                <a:uLnTx/>
                <a:uFillTx/>
                <a:latin typeface="Times New Roman" panose="02020603050405020304"/>
                <a:ea typeface="黑体" panose="02010609060101010101" pitchFamily="49" charset="-122"/>
                <a:cs typeface="+mn-ea"/>
                <a:sym typeface="+mn-lt"/>
              </a:endParaRPr>
            </a:p>
          </p:txBody>
        </p:sp>
        <p:sp>
          <p:nvSpPr>
            <p:cNvPr id="13" name="Line 15"/>
            <p:cNvSpPr>
              <a:spLocks noChangeShapeType="1"/>
            </p:cNvSpPr>
            <p:nvPr/>
          </p:nvSpPr>
          <p:spPr bwMode="auto">
            <a:xfrm>
              <a:off x="2592" y="2928"/>
              <a:ext cx="288" cy="144"/>
            </a:xfrm>
            <a:prstGeom prst="line">
              <a:avLst/>
            </a:prstGeom>
            <a:noFill/>
            <a:ln w="19050">
              <a:solidFill>
                <a:srgbClr val="04926A"/>
              </a:solidFill>
              <a:round/>
            </a:ln>
            <a:extLst>
              <a:ext uri="{909E8E84-426E-40DD-AFC4-6F175D3DCCD1}">
                <a14:hiddenFill xmlns:a14="http://schemas.microsoft.com/office/drawing/2010/main">
                  <a:noFill/>
                </a14:hiddenFill>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en-US" sz="4800" b="0" i="0" u="none" strike="noStrike" kern="1200" cap="none" spc="0" normalizeH="0" baseline="0" noProof="0">
                <a:ln>
                  <a:noFill/>
                </a:ln>
                <a:solidFill>
                  <a:prstClr val="black"/>
                </a:solidFill>
                <a:effectLst/>
                <a:uLnTx/>
                <a:uFillTx/>
                <a:latin typeface="Times New Roman" panose="02020603050405020304"/>
                <a:ea typeface="黑体" panose="02010609060101010101" pitchFamily="49" charset="-122"/>
                <a:cs typeface="+mn-ea"/>
                <a:sym typeface="+mn-lt"/>
              </a:endParaRPr>
            </a:p>
          </p:txBody>
        </p:sp>
      </p:grpSp>
      <p:sp>
        <p:nvSpPr>
          <p:cNvPr id="14" name="Text Box 46"/>
          <p:cNvSpPr txBox="1">
            <a:spLocks noChangeArrowheads="1"/>
          </p:cNvSpPr>
          <p:nvPr/>
        </p:nvSpPr>
        <p:spPr bwMode="auto">
          <a:xfrm>
            <a:off x="6590439" y="3552160"/>
            <a:ext cx="205105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1" lang="zh-CN" altLang="en-US" sz="2800" dirty="0">
                <a:solidFill>
                  <a:schemeClr val="tx1">
                    <a:lumMod val="95000"/>
                    <a:lumOff val="5000"/>
                  </a:schemeClr>
                </a:solidFill>
                <a:latin typeface="Cambria Math" panose="02040503050406030204" charset="0"/>
                <a:ea typeface="黑体" panose="02010609060101010101" pitchFamily="49" charset="-122"/>
                <a:sym typeface="+mn-lt"/>
              </a:rPr>
              <a:t>偏导数存在 </a:t>
            </a:r>
            <a:endParaRPr kumimoji="1" lang="zh-CN" altLang="en-US" sz="2800" dirty="0">
              <a:solidFill>
                <a:schemeClr val="tx1">
                  <a:lumMod val="95000"/>
                  <a:lumOff val="5000"/>
                </a:schemeClr>
              </a:solidFill>
              <a:latin typeface="Cambria Math" panose="02040503050406030204" charset="0"/>
              <a:ea typeface="黑体" panose="02010609060101010101" pitchFamily="49" charset="-122"/>
              <a:sym typeface="+mn-lt"/>
            </a:endParaRPr>
          </a:p>
        </p:txBody>
      </p:sp>
      <p:sp>
        <p:nvSpPr>
          <p:cNvPr id="15" name="Text Box 47"/>
          <p:cNvSpPr txBox="1">
            <a:spLocks noChangeArrowheads="1"/>
          </p:cNvSpPr>
          <p:nvPr/>
        </p:nvSpPr>
        <p:spPr bwMode="auto">
          <a:xfrm>
            <a:off x="6946039" y="4315094"/>
            <a:ext cx="169545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base" latinLnBrk="0" hangingPunct="1">
              <a:lnSpc>
                <a:spcPct val="100000"/>
              </a:lnSpc>
              <a:spcBef>
                <a:spcPct val="50000"/>
              </a:spcBef>
              <a:spcAft>
                <a:spcPct val="0"/>
              </a:spcAft>
              <a:buClrTx/>
              <a:buSzTx/>
              <a:buFontTx/>
              <a:buNone/>
              <a:defRPr/>
            </a:pPr>
            <a:r>
              <a:rPr kumimoji="1" lang="zh-CN" altLang="en-US" sz="2800" dirty="0">
                <a:solidFill>
                  <a:schemeClr val="tx1">
                    <a:lumMod val="95000"/>
                    <a:lumOff val="5000"/>
                  </a:schemeClr>
                </a:solidFill>
                <a:latin typeface="Cambria Math" panose="02040503050406030204" charset="0"/>
                <a:ea typeface="黑体" panose="02010609060101010101" pitchFamily="49" charset="-122"/>
                <a:sym typeface="+mn-lt"/>
              </a:rPr>
              <a:t>函数可微 </a:t>
            </a:r>
            <a:endParaRPr kumimoji="1" lang="zh-CN" altLang="en-US" sz="2800" dirty="0">
              <a:solidFill>
                <a:schemeClr val="tx1">
                  <a:lumMod val="95000"/>
                  <a:lumOff val="5000"/>
                </a:schemeClr>
              </a:solidFill>
              <a:latin typeface="Cambria Math" panose="02040503050406030204" charset="0"/>
              <a:ea typeface="黑体" panose="02010609060101010101" pitchFamily="49" charset="-122"/>
              <a:sym typeface="+mn-lt"/>
            </a:endParaRPr>
          </a:p>
        </p:txBody>
      </p:sp>
      <p:sp>
        <p:nvSpPr>
          <p:cNvPr id="16" name="Rectangle 2"/>
          <p:cNvSpPr txBox="1">
            <a:spLocks noChangeArrowheads="1"/>
          </p:cNvSpPr>
          <p:nvPr/>
        </p:nvSpPr>
        <p:spPr>
          <a:xfrm>
            <a:off x="2542094" y="2010121"/>
            <a:ext cx="2397368" cy="576287"/>
          </a:xfrm>
          <a:prstGeom prst="rect">
            <a:avLst/>
          </a:prstGeom>
          <a:ln w="28575">
            <a:noFill/>
            <a:prstDash val="dashDot"/>
          </a:ln>
        </p:spPr>
        <p:txBody>
          <a:bodyPr vert="horz" lIns="91440" tIns="45720" rIns="91440" bIns="45720" rtlCol="0" anchor="ctr">
            <a:noAutofit/>
          </a:bodyPr>
          <a:lstStyle>
            <a:lvl1pPr algn="l" defTabSz="914400" rtl="0" eaLnBrk="1" latinLnBrk="0" hangingPunct="1">
              <a:lnSpc>
                <a:spcPct val="90000"/>
              </a:lnSpc>
              <a:spcBef>
                <a:spcPct val="0"/>
              </a:spcBef>
              <a:buNone/>
              <a:defRPr sz="2800" b="1" kern="1200">
                <a:solidFill>
                  <a:schemeClr val="tx1"/>
                </a:solidFill>
                <a:latin typeface="+mj-lt"/>
                <a:ea typeface="+mj-ea"/>
                <a:cs typeface="+mj-cs"/>
              </a:defRPr>
            </a:lvl1pPr>
          </a:lstStyle>
          <a:p>
            <a:pPr>
              <a:lnSpc>
                <a:spcPct val="100000"/>
              </a:lnSpc>
              <a:spcBef>
                <a:spcPct val="50000"/>
              </a:spcBef>
            </a:pPr>
            <a:r>
              <a:rPr kumimoji="1" lang="en-US" altLang="zh-CN" dirty="0">
                <a:solidFill>
                  <a:srgbClr val="04926A"/>
                </a:solidFill>
                <a:latin typeface="微软雅黑" panose="020B0503020204020204" pitchFamily="34" charset="-122"/>
                <a:ea typeface="微软雅黑" panose="020B0503020204020204" pitchFamily="34" charset="-122"/>
                <a:cs typeface="+mn-cs"/>
              </a:rPr>
              <a:t>3. </a:t>
            </a:r>
            <a:r>
              <a:rPr kumimoji="1" lang="zh-CN" altLang="en-US" dirty="0">
                <a:solidFill>
                  <a:srgbClr val="04926A"/>
                </a:solidFill>
                <a:latin typeface="微软雅黑" panose="020B0503020204020204" pitchFamily="34" charset="-122"/>
                <a:ea typeface="微软雅黑" panose="020B0503020204020204" pitchFamily="34" charset="-122"/>
                <a:cs typeface="+mn-cs"/>
              </a:rPr>
              <a:t>可微的条件</a:t>
            </a:r>
            <a:endParaRPr kumimoji="1" lang="en-US" altLang="zh-CN" dirty="0">
              <a:solidFill>
                <a:srgbClr val="04926A"/>
              </a:solidFill>
              <a:latin typeface="微软雅黑" panose="020B0503020204020204" pitchFamily="34" charset="-122"/>
              <a:ea typeface="微软雅黑" panose="020B0503020204020204" pitchFamily="34" charset="-122"/>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wipe(left)">
                                      <p:cBhvr>
                                        <p:cTn id="7" dur="500"/>
                                        <p:tgtEl>
                                          <p:spTgt spid="17"/>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16"/>
                                        </p:tgtEl>
                                        <p:attrNameLst>
                                          <p:attrName>style.visibility</p:attrName>
                                        </p:attrNameLst>
                                      </p:cBhvr>
                                      <p:to>
                                        <p:strVal val="visible"/>
                                      </p:to>
                                    </p:set>
                                    <p:animEffect transition="in" filter="wipe(left)">
                                      <p:cBhvr>
                                        <p:cTn id="10" dur="500"/>
                                        <p:tgtEl>
                                          <p:spTgt spid="16"/>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8"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wipe(left)">
                                      <p:cBhvr>
                                        <p:cTn id="15" dur="500"/>
                                        <p:tgtEl>
                                          <p:spTgt spid="5"/>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grpId="0" nodeType="clickEffect">
                                  <p:stCondLst>
                                    <p:cond delay="0"/>
                                  </p:stCondLst>
                                  <p:childTnLst>
                                    <p:set>
                                      <p:cBhvr>
                                        <p:cTn id="19" dur="1" fill="hold">
                                          <p:stCondLst>
                                            <p:cond delay="0"/>
                                          </p:stCondLst>
                                        </p:cTn>
                                        <p:tgtEl>
                                          <p:spTgt spid="6"/>
                                        </p:tgtEl>
                                        <p:attrNameLst>
                                          <p:attrName>style.visibility</p:attrName>
                                        </p:attrNameLst>
                                      </p:cBhvr>
                                      <p:to>
                                        <p:strVal val="visible"/>
                                      </p:to>
                                    </p:set>
                                    <p:animEffect transition="in" filter="wipe(left)">
                                      <p:cBhvr>
                                        <p:cTn id="20" dur="500"/>
                                        <p:tgtEl>
                                          <p:spTgt spid="6"/>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grpId="0" nodeType="clickEffect">
                                  <p:stCondLst>
                                    <p:cond delay="0"/>
                                  </p:stCondLst>
                                  <p:childTnLst>
                                    <p:set>
                                      <p:cBhvr>
                                        <p:cTn id="24" dur="1" fill="hold">
                                          <p:stCondLst>
                                            <p:cond delay="0"/>
                                          </p:stCondLst>
                                        </p:cTn>
                                        <p:tgtEl>
                                          <p:spTgt spid="7"/>
                                        </p:tgtEl>
                                        <p:attrNameLst>
                                          <p:attrName>style.visibility</p:attrName>
                                        </p:attrNameLst>
                                      </p:cBhvr>
                                      <p:to>
                                        <p:strVal val="visible"/>
                                      </p:to>
                                    </p:set>
                                    <p:animEffect transition="in" filter="wipe(left)">
                                      <p:cBhvr>
                                        <p:cTn id="25" dur="500"/>
                                        <p:tgtEl>
                                          <p:spTgt spid="7"/>
                                        </p:tgtEl>
                                      </p:cBhvr>
                                    </p:animEffect>
                                  </p:childTnLst>
                                </p:cTn>
                              </p:par>
                            </p:childTnLst>
                          </p:cTn>
                        </p:par>
                        <p:par>
                          <p:cTn id="26" fill="hold">
                            <p:stCondLst>
                              <p:cond delay="500"/>
                            </p:stCondLst>
                            <p:childTnLst>
                              <p:par>
                                <p:cTn id="27" presetID="22" presetClass="entr" presetSubtype="8" fill="hold" grpId="0" nodeType="afterEffect">
                                  <p:stCondLst>
                                    <p:cond delay="0"/>
                                  </p:stCondLst>
                                  <p:childTnLst>
                                    <p:set>
                                      <p:cBhvr>
                                        <p:cTn id="28" dur="1" fill="hold">
                                          <p:stCondLst>
                                            <p:cond delay="0"/>
                                          </p:stCondLst>
                                        </p:cTn>
                                        <p:tgtEl>
                                          <p:spTgt spid="14"/>
                                        </p:tgtEl>
                                        <p:attrNameLst>
                                          <p:attrName>style.visibility</p:attrName>
                                        </p:attrNameLst>
                                      </p:cBhvr>
                                      <p:to>
                                        <p:strVal val="visible"/>
                                      </p:to>
                                    </p:set>
                                    <p:animEffect transition="in" filter="wipe(left)">
                                      <p:cBhvr>
                                        <p:cTn id="29" dur="500"/>
                                        <p:tgtEl>
                                          <p:spTgt spid="14"/>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2" fill="hold" nodeType="clickEffect">
                                  <p:stCondLst>
                                    <p:cond delay="0"/>
                                  </p:stCondLst>
                                  <p:childTnLst>
                                    <p:set>
                                      <p:cBhvr>
                                        <p:cTn id="33" dur="1" fill="hold">
                                          <p:stCondLst>
                                            <p:cond delay="0"/>
                                          </p:stCondLst>
                                        </p:cTn>
                                        <p:tgtEl>
                                          <p:spTgt spid="11"/>
                                        </p:tgtEl>
                                        <p:attrNameLst>
                                          <p:attrName>style.visibility</p:attrName>
                                        </p:attrNameLst>
                                      </p:cBhvr>
                                      <p:to>
                                        <p:strVal val="visible"/>
                                      </p:to>
                                    </p:set>
                                    <p:animEffect transition="in" filter="wipe(right)">
                                      <p:cBhvr>
                                        <p:cTn id="34" dur="500"/>
                                        <p:tgtEl>
                                          <p:spTgt spid="11"/>
                                        </p:tgtEl>
                                      </p:cBhvr>
                                    </p:animEffect>
                                  </p:childTnLst>
                                </p:cTn>
                              </p:par>
                            </p:childTnLst>
                          </p:cTn>
                        </p:par>
                      </p:childTnLst>
                    </p:cTn>
                  </p:par>
                  <p:par>
                    <p:cTn id="35" fill="hold">
                      <p:stCondLst>
                        <p:cond delay="indefinite"/>
                      </p:stCondLst>
                      <p:childTnLst>
                        <p:par>
                          <p:cTn id="36" fill="hold">
                            <p:stCondLst>
                              <p:cond delay="0"/>
                            </p:stCondLst>
                            <p:childTnLst>
                              <p:par>
                                <p:cTn id="37" presetID="22" presetClass="entr" presetSubtype="8" fill="hold" grpId="0" nodeType="clickEffect">
                                  <p:stCondLst>
                                    <p:cond delay="0"/>
                                  </p:stCondLst>
                                  <p:childTnLst>
                                    <p:set>
                                      <p:cBhvr>
                                        <p:cTn id="38" dur="1" fill="hold">
                                          <p:stCondLst>
                                            <p:cond delay="0"/>
                                          </p:stCondLst>
                                        </p:cTn>
                                        <p:tgtEl>
                                          <p:spTgt spid="3"/>
                                        </p:tgtEl>
                                        <p:attrNameLst>
                                          <p:attrName>style.visibility</p:attrName>
                                        </p:attrNameLst>
                                      </p:cBhvr>
                                      <p:to>
                                        <p:strVal val="visible"/>
                                      </p:to>
                                    </p:set>
                                    <p:animEffect transition="in" filter="wipe(left)">
                                      <p:cBhvr>
                                        <p:cTn id="39" dur="500"/>
                                        <p:tgtEl>
                                          <p:spTgt spid="3"/>
                                        </p:tgtEl>
                                      </p:cBhvr>
                                    </p:animEffect>
                                  </p:childTnLst>
                                </p:cTn>
                              </p:par>
                            </p:childTnLst>
                          </p:cTn>
                        </p:par>
                      </p:childTnLst>
                    </p:cTn>
                  </p:par>
                  <p:par>
                    <p:cTn id="40" fill="hold">
                      <p:stCondLst>
                        <p:cond delay="indefinite"/>
                      </p:stCondLst>
                      <p:childTnLst>
                        <p:par>
                          <p:cTn id="41" fill="hold">
                            <p:stCondLst>
                              <p:cond delay="0"/>
                            </p:stCondLst>
                            <p:childTnLst>
                              <p:par>
                                <p:cTn id="42" presetID="22" presetClass="entr" presetSubtype="8" fill="hold" grpId="0" nodeType="clickEffect">
                                  <p:stCondLst>
                                    <p:cond delay="0"/>
                                  </p:stCondLst>
                                  <p:childTnLst>
                                    <p:set>
                                      <p:cBhvr>
                                        <p:cTn id="43" dur="1" fill="hold">
                                          <p:stCondLst>
                                            <p:cond delay="0"/>
                                          </p:stCondLst>
                                        </p:cTn>
                                        <p:tgtEl>
                                          <p:spTgt spid="4"/>
                                        </p:tgtEl>
                                        <p:attrNameLst>
                                          <p:attrName>style.visibility</p:attrName>
                                        </p:attrNameLst>
                                      </p:cBhvr>
                                      <p:to>
                                        <p:strVal val="visible"/>
                                      </p:to>
                                    </p:set>
                                    <p:animEffect transition="in" filter="wipe(left)">
                                      <p:cBhvr>
                                        <p:cTn id="44" dur="500"/>
                                        <p:tgtEl>
                                          <p:spTgt spid="4"/>
                                        </p:tgtEl>
                                      </p:cBhvr>
                                    </p:animEffect>
                                  </p:childTnLst>
                                </p:cTn>
                              </p:par>
                            </p:childTnLst>
                          </p:cTn>
                        </p:par>
                        <p:par>
                          <p:cTn id="45" fill="hold">
                            <p:stCondLst>
                              <p:cond delay="500"/>
                            </p:stCondLst>
                            <p:childTnLst>
                              <p:par>
                                <p:cTn id="46" presetID="22" presetClass="entr" presetSubtype="8" fill="hold" grpId="0" nodeType="afterEffect">
                                  <p:stCondLst>
                                    <p:cond delay="0"/>
                                  </p:stCondLst>
                                  <p:childTnLst>
                                    <p:set>
                                      <p:cBhvr>
                                        <p:cTn id="47" dur="1" fill="hold">
                                          <p:stCondLst>
                                            <p:cond delay="0"/>
                                          </p:stCondLst>
                                        </p:cTn>
                                        <p:tgtEl>
                                          <p:spTgt spid="15"/>
                                        </p:tgtEl>
                                        <p:attrNameLst>
                                          <p:attrName>style.visibility</p:attrName>
                                        </p:attrNameLst>
                                      </p:cBhvr>
                                      <p:to>
                                        <p:strVal val="visible"/>
                                      </p:to>
                                    </p:set>
                                    <p:animEffect transition="in" filter="wipe(left)">
                                      <p:cBhvr>
                                        <p:cTn id="48" dur="500"/>
                                        <p:tgtEl>
                                          <p:spTgt spid="15"/>
                                        </p:tgtEl>
                                      </p:cBhvr>
                                    </p:animEffect>
                                  </p:childTnLst>
                                </p:cTn>
                              </p:par>
                            </p:childTnLst>
                          </p:cTn>
                        </p:par>
                      </p:childTnLst>
                    </p:cTn>
                  </p:par>
                  <p:par>
                    <p:cTn id="49" fill="hold">
                      <p:stCondLst>
                        <p:cond delay="indefinite"/>
                      </p:stCondLst>
                      <p:childTnLst>
                        <p:par>
                          <p:cTn id="50" fill="hold">
                            <p:stCondLst>
                              <p:cond delay="0"/>
                            </p:stCondLst>
                            <p:childTnLst>
                              <p:par>
                                <p:cTn id="51" presetID="22" presetClass="entr" presetSubtype="2" fill="hold" nodeType="clickEffect">
                                  <p:stCondLst>
                                    <p:cond delay="0"/>
                                  </p:stCondLst>
                                  <p:childTnLst>
                                    <p:set>
                                      <p:cBhvr>
                                        <p:cTn id="52" dur="1" fill="hold">
                                          <p:stCondLst>
                                            <p:cond delay="0"/>
                                          </p:stCondLst>
                                        </p:cTn>
                                        <p:tgtEl>
                                          <p:spTgt spid="8"/>
                                        </p:tgtEl>
                                        <p:attrNameLst>
                                          <p:attrName>style.visibility</p:attrName>
                                        </p:attrNameLst>
                                      </p:cBhvr>
                                      <p:to>
                                        <p:strVal val="visible"/>
                                      </p:to>
                                    </p:set>
                                    <p:animEffect transition="in" filter="wipe(right)">
                                      <p:cBhvr>
                                        <p:cTn id="53"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animBg="1"/>
      <p:bldP spid="5" grpId="0"/>
      <p:bldP spid="6" grpId="0"/>
      <p:bldP spid="7" grpId="0" animBg="1"/>
      <p:bldP spid="14" grpId="0"/>
      <p:bldP spid="15" grpId="0"/>
      <p:bldP spid="16"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 name="图文框 60"/>
          <p:cNvSpPr/>
          <p:nvPr/>
        </p:nvSpPr>
        <p:spPr>
          <a:xfrm rot="5400000">
            <a:off x="2705095" y="-2639699"/>
            <a:ext cx="6858001" cy="12137397"/>
          </a:xfrm>
          <a:prstGeom prst="frame">
            <a:avLst>
              <a:gd name="adj1" fmla="val 50000"/>
            </a:avLst>
          </a:prstGeom>
          <a:gradFill flip="none" rotWithShape="1">
            <a:gsLst>
              <a:gs pos="100000">
                <a:srgbClr val="007434">
                  <a:alpha val="10000"/>
                </a:srgbClr>
              </a:gs>
              <a:gs pos="4000">
                <a:schemeClr val="bg1">
                  <a:alpha val="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latin typeface="字魂36号-正文宋楷" panose="00000500000000000000" pitchFamily="2" charset="-122"/>
              <a:ea typeface="字魂36号-正文宋楷" panose="00000500000000000000" pitchFamily="2" charset="-122"/>
            </a:endParaRPr>
          </a:p>
        </p:txBody>
      </p:sp>
      <p:sp>
        <p:nvSpPr>
          <p:cNvPr id="62" name="矩形 61"/>
          <p:cNvSpPr/>
          <p:nvPr/>
        </p:nvSpPr>
        <p:spPr>
          <a:xfrm rot="16200000" flipH="1">
            <a:off x="-3338945" y="3338945"/>
            <a:ext cx="6858000" cy="180109"/>
          </a:xfrm>
          <a:prstGeom prst="rect">
            <a:avLst/>
          </a:prstGeom>
          <a:gradFill flip="none" rotWithShape="1">
            <a:gsLst>
              <a:gs pos="100000">
                <a:srgbClr val="2C8894">
                  <a:alpha val="55000"/>
                </a:srgbClr>
              </a:gs>
              <a:gs pos="55000">
                <a:srgbClr val="389479">
                  <a:alpha val="87000"/>
                </a:srgbClr>
              </a:gs>
              <a:gs pos="0">
                <a:srgbClr val="3F9B67"/>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mc:Choice xmlns:a14="http://schemas.microsoft.com/office/drawing/2010/main" Requires="a14">
          <p:sp>
            <p:nvSpPr>
              <p:cNvPr id="3" name="Text Box 3"/>
              <p:cNvSpPr txBox="1">
                <a:spLocks noChangeArrowheads="1"/>
              </p:cNvSpPr>
              <p:nvPr/>
            </p:nvSpPr>
            <p:spPr bwMode="auto">
              <a:xfrm>
                <a:off x="5022101" y="628263"/>
                <a:ext cx="5167604" cy="52322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square">
                <a:spAutoFit/>
              </a:bodyPr>
              <a:lstStyle/>
              <a:p>
                <a:pPr fontAlgn="base">
                  <a:spcBef>
                    <a:spcPct val="50000"/>
                  </a:spcBef>
                  <a:spcAft>
                    <a:spcPct val="0"/>
                  </a:spcAft>
                  <a:defRPr/>
                </a:pPr>
                <a:r>
                  <a:rPr kumimoji="1" lang="zh-CN" altLang="en-US" sz="2800" dirty="0">
                    <a:solidFill>
                      <a:schemeClr val="tx1">
                        <a:lumMod val="95000"/>
                        <a:lumOff val="5000"/>
                      </a:schemeClr>
                    </a:solidFill>
                    <a:latin typeface="Cambria Math" panose="02040503050406030204" charset="0"/>
                    <a:ea typeface="黑体" panose="02010609060101010101" pitchFamily="49" charset="-122"/>
                    <a:sym typeface="+mn-lt"/>
                  </a:rPr>
                  <a:t>若函数</a:t>
                </a:r>
                <a14:m>
                  <m:oMath xmlns:m="http://schemas.openxmlformats.org/officeDocument/2006/math">
                    <m:r>
                      <a:rPr kumimoji="1" lang="zh-CN" altLang="en-US" sz="2800">
                        <a:solidFill>
                          <a:schemeClr val="tx1">
                            <a:lumMod val="95000"/>
                            <a:lumOff val="5000"/>
                          </a:schemeClr>
                        </a:solidFill>
                        <a:latin typeface="Cambria Math" panose="02040503050406030204" charset="0"/>
                        <a:ea typeface="黑体" panose="02010609060101010101" pitchFamily="49" charset="-122"/>
                      </a:rPr>
                      <m:t>𝑧</m:t>
                    </m:r>
                  </m:oMath>
                </a14:m>
                <a:r>
                  <a:rPr kumimoji="1" lang="en-US" altLang="zh-CN" sz="2800" dirty="0">
                    <a:solidFill>
                      <a:schemeClr val="tx1">
                        <a:lumMod val="95000"/>
                        <a:lumOff val="5000"/>
                      </a:schemeClr>
                    </a:solidFill>
                    <a:latin typeface="Cambria Math" panose="02040503050406030204" charset="0"/>
                    <a:ea typeface="黑体" panose="02010609060101010101" pitchFamily="49" charset="-122"/>
                    <a:sym typeface="+mn-lt"/>
                  </a:rPr>
                  <a:t>=</a:t>
                </a:r>
                <a14:m>
                  <m:oMath xmlns:m="http://schemas.openxmlformats.org/officeDocument/2006/math">
                    <m:r>
                      <a:rPr kumimoji="1" lang="zh-CN" altLang="en-US" sz="2800">
                        <a:solidFill>
                          <a:schemeClr val="tx1">
                            <a:lumMod val="95000"/>
                            <a:lumOff val="5000"/>
                          </a:schemeClr>
                        </a:solidFill>
                        <a:latin typeface="Cambria Math" panose="02040503050406030204" charset="0"/>
                        <a:ea typeface="黑体" panose="02010609060101010101" pitchFamily="49" charset="-122"/>
                      </a:rPr>
                      <m:t>𝑓</m:t>
                    </m:r>
                    <m:r>
                      <a:rPr kumimoji="1" lang="zh-CN" altLang="en-US" sz="2800">
                        <a:solidFill>
                          <a:schemeClr val="tx1">
                            <a:lumMod val="95000"/>
                            <a:lumOff val="5000"/>
                          </a:schemeClr>
                        </a:solidFill>
                        <a:latin typeface="Cambria Math" panose="02040503050406030204" charset="0"/>
                        <a:ea typeface="黑体" panose="02010609060101010101" pitchFamily="49" charset="-122"/>
                      </a:rPr>
                      <m:t>(</m:t>
                    </m:r>
                    <m:r>
                      <a:rPr kumimoji="1" lang="zh-CN" altLang="en-US" sz="2800">
                        <a:solidFill>
                          <a:schemeClr val="tx1">
                            <a:lumMod val="95000"/>
                            <a:lumOff val="5000"/>
                          </a:schemeClr>
                        </a:solidFill>
                        <a:latin typeface="Cambria Math" panose="02040503050406030204" charset="0"/>
                        <a:ea typeface="黑体" panose="02010609060101010101" pitchFamily="49" charset="-122"/>
                      </a:rPr>
                      <m:t>𝑥</m:t>
                    </m:r>
                    <m:r>
                      <a:rPr kumimoji="1" lang="zh-CN" altLang="en-US" sz="2800">
                        <a:solidFill>
                          <a:schemeClr val="tx1">
                            <a:lumMod val="95000"/>
                            <a:lumOff val="5000"/>
                          </a:schemeClr>
                        </a:solidFill>
                        <a:latin typeface="Cambria Math" panose="02040503050406030204" charset="0"/>
                        <a:ea typeface="黑体" panose="02010609060101010101" pitchFamily="49" charset="-122"/>
                      </a:rPr>
                      <m:t>,</m:t>
                    </m:r>
                    <m:r>
                      <a:rPr kumimoji="1" lang="zh-CN" altLang="en-US" sz="2800">
                        <a:solidFill>
                          <a:schemeClr val="tx1">
                            <a:lumMod val="95000"/>
                            <a:lumOff val="5000"/>
                          </a:schemeClr>
                        </a:solidFill>
                        <a:latin typeface="Cambria Math" panose="02040503050406030204" charset="0"/>
                        <a:ea typeface="黑体" panose="02010609060101010101" pitchFamily="49" charset="-122"/>
                      </a:rPr>
                      <m:t>𝑦</m:t>
                    </m:r>
                    <m:r>
                      <a:rPr kumimoji="1" lang="zh-CN" altLang="en-US" sz="2800">
                        <a:solidFill>
                          <a:schemeClr val="tx1">
                            <a:lumMod val="95000"/>
                            <a:lumOff val="5000"/>
                          </a:schemeClr>
                        </a:solidFill>
                        <a:latin typeface="Cambria Math" panose="02040503050406030204" charset="0"/>
                        <a:ea typeface="黑体" panose="02010609060101010101" pitchFamily="49" charset="-122"/>
                      </a:rPr>
                      <m:t>)</m:t>
                    </m:r>
                  </m:oMath>
                </a14:m>
                <a:r>
                  <a:rPr kumimoji="1" lang="zh-CN" altLang="en-US" sz="2800" dirty="0">
                    <a:solidFill>
                      <a:schemeClr val="tx1">
                        <a:lumMod val="95000"/>
                        <a:lumOff val="5000"/>
                      </a:schemeClr>
                    </a:solidFill>
                    <a:latin typeface="Cambria Math" panose="02040503050406030204" charset="0"/>
                    <a:ea typeface="黑体" panose="02010609060101010101" pitchFamily="49" charset="-122"/>
                    <a:sym typeface="+mn-lt"/>
                  </a:rPr>
                  <a:t>在点</a:t>
                </a:r>
                <a14:m>
                  <m:oMath xmlns:m="http://schemas.openxmlformats.org/officeDocument/2006/math">
                    <m:r>
                      <a:rPr kumimoji="1" lang="zh-CN" altLang="en-US" sz="2800">
                        <a:solidFill>
                          <a:schemeClr val="tx1">
                            <a:lumMod val="95000"/>
                            <a:lumOff val="5000"/>
                          </a:schemeClr>
                        </a:solidFill>
                        <a:latin typeface="Cambria Math" panose="02040503050406030204" charset="0"/>
                        <a:ea typeface="黑体" panose="02010609060101010101" pitchFamily="49" charset="-122"/>
                      </a:rPr>
                      <m:t>(</m:t>
                    </m:r>
                    <m:r>
                      <a:rPr kumimoji="1" lang="zh-CN" altLang="en-US" sz="2800">
                        <a:solidFill>
                          <a:schemeClr val="tx1">
                            <a:lumMod val="95000"/>
                            <a:lumOff val="5000"/>
                          </a:schemeClr>
                        </a:solidFill>
                        <a:latin typeface="Cambria Math" panose="02040503050406030204" charset="0"/>
                        <a:ea typeface="黑体" panose="02010609060101010101" pitchFamily="49" charset="-122"/>
                      </a:rPr>
                      <m:t>𝑥</m:t>
                    </m:r>
                    <m:r>
                      <a:rPr kumimoji="1" lang="zh-CN" altLang="en-US" sz="2800">
                        <a:solidFill>
                          <a:schemeClr val="tx1">
                            <a:lumMod val="95000"/>
                            <a:lumOff val="5000"/>
                          </a:schemeClr>
                        </a:solidFill>
                        <a:latin typeface="Cambria Math" panose="02040503050406030204" charset="0"/>
                        <a:ea typeface="黑体" panose="02010609060101010101" pitchFamily="49" charset="-122"/>
                      </a:rPr>
                      <m:t>,</m:t>
                    </m:r>
                    <m:r>
                      <a:rPr kumimoji="1" lang="zh-CN" altLang="en-US" sz="2800">
                        <a:solidFill>
                          <a:schemeClr val="tx1">
                            <a:lumMod val="95000"/>
                            <a:lumOff val="5000"/>
                          </a:schemeClr>
                        </a:solidFill>
                        <a:latin typeface="Cambria Math" panose="02040503050406030204" charset="0"/>
                        <a:ea typeface="黑体" panose="02010609060101010101" pitchFamily="49" charset="-122"/>
                      </a:rPr>
                      <m:t>𝑦</m:t>
                    </m:r>
                    <m:r>
                      <a:rPr kumimoji="1" lang="zh-CN" altLang="en-US" sz="2800">
                        <a:solidFill>
                          <a:schemeClr val="tx1">
                            <a:lumMod val="95000"/>
                            <a:lumOff val="5000"/>
                          </a:schemeClr>
                        </a:solidFill>
                        <a:latin typeface="Cambria Math" panose="02040503050406030204" charset="0"/>
                        <a:ea typeface="黑体" panose="02010609060101010101" pitchFamily="49" charset="-122"/>
                      </a:rPr>
                      <m:t>)</m:t>
                    </m:r>
                  </m:oMath>
                </a14:m>
                <a:r>
                  <a:rPr kumimoji="1" lang="zh-CN" altLang="en-US" sz="2800" b="1" dirty="0">
                    <a:solidFill>
                      <a:srgbClr val="04926A"/>
                    </a:solidFill>
                    <a:latin typeface="Cambria Math" panose="02040503050406030204" charset="0"/>
                    <a:ea typeface="黑体" panose="02010609060101010101" pitchFamily="49" charset="-122"/>
                    <a:sym typeface="+mn-lt"/>
                  </a:rPr>
                  <a:t>可微</a:t>
                </a:r>
                <a:r>
                  <a:rPr kumimoji="1" lang="en-US" altLang="zh-CN" sz="2800" b="1" dirty="0">
                    <a:solidFill>
                      <a:srgbClr val="04926A"/>
                    </a:solidFill>
                    <a:latin typeface="Cambria Math" panose="02040503050406030204" charset="0"/>
                    <a:ea typeface="黑体" panose="02010609060101010101" pitchFamily="49" charset="-122"/>
                    <a:sym typeface="+mn-lt"/>
                  </a:rPr>
                  <a:t>,</a:t>
                </a:r>
                <a:endParaRPr kumimoji="1" lang="en-US" altLang="zh-CN" sz="2800" b="1" dirty="0">
                  <a:solidFill>
                    <a:srgbClr val="04926A"/>
                  </a:solidFill>
                  <a:latin typeface="Cambria Math" panose="02040503050406030204" charset="0"/>
                  <a:ea typeface="黑体" panose="02010609060101010101" pitchFamily="49" charset="-122"/>
                  <a:sym typeface="+mn-lt"/>
                </a:endParaRPr>
              </a:p>
            </p:txBody>
          </p:sp>
        </mc:Choice>
        <mc:Fallback>
          <p:sp>
            <p:nvSpPr>
              <p:cNvPr id="3" name="Text Box 3"/>
              <p:cNvSpPr txBox="1">
                <a:spLocks noRot="1" noChangeAspect="1" noMove="1" noResize="1" noEditPoints="1" noAdjustHandles="1" noChangeArrowheads="1" noChangeShapeType="1" noTextEdit="1"/>
              </p:cNvSpPr>
              <p:nvPr/>
            </p:nvSpPr>
            <p:spPr bwMode="auto">
              <a:xfrm>
                <a:off x="5022101" y="628263"/>
                <a:ext cx="5167604" cy="523220"/>
              </a:xfrm>
              <a:prstGeom prst="rect">
                <a:avLst/>
              </a:prstGeom>
              <a:blipFill rotWithShape="1">
                <a:blip r:embed="rId1"/>
                <a:stretch>
                  <a:fillRect l="-10" t="-47" r="10" b="44"/>
                </a:stretch>
              </a:blip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lstStyle/>
              <a:p>
                <a:r>
                  <a:rPr lang="zh-CN" altLang="en-US">
                    <a:noFill/>
                  </a:rPr>
                  <a:t> </a:t>
                </a:r>
              </a:p>
            </p:txBody>
          </p:sp>
        </mc:Fallback>
      </mc:AlternateContent>
      <p:sp>
        <p:nvSpPr>
          <p:cNvPr id="4" name="Text Box 4"/>
          <p:cNvSpPr txBox="1">
            <a:spLocks noChangeArrowheads="1"/>
          </p:cNvSpPr>
          <p:nvPr/>
        </p:nvSpPr>
        <p:spPr bwMode="auto">
          <a:xfrm>
            <a:off x="3293497" y="1421046"/>
            <a:ext cx="4038600" cy="51911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marL="0" marR="0" lvl="0" indent="0" algn="l" defTabSz="914400" rtl="0" eaLnBrk="1" fontAlgn="base" latinLnBrk="0" hangingPunct="1">
              <a:lnSpc>
                <a:spcPct val="100000"/>
              </a:lnSpc>
              <a:spcBef>
                <a:spcPct val="50000"/>
              </a:spcBef>
              <a:spcAft>
                <a:spcPct val="0"/>
              </a:spcAft>
              <a:buClrTx/>
              <a:buSzTx/>
              <a:buFontTx/>
              <a:buNone/>
              <a:defRPr/>
            </a:pPr>
            <a:r>
              <a:rPr kumimoji="1" lang="zh-CN" altLang="en-US" sz="2800" dirty="0">
                <a:solidFill>
                  <a:schemeClr val="tx1">
                    <a:lumMod val="95000"/>
                    <a:lumOff val="5000"/>
                  </a:schemeClr>
                </a:solidFill>
                <a:latin typeface="Cambria Math" panose="02040503050406030204" charset="0"/>
                <a:ea typeface="黑体" panose="02010609060101010101" pitchFamily="49" charset="-122"/>
                <a:sym typeface="+mn-lt"/>
              </a:rPr>
              <a:t>则该函数在该点偏导数</a:t>
            </a:r>
            <a:endParaRPr kumimoji="1" lang="zh-CN" altLang="en-US" sz="2800" dirty="0">
              <a:solidFill>
                <a:schemeClr val="tx1">
                  <a:lumMod val="95000"/>
                  <a:lumOff val="5000"/>
                </a:schemeClr>
              </a:solidFill>
              <a:latin typeface="Cambria Math" panose="02040503050406030204" charset="0"/>
              <a:ea typeface="黑体" panose="02010609060101010101" pitchFamily="49" charset="-122"/>
              <a:sym typeface="+mn-lt"/>
            </a:endParaRPr>
          </a:p>
        </p:txBody>
      </p:sp>
      <mc:AlternateContent xmlns:mc="http://schemas.openxmlformats.org/markup-compatibility/2006">
        <mc:Choice xmlns:a14="http://schemas.microsoft.com/office/drawing/2010/main" Requires="a14">
          <p:sp>
            <p:nvSpPr>
              <p:cNvPr id="5" name="Object 5"/>
              <p:cNvSpPr txBox="1"/>
              <p:nvPr/>
            </p:nvSpPr>
            <p:spPr bwMode="auto">
              <a:xfrm>
                <a:off x="6982265" y="1157943"/>
                <a:ext cx="1092200" cy="927100"/>
              </a:xfrm>
              <a:prstGeom prst="rect">
                <a:avLst/>
              </a:prstGeom>
              <a:noFill/>
              <a:ln>
                <a:noFill/>
              </a:ln>
              <a:effectLst/>
            </p:spPr>
            <p:txBody>
              <a:bodyPr>
                <a:noAutofit/>
              </a:bodyPr>
              <a:lstStyle/>
              <a:p>
                <a14:m>
                  <m:oMathPara xmlns:m="http://schemas.openxmlformats.org/officeDocument/2006/math">
                    <m:oMathParaPr>
                      <m:jc m:val="left"/>
                    </m:oMathParaPr>
                    <m:oMath xmlns:m="http://schemas.openxmlformats.org/officeDocument/2006/math">
                      <m:f>
                        <m:fPr>
                          <m:ctrlPr>
                            <a:rPr kumimoji="1" lang="zh-CN" altLang="en-US" sz="2800" i="1">
                              <a:solidFill>
                                <a:schemeClr val="tx1">
                                  <a:lumMod val="95000"/>
                                  <a:lumOff val="5000"/>
                                </a:schemeClr>
                              </a:solidFill>
                              <a:latin typeface="Cambria Math" panose="02040503050406030204" charset="0"/>
                              <a:ea typeface="黑体" panose="02010609060101010101" pitchFamily="49" charset="-122"/>
                            </a:rPr>
                          </m:ctrlPr>
                        </m:fPr>
                        <m:num>
                          <m:r>
                            <a:rPr kumimoji="1" lang="zh-CN" altLang="en-US" sz="2800">
                              <a:solidFill>
                                <a:schemeClr val="tx1">
                                  <a:lumMod val="95000"/>
                                  <a:lumOff val="5000"/>
                                </a:schemeClr>
                              </a:solidFill>
                              <a:latin typeface="Cambria Math" panose="02040503050406030204" charset="0"/>
                              <a:ea typeface="黑体" panose="02010609060101010101" pitchFamily="49" charset="-122"/>
                            </a:rPr>
                            <m:t>𝜕</m:t>
                          </m:r>
                          <m:r>
                            <a:rPr kumimoji="1" lang="zh-CN" altLang="en-US" sz="2800">
                              <a:solidFill>
                                <a:schemeClr val="tx1">
                                  <a:lumMod val="95000"/>
                                  <a:lumOff val="5000"/>
                                </a:schemeClr>
                              </a:solidFill>
                              <a:latin typeface="Cambria Math" panose="02040503050406030204" charset="0"/>
                              <a:ea typeface="黑体" panose="02010609060101010101" pitchFamily="49" charset="-122"/>
                            </a:rPr>
                            <m:t>𝑧</m:t>
                          </m:r>
                        </m:num>
                        <m:den>
                          <m:r>
                            <a:rPr kumimoji="1" lang="zh-CN" altLang="en-US" sz="2800">
                              <a:solidFill>
                                <a:schemeClr val="tx1">
                                  <a:lumMod val="95000"/>
                                  <a:lumOff val="5000"/>
                                </a:schemeClr>
                              </a:solidFill>
                              <a:latin typeface="Cambria Math" panose="02040503050406030204" charset="0"/>
                              <a:ea typeface="黑体" panose="02010609060101010101" pitchFamily="49" charset="-122"/>
                            </a:rPr>
                            <m:t>𝜕</m:t>
                          </m:r>
                          <m:r>
                            <a:rPr kumimoji="1" lang="zh-CN" altLang="en-US" sz="2800">
                              <a:solidFill>
                                <a:schemeClr val="tx1">
                                  <a:lumMod val="95000"/>
                                  <a:lumOff val="5000"/>
                                </a:schemeClr>
                              </a:solidFill>
                              <a:latin typeface="Cambria Math" panose="02040503050406030204" charset="0"/>
                              <a:ea typeface="黑体" panose="02010609060101010101" pitchFamily="49" charset="-122"/>
                            </a:rPr>
                            <m:t>𝑥</m:t>
                          </m:r>
                        </m:den>
                      </m:f>
                      <m:r>
                        <a:rPr kumimoji="1" lang="zh-CN" altLang="en-US" sz="2800">
                          <a:solidFill>
                            <a:schemeClr val="tx1">
                              <a:lumMod val="95000"/>
                              <a:lumOff val="5000"/>
                            </a:schemeClr>
                          </a:solidFill>
                          <a:latin typeface="Cambria Math" panose="02040503050406030204" charset="0"/>
                          <a:ea typeface="黑体" panose="02010609060101010101" pitchFamily="49" charset="-122"/>
                        </a:rPr>
                        <m:t>,</m:t>
                      </m:r>
                      <m:r>
                        <a:rPr kumimoji="1" lang="zh-CN" altLang="en-US" sz="2800" i="1" smtClean="0">
                          <a:solidFill>
                            <a:schemeClr val="tx1">
                              <a:lumMod val="95000"/>
                              <a:lumOff val="5000"/>
                            </a:schemeClr>
                          </a:solidFill>
                          <a:latin typeface="Cambria Math" panose="02040503050406030204" charset="0"/>
                          <a:ea typeface="黑体" panose="02010609060101010101" pitchFamily="49" charset="-122"/>
                        </a:rPr>
                        <m:t> </m:t>
                      </m:r>
                      <m:f>
                        <m:fPr>
                          <m:ctrlPr>
                            <a:rPr kumimoji="1" lang="zh-CN" altLang="en-US" sz="2800" i="1">
                              <a:solidFill>
                                <a:schemeClr val="tx1">
                                  <a:lumMod val="95000"/>
                                  <a:lumOff val="5000"/>
                                </a:schemeClr>
                              </a:solidFill>
                              <a:latin typeface="Cambria Math" panose="02040503050406030204" charset="0"/>
                              <a:ea typeface="黑体" panose="02010609060101010101" pitchFamily="49" charset="-122"/>
                            </a:rPr>
                          </m:ctrlPr>
                        </m:fPr>
                        <m:num>
                          <m:r>
                            <a:rPr kumimoji="1" lang="zh-CN" altLang="en-US" sz="2800">
                              <a:solidFill>
                                <a:schemeClr val="tx1">
                                  <a:lumMod val="95000"/>
                                  <a:lumOff val="5000"/>
                                </a:schemeClr>
                              </a:solidFill>
                              <a:latin typeface="Cambria Math" panose="02040503050406030204" charset="0"/>
                              <a:ea typeface="黑体" panose="02010609060101010101" pitchFamily="49" charset="-122"/>
                            </a:rPr>
                            <m:t>𝜕</m:t>
                          </m:r>
                          <m:r>
                            <a:rPr kumimoji="1" lang="zh-CN" altLang="en-US" sz="2800">
                              <a:solidFill>
                                <a:schemeClr val="tx1">
                                  <a:lumMod val="95000"/>
                                  <a:lumOff val="5000"/>
                                </a:schemeClr>
                              </a:solidFill>
                              <a:latin typeface="Cambria Math" panose="02040503050406030204" charset="0"/>
                              <a:ea typeface="黑体" panose="02010609060101010101" pitchFamily="49" charset="-122"/>
                            </a:rPr>
                            <m:t>𝑧</m:t>
                          </m:r>
                        </m:num>
                        <m:den>
                          <m:r>
                            <a:rPr kumimoji="1" lang="zh-CN" altLang="en-US" sz="2800">
                              <a:solidFill>
                                <a:schemeClr val="tx1">
                                  <a:lumMod val="95000"/>
                                  <a:lumOff val="5000"/>
                                </a:schemeClr>
                              </a:solidFill>
                              <a:latin typeface="Cambria Math" panose="02040503050406030204" charset="0"/>
                              <a:ea typeface="黑体" panose="02010609060101010101" pitchFamily="49" charset="-122"/>
                            </a:rPr>
                            <m:t>𝜕</m:t>
                          </m:r>
                          <m:r>
                            <a:rPr kumimoji="1" lang="zh-CN" altLang="en-US" sz="2800">
                              <a:solidFill>
                                <a:schemeClr val="tx1">
                                  <a:lumMod val="95000"/>
                                  <a:lumOff val="5000"/>
                                </a:schemeClr>
                              </a:solidFill>
                              <a:latin typeface="Cambria Math" panose="02040503050406030204" charset="0"/>
                              <a:ea typeface="黑体" panose="02010609060101010101" pitchFamily="49" charset="-122"/>
                            </a:rPr>
                            <m:t>𝑦</m:t>
                          </m:r>
                        </m:den>
                      </m:f>
                    </m:oMath>
                  </m:oMathPara>
                </a14:m>
                <a:endParaRPr kumimoji="1" lang="zh-CN" altLang="en-US" sz="2800" dirty="0">
                  <a:solidFill>
                    <a:schemeClr val="tx1">
                      <a:lumMod val="95000"/>
                      <a:lumOff val="5000"/>
                    </a:schemeClr>
                  </a:solidFill>
                  <a:latin typeface="Cambria Math" panose="02040503050406030204" charset="0"/>
                  <a:ea typeface="黑体" panose="02010609060101010101" pitchFamily="49" charset="-122"/>
                </a:endParaRPr>
              </a:p>
            </p:txBody>
          </p:sp>
        </mc:Choice>
        <mc:Fallback>
          <p:sp>
            <p:nvSpPr>
              <p:cNvPr id="5" name="Object 5"/>
              <p:cNvSpPr txBox="1">
                <a:spLocks noRot="1" noChangeAspect="1" noMove="1" noResize="1" noEditPoints="1" noAdjustHandles="1" noChangeArrowheads="1" noChangeShapeType="1" noTextEdit="1"/>
              </p:cNvSpPr>
              <p:nvPr/>
            </p:nvSpPr>
            <p:spPr bwMode="auto">
              <a:xfrm>
                <a:off x="6982265" y="1157943"/>
                <a:ext cx="1092200" cy="927100"/>
              </a:xfrm>
              <a:prstGeom prst="rect">
                <a:avLst/>
              </a:prstGeom>
              <a:blipFill rotWithShape="1">
                <a:blip r:embed="rId2"/>
                <a:stretch>
                  <a:fillRect l="-40" t="-36" r="-10483" b="36"/>
                </a:stretch>
              </a:blipFill>
              <a:ln>
                <a:noFill/>
              </a:ln>
              <a:effectLst/>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6" name="Object 6"/>
              <p:cNvSpPr txBox="1"/>
              <p:nvPr/>
            </p:nvSpPr>
            <p:spPr bwMode="auto">
              <a:xfrm>
                <a:off x="4647570" y="2085043"/>
                <a:ext cx="3270152" cy="914400"/>
              </a:xfrm>
              <a:prstGeom prst="rect">
                <a:avLst/>
              </a:prstGeom>
              <a:noFill/>
              <a:ln>
                <a:noFill/>
              </a:ln>
              <a:effectLst/>
            </p:spPr>
            <p:txBody>
              <a:bodyPr>
                <a:noAutofit/>
              </a:bodyPr>
              <a:lstStyle/>
              <a:p>
                <a14:m>
                  <m:oMathPara xmlns:m="http://schemas.openxmlformats.org/officeDocument/2006/math">
                    <m:oMathParaPr>
                      <m:jc m:val="left"/>
                    </m:oMathParaPr>
                    <m:oMath xmlns:m="http://schemas.openxmlformats.org/officeDocument/2006/math">
                      <m:r>
                        <m:rPr>
                          <m:sty m:val="p"/>
                        </m:rPr>
                        <a:rPr kumimoji="1" lang="zh-CN" altLang="en-US" sz="2800">
                          <a:solidFill>
                            <a:schemeClr val="tx1">
                              <a:lumMod val="95000"/>
                              <a:lumOff val="5000"/>
                            </a:schemeClr>
                          </a:solidFill>
                          <a:latin typeface="Cambria Math" panose="02040503050406030204" charset="0"/>
                          <a:ea typeface="黑体" panose="02010609060101010101" pitchFamily="49" charset="-122"/>
                        </a:rPr>
                        <m:t>d</m:t>
                      </m:r>
                      <m:r>
                        <a:rPr kumimoji="1" lang="zh-CN" altLang="en-US" sz="2800">
                          <a:solidFill>
                            <a:schemeClr val="tx1">
                              <a:lumMod val="95000"/>
                              <a:lumOff val="5000"/>
                            </a:schemeClr>
                          </a:solidFill>
                          <a:latin typeface="Cambria Math" panose="02040503050406030204" charset="0"/>
                          <a:ea typeface="黑体" panose="02010609060101010101" pitchFamily="49" charset="-122"/>
                        </a:rPr>
                        <m:t>𝑧</m:t>
                      </m:r>
                      <m:r>
                        <a:rPr kumimoji="1" lang="zh-CN" altLang="en-US" sz="2800">
                          <a:solidFill>
                            <a:schemeClr val="tx1">
                              <a:lumMod val="95000"/>
                              <a:lumOff val="5000"/>
                            </a:schemeClr>
                          </a:solidFill>
                          <a:latin typeface="Cambria Math" panose="02040503050406030204" charset="0"/>
                          <a:ea typeface="黑体" panose="02010609060101010101" pitchFamily="49" charset="-122"/>
                        </a:rPr>
                        <m:t>=</m:t>
                      </m:r>
                      <m:f>
                        <m:fPr>
                          <m:ctrlPr>
                            <a:rPr kumimoji="1" lang="zh-CN" altLang="en-US" sz="2800" i="1">
                              <a:solidFill>
                                <a:schemeClr val="tx1">
                                  <a:lumMod val="95000"/>
                                  <a:lumOff val="5000"/>
                                </a:schemeClr>
                              </a:solidFill>
                              <a:latin typeface="Cambria Math" panose="02040503050406030204" charset="0"/>
                              <a:ea typeface="黑体" panose="02010609060101010101" pitchFamily="49" charset="-122"/>
                            </a:rPr>
                          </m:ctrlPr>
                        </m:fPr>
                        <m:num>
                          <m:r>
                            <a:rPr kumimoji="1" lang="zh-CN" altLang="en-US" sz="2800">
                              <a:solidFill>
                                <a:schemeClr val="tx1">
                                  <a:lumMod val="95000"/>
                                  <a:lumOff val="5000"/>
                                </a:schemeClr>
                              </a:solidFill>
                              <a:latin typeface="Cambria Math" panose="02040503050406030204" charset="0"/>
                              <a:ea typeface="黑体" panose="02010609060101010101" pitchFamily="49" charset="-122"/>
                            </a:rPr>
                            <m:t>𝜕</m:t>
                          </m:r>
                          <m:r>
                            <a:rPr kumimoji="1" lang="zh-CN" altLang="en-US" sz="2800">
                              <a:solidFill>
                                <a:schemeClr val="tx1">
                                  <a:lumMod val="95000"/>
                                  <a:lumOff val="5000"/>
                                </a:schemeClr>
                              </a:solidFill>
                              <a:latin typeface="Cambria Math" panose="02040503050406030204" charset="0"/>
                              <a:ea typeface="黑体" panose="02010609060101010101" pitchFamily="49" charset="-122"/>
                            </a:rPr>
                            <m:t>​</m:t>
                          </m:r>
                          <m:r>
                            <a:rPr kumimoji="1" lang="zh-CN" altLang="en-US" sz="2800">
                              <a:solidFill>
                                <a:schemeClr val="tx1">
                                  <a:lumMod val="95000"/>
                                  <a:lumOff val="5000"/>
                                </a:schemeClr>
                              </a:solidFill>
                              <a:latin typeface="Cambria Math" panose="02040503050406030204" charset="0"/>
                              <a:ea typeface="黑体" panose="02010609060101010101" pitchFamily="49" charset="-122"/>
                            </a:rPr>
                            <m:t>𝑧</m:t>
                          </m:r>
                        </m:num>
                        <m:den>
                          <m:r>
                            <a:rPr kumimoji="1" lang="zh-CN" altLang="en-US" sz="2800">
                              <a:solidFill>
                                <a:schemeClr val="tx1">
                                  <a:lumMod val="95000"/>
                                  <a:lumOff val="5000"/>
                                </a:schemeClr>
                              </a:solidFill>
                              <a:latin typeface="Cambria Math" panose="02040503050406030204" charset="0"/>
                              <a:ea typeface="黑体" panose="02010609060101010101" pitchFamily="49" charset="-122"/>
                            </a:rPr>
                            <m:t>𝜕</m:t>
                          </m:r>
                          <m:r>
                            <a:rPr kumimoji="1" lang="zh-CN" altLang="en-US" sz="2800">
                              <a:solidFill>
                                <a:schemeClr val="tx1">
                                  <a:lumMod val="95000"/>
                                  <a:lumOff val="5000"/>
                                </a:schemeClr>
                              </a:solidFill>
                              <a:latin typeface="Cambria Math" panose="02040503050406030204" charset="0"/>
                              <a:ea typeface="黑体" panose="02010609060101010101" pitchFamily="49" charset="-122"/>
                            </a:rPr>
                            <m:t>​</m:t>
                          </m:r>
                          <m:r>
                            <a:rPr kumimoji="1" lang="zh-CN" altLang="en-US" sz="2800">
                              <a:solidFill>
                                <a:schemeClr val="tx1">
                                  <a:lumMod val="95000"/>
                                  <a:lumOff val="5000"/>
                                </a:schemeClr>
                              </a:solidFill>
                              <a:latin typeface="Cambria Math" panose="02040503050406030204" charset="0"/>
                              <a:ea typeface="黑体" panose="02010609060101010101" pitchFamily="49" charset="-122"/>
                            </a:rPr>
                            <m:t>𝑥</m:t>
                          </m:r>
                        </m:den>
                      </m:f>
                      <m:r>
                        <m:rPr>
                          <m:sty m:val="p"/>
                        </m:rPr>
                        <a:rPr kumimoji="1" lang="zh-CN" altLang="en-US" sz="2800">
                          <a:solidFill>
                            <a:schemeClr val="tx1">
                              <a:lumMod val="95000"/>
                              <a:lumOff val="5000"/>
                            </a:schemeClr>
                          </a:solidFill>
                          <a:latin typeface="Cambria Math" panose="02040503050406030204" charset="0"/>
                          <a:ea typeface="黑体" panose="02010609060101010101" pitchFamily="49" charset="-122"/>
                        </a:rPr>
                        <m:t>Δ</m:t>
                      </m:r>
                      <m:r>
                        <a:rPr kumimoji="1" lang="zh-CN" altLang="en-US" sz="2800">
                          <a:solidFill>
                            <a:schemeClr val="tx1">
                              <a:lumMod val="95000"/>
                              <a:lumOff val="5000"/>
                            </a:schemeClr>
                          </a:solidFill>
                          <a:latin typeface="Cambria Math" panose="02040503050406030204" charset="0"/>
                          <a:ea typeface="黑体" panose="02010609060101010101" pitchFamily="49" charset="-122"/>
                        </a:rPr>
                        <m:t>​</m:t>
                      </m:r>
                      <m:r>
                        <a:rPr kumimoji="1" lang="zh-CN" altLang="en-US" sz="2800">
                          <a:solidFill>
                            <a:schemeClr val="tx1">
                              <a:lumMod val="95000"/>
                              <a:lumOff val="5000"/>
                            </a:schemeClr>
                          </a:solidFill>
                          <a:latin typeface="Cambria Math" panose="02040503050406030204" charset="0"/>
                          <a:ea typeface="黑体" panose="02010609060101010101" pitchFamily="49" charset="-122"/>
                        </a:rPr>
                        <m:t>𝑥</m:t>
                      </m:r>
                      <m:r>
                        <a:rPr kumimoji="1" lang="zh-CN" altLang="en-US" sz="2800">
                          <a:solidFill>
                            <a:schemeClr val="tx1">
                              <a:lumMod val="95000"/>
                              <a:lumOff val="5000"/>
                            </a:schemeClr>
                          </a:solidFill>
                          <a:latin typeface="Cambria Math" panose="02040503050406030204" charset="0"/>
                          <a:ea typeface="黑体" panose="02010609060101010101" pitchFamily="49" charset="-122"/>
                        </a:rPr>
                        <m:t>+</m:t>
                      </m:r>
                      <m:f>
                        <m:fPr>
                          <m:ctrlPr>
                            <a:rPr kumimoji="1" lang="zh-CN" altLang="en-US" sz="2800" i="1">
                              <a:solidFill>
                                <a:schemeClr val="tx1">
                                  <a:lumMod val="95000"/>
                                  <a:lumOff val="5000"/>
                                </a:schemeClr>
                              </a:solidFill>
                              <a:latin typeface="Cambria Math" panose="02040503050406030204" charset="0"/>
                              <a:ea typeface="黑体" panose="02010609060101010101" pitchFamily="49" charset="-122"/>
                            </a:rPr>
                          </m:ctrlPr>
                        </m:fPr>
                        <m:num>
                          <m:r>
                            <a:rPr kumimoji="1" lang="zh-CN" altLang="en-US" sz="2800">
                              <a:solidFill>
                                <a:schemeClr val="tx1">
                                  <a:lumMod val="95000"/>
                                  <a:lumOff val="5000"/>
                                </a:schemeClr>
                              </a:solidFill>
                              <a:latin typeface="Cambria Math" panose="02040503050406030204" charset="0"/>
                              <a:ea typeface="黑体" panose="02010609060101010101" pitchFamily="49" charset="-122"/>
                            </a:rPr>
                            <m:t>𝜕</m:t>
                          </m:r>
                          <m:r>
                            <a:rPr kumimoji="1" lang="zh-CN" altLang="en-US" sz="2800">
                              <a:solidFill>
                                <a:schemeClr val="tx1">
                                  <a:lumMod val="95000"/>
                                  <a:lumOff val="5000"/>
                                </a:schemeClr>
                              </a:solidFill>
                              <a:latin typeface="Cambria Math" panose="02040503050406030204" charset="0"/>
                              <a:ea typeface="黑体" panose="02010609060101010101" pitchFamily="49" charset="-122"/>
                            </a:rPr>
                            <m:t>​</m:t>
                          </m:r>
                          <m:r>
                            <a:rPr kumimoji="1" lang="zh-CN" altLang="en-US" sz="2800">
                              <a:solidFill>
                                <a:schemeClr val="tx1">
                                  <a:lumMod val="95000"/>
                                  <a:lumOff val="5000"/>
                                </a:schemeClr>
                              </a:solidFill>
                              <a:latin typeface="Cambria Math" panose="02040503050406030204" charset="0"/>
                              <a:ea typeface="黑体" panose="02010609060101010101" pitchFamily="49" charset="-122"/>
                            </a:rPr>
                            <m:t>𝑧</m:t>
                          </m:r>
                        </m:num>
                        <m:den>
                          <m:r>
                            <a:rPr kumimoji="1" lang="zh-CN" altLang="en-US" sz="2800">
                              <a:solidFill>
                                <a:schemeClr val="tx1">
                                  <a:lumMod val="95000"/>
                                  <a:lumOff val="5000"/>
                                </a:schemeClr>
                              </a:solidFill>
                              <a:latin typeface="Cambria Math" panose="02040503050406030204" charset="0"/>
                              <a:ea typeface="黑体" panose="02010609060101010101" pitchFamily="49" charset="-122"/>
                            </a:rPr>
                            <m:t>𝜕</m:t>
                          </m:r>
                          <m:r>
                            <a:rPr kumimoji="1" lang="zh-CN" altLang="en-US" sz="2800">
                              <a:solidFill>
                                <a:schemeClr val="tx1">
                                  <a:lumMod val="95000"/>
                                  <a:lumOff val="5000"/>
                                </a:schemeClr>
                              </a:solidFill>
                              <a:latin typeface="Cambria Math" panose="02040503050406030204" charset="0"/>
                              <a:ea typeface="黑体" panose="02010609060101010101" pitchFamily="49" charset="-122"/>
                            </a:rPr>
                            <m:t>​</m:t>
                          </m:r>
                          <m:r>
                            <a:rPr kumimoji="1" lang="zh-CN" altLang="en-US" sz="2800">
                              <a:solidFill>
                                <a:schemeClr val="tx1">
                                  <a:lumMod val="95000"/>
                                  <a:lumOff val="5000"/>
                                </a:schemeClr>
                              </a:solidFill>
                              <a:latin typeface="Cambria Math" panose="02040503050406030204" charset="0"/>
                              <a:ea typeface="黑体" panose="02010609060101010101" pitchFamily="49" charset="-122"/>
                            </a:rPr>
                            <m:t>𝑦</m:t>
                          </m:r>
                        </m:den>
                      </m:f>
                      <m:r>
                        <m:rPr>
                          <m:sty m:val="p"/>
                        </m:rPr>
                        <a:rPr kumimoji="1" lang="zh-CN" altLang="en-US" sz="2800">
                          <a:solidFill>
                            <a:schemeClr val="tx1">
                              <a:lumMod val="95000"/>
                              <a:lumOff val="5000"/>
                            </a:schemeClr>
                          </a:solidFill>
                          <a:latin typeface="Cambria Math" panose="02040503050406030204" charset="0"/>
                          <a:ea typeface="黑体" panose="02010609060101010101" pitchFamily="49" charset="-122"/>
                        </a:rPr>
                        <m:t>Δ</m:t>
                      </m:r>
                      <m:r>
                        <a:rPr kumimoji="1" lang="zh-CN" altLang="en-US" sz="2800">
                          <a:solidFill>
                            <a:schemeClr val="tx1">
                              <a:lumMod val="95000"/>
                              <a:lumOff val="5000"/>
                            </a:schemeClr>
                          </a:solidFill>
                          <a:latin typeface="Cambria Math" panose="02040503050406030204" charset="0"/>
                          <a:ea typeface="黑体" panose="02010609060101010101" pitchFamily="49" charset="-122"/>
                        </a:rPr>
                        <m:t>​</m:t>
                      </m:r>
                      <m:r>
                        <a:rPr kumimoji="1" lang="zh-CN" altLang="en-US" sz="2800">
                          <a:solidFill>
                            <a:schemeClr val="tx1">
                              <a:lumMod val="95000"/>
                              <a:lumOff val="5000"/>
                            </a:schemeClr>
                          </a:solidFill>
                          <a:latin typeface="Cambria Math" panose="02040503050406030204" charset="0"/>
                          <a:ea typeface="黑体" panose="02010609060101010101" pitchFamily="49" charset="-122"/>
                        </a:rPr>
                        <m:t>𝑦</m:t>
                      </m:r>
                      <m:r>
                        <a:rPr kumimoji="1" lang="zh-CN" altLang="en-US" sz="2800">
                          <a:solidFill>
                            <a:schemeClr val="tx1">
                              <a:lumMod val="95000"/>
                              <a:lumOff val="5000"/>
                            </a:schemeClr>
                          </a:solidFill>
                          <a:latin typeface="Cambria Math" panose="02040503050406030204" charset="0"/>
                          <a:ea typeface="黑体" panose="02010609060101010101" pitchFamily="49" charset="-122"/>
                        </a:rPr>
                        <m:t>.</m:t>
                      </m:r>
                    </m:oMath>
                  </m:oMathPara>
                </a14:m>
                <a:endParaRPr kumimoji="1" lang="zh-CN" altLang="en-US" sz="2800" dirty="0">
                  <a:solidFill>
                    <a:schemeClr val="tx1">
                      <a:lumMod val="95000"/>
                      <a:lumOff val="5000"/>
                    </a:schemeClr>
                  </a:solidFill>
                  <a:latin typeface="Cambria Math" panose="02040503050406030204" charset="0"/>
                  <a:ea typeface="黑体" panose="02010609060101010101" pitchFamily="49" charset="-122"/>
                </a:endParaRPr>
              </a:p>
            </p:txBody>
          </p:sp>
        </mc:Choice>
        <mc:Fallback>
          <p:sp>
            <p:nvSpPr>
              <p:cNvPr id="6" name="Object 6"/>
              <p:cNvSpPr txBox="1">
                <a:spLocks noRot="1" noChangeAspect="1" noMove="1" noResize="1" noEditPoints="1" noAdjustHandles="1" noChangeArrowheads="1" noChangeShapeType="1" noTextEdit="1"/>
              </p:cNvSpPr>
              <p:nvPr/>
            </p:nvSpPr>
            <p:spPr bwMode="auto">
              <a:xfrm>
                <a:off x="4647570" y="2085043"/>
                <a:ext cx="3270152" cy="914400"/>
              </a:xfrm>
              <a:prstGeom prst="rect">
                <a:avLst/>
              </a:prstGeom>
              <a:blipFill rotWithShape="1">
                <a:blip r:embed="rId3"/>
                <a:stretch>
                  <a:fillRect t="-37" r="17" b="-935"/>
                </a:stretch>
              </a:blipFill>
              <a:ln>
                <a:noFill/>
              </a:ln>
              <a:effectLst/>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7" name="Object 9"/>
              <p:cNvSpPr txBox="1"/>
              <p:nvPr/>
            </p:nvSpPr>
            <p:spPr bwMode="auto">
              <a:xfrm>
                <a:off x="3330951" y="4163752"/>
                <a:ext cx="3763338" cy="444500"/>
              </a:xfrm>
              <a:prstGeom prst="rect">
                <a:avLst/>
              </a:prstGeom>
              <a:noFill/>
              <a:ln>
                <a:noFill/>
              </a:ln>
              <a:effectLst/>
            </p:spPr>
            <p:txBody>
              <a:bodyPr>
                <a:noAutofit/>
              </a:bodyPr>
              <a:lstStyle/>
              <a:p>
                <a14:m>
                  <m:oMathPara xmlns:m="http://schemas.openxmlformats.org/officeDocument/2006/math">
                    <m:oMathParaPr>
                      <m:jc m:val="left"/>
                    </m:oMathParaPr>
                    <m:oMath xmlns:m="http://schemas.openxmlformats.org/officeDocument/2006/math">
                      <m:sSub>
                        <m:sSubPr>
                          <m:ctrlPr>
                            <a:rPr kumimoji="1" lang="zh-CN" altLang="en-US" sz="2200" i="1" smtClean="0">
                              <a:solidFill>
                                <a:schemeClr val="tx1">
                                  <a:lumMod val="95000"/>
                                  <a:lumOff val="5000"/>
                                </a:schemeClr>
                              </a:solidFill>
                              <a:latin typeface="Cambria Math" panose="02040503050406030204" charset="0"/>
                              <a:ea typeface="黑体" panose="02010609060101010101" pitchFamily="49" charset="-122"/>
                            </a:rPr>
                          </m:ctrlPr>
                        </m:sSubPr>
                        <m:e>
                          <m:r>
                            <m:rPr>
                              <m:sty m:val="p"/>
                            </m:rPr>
                            <a:rPr kumimoji="1" lang="zh-CN" altLang="en-US" sz="2200">
                              <a:solidFill>
                                <a:schemeClr val="tx1">
                                  <a:lumMod val="95000"/>
                                  <a:lumOff val="5000"/>
                                </a:schemeClr>
                              </a:solidFill>
                              <a:latin typeface="Cambria Math" panose="02040503050406030204" charset="0"/>
                              <a:ea typeface="黑体" panose="02010609060101010101" pitchFamily="49" charset="-122"/>
                            </a:rPr>
                            <m:t>Δ</m:t>
                          </m:r>
                        </m:e>
                        <m:sub>
                          <m:r>
                            <a:rPr kumimoji="1" lang="zh-CN" altLang="en-US" sz="2200">
                              <a:solidFill>
                                <a:schemeClr val="tx1">
                                  <a:lumMod val="95000"/>
                                  <a:lumOff val="5000"/>
                                </a:schemeClr>
                              </a:solidFill>
                              <a:latin typeface="Cambria Math" panose="02040503050406030204" charset="0"/>
                              <a:ea typeface="黑体" panose="02010609060101010101" pitchFamily="49" charset="-122"/>
                            </a:rPr>
                            <m:t>𝑥</m:t>
                          </m:r>
                        </m:sub>
                      </m:sSub>
                      <m:r>
                        <a:rPr kumimoji="1" lang="zh-CN" altLang="en-US" sz="2200">
                          <a:solidFill>
                            <a:schemeClr val="tx1">
                              <a:lumMod val="95000"/>
                              <a:lumOff val="5000"/>
                            </a:schemeClr>
                          </a:solidFill>
                          <a:latin typeface="Cambria Math" panose="02040503050406030204" charset="0"/>
                          <a:ea typeface="黑体" panose="02010609060101010101" pitchFamily="49" charset="-122"/>
                        </a:rPr>
                        <m:t>𝑧</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𝑓</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m:rPr>
                          <m:nor/>
                        </m:rPr>
                        <a:rPr kumimoji="1" lang="zh-CN" altLang="en-US" sz="2200">
                          <a:solidFill>
                            <a:schemeClr val="tx1">
                              <a:lumMod val="95000"/>
                              <a:lumOff val="5000"/>
                            </a:schemeClr>
                          </a:solidFill>
                          <a:latin typeface="Cambria Math" panose="02040503050406030204" charset="0"/>
                          <a:ea typeface="黑体" panose="02010609060101010101" pitchFamily="49" charset="-122"/>
                        </a:rPr>
                        <m:t> </m:t>
                      </m:r>
                      <m:r>
                        <m:rPr>
                          <m:nor/>
                        </m:rPr>
                        <a:rPr kumimoji="1" lang="en-US" altLang="zh-CN" sz="2200" b="0" i="0" smtClean="0">
                          <a:solidFill>
                            <a:schemeClr val="tx1">
                              <a:lumMod val="95000"/>
                              <a:lumOff val="5000"/>
                            </a:schemeClr>
                          </a:solidFill>
                          <a:latin typeface="Cambria Math" panose="02040503050406030204" charset="0"/>
                          <a:ea typeface="黑体" panose="02010609060101010101" pitchFamily="49" charset="-122"/>
                        </a:rPr>
                        <m:t> </m:t>
                      </m:r>
                      <m:r>
                        <m:rPr>
                          <m:nor/>
                        </m:rPr>
                        <a:rPr kumimoji="1" lang="zh-CN" altLang="en-US" sz="2200">
                          <a:solidFill>
                            <a:schemeClr val="tx1">
                              <a:lumMod val="95000"/>
                              <a:lumOff val="5000"/>
                            </a:schemeClr>
                          </a:solidFill>
                          <a:latin typeface="Cambria Math" panose="02040503050406030204" charset="0"/>
                          <a:ea typeface="黑体" panose="02010609060101010101" pitchFamily="49" charset="-122"/>
                        </a:rPr>
                        <m:t>           </m:t>
                      </m:r>
                      <m:r>
                        <a:rPr kumimoji="1" lang="en-US" altLang="zh-CN" sz="2200" b="0" i="0" smtClean="0">
                          <a:solidFill>
                            <a:schemeClr val="tx1">
                              <a:lumMod val="95000"/>
                              <a:lumOff val="5000"/>
                            </a:schemeClr>
                          </a:solidFill>
                          <a:latin typeface="Cambria Math" panose="02040503050406030204" charset="0"/>
                          <a:ea typeface="黑体" panose="02010609060101010101" pitchFamily="49" charset="-122"/>
                        </a:rPr>
                        <m:t> </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𝑦</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𝑓</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m:rPr>
                          <m:nor/>
                        </m:rPr>
                        <a:rPr kumimoji="1" lang="zh-CN" altLang="en-US" sz="2200">
                          <a:solidFill>
                            <a:schemeClr val="tx1">
                              <a:lumMod val="95000"/>
                              <a:lumOff val="5000"/>
                            </a:schemeClr>
                          </a:solidFill>
                          <a:latin typeface="Cambria Math" panose="02040503050406030204" charset="0"/>
                          <a:ea typeface="黑体" panose="02010609060101010101" pitchFamily="49" charset="-122"/>
                        </a:rPr>
                        <m:t>   </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𝑦</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oMath>
                  </m:oMathPara>
                </a14:m>
                <a:endParaRPr kumimoji="1" lang="zh-CN" altLang="en-US" sz="2200" dirty="0">
                  <a:solidFill>
                    <a:schemeClr val="tx1">
                      <a:lumMod val="95000"/>
                      <a:lumOff val="5000"/>
                    </a:schemeClr>
                  </a:solidFill>
                  <a:latin typeface="Cambria Math" panose="02040503050406030204" charset="0"/>
                  <a:ea typeface="黑体" panose="02010609060101010101" pitchFamily="49" charset="-122"/>
                </a:endParaRPr>
              </a:p>
            </p:txBody>
          </p:sp>
        </mc:Choice>
        <mc:Fallback>
          <p:sp>
            <p:nvSpPr>
              <p:cNvPr id="7" name="Object 9"/>
              <p:cNvSpPr txBox="1">
                <a:spLocks noRot="1" noChangeAspect="1" noMove="1" noResize="1" noEditPoints="1" noAdjustHandles="1" noChangeArrowheads="1" noChangeShapeType="1" noTextEdit="1"/>
              </p:cNvSpPr>
              <p:nvPr/>
            </p:nvSpPr>
            <p:spPr bwMode="auto">
              <a:xfrm>
                <a:off x="3330951" y="4163752"/>
                <a:ext cx="3763338" cy="444500"/>
              </a:xfrm>
              <a:prstGeom prst="rect">
                <a:avLst/>
              </a:prstGeom>
              <a:blipFill rotWithShape="1">
                <a:blip r:embed="rId4"/>
                <a:stretch>
                  <a:fillRect l="-10" t="-13" r="2" b="13"/>
                </a:stretch>
              </a:blipFill>
              <a:ln>
                <a:noFill/>
              </a:ln>
              <a:effectLst/>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8" name="Object 10"/>
              <p:cNvSpPr txBox="1"/>
              <p:nvPr/>
            </p:nvSpPr>
            <p:spPr bwMode="auto">
              <a:xfrm>
                <a:off x="3330951" y="4679148"/>
                <a:ext cx="1507412" cy="927100"/>
              </a:xfrm>
              <a:prstGeom prst="rect">
                <a:avLst/>
              </a:prstGeom>
              <a:noFill/>
              <a:ln>
                <a:noFill/>
              </a:ln>
              <a:effectLst/>
            </p:spPr>
            <p:txBody>
              <a:bodyPr>
                <a:noAutofit/>
              </a:bodyPr>
              <a:lstStyle/>
              <a:p>
                <a14:m>
                  <m:oMathPara xmlns:m="http://schemas.openxmlformats.org/officeDocument/2006/math">
                    <m:oMathParaPr>
                      <m:jc m:val="left"/>
                    </m:oMathParaPr>
                    <m:oMath xmlns:m="http://schemas.openxmlformats.org/officeDocument/2006/math">
                      <m:r>
                        <a:rPr kumimoji="1" lang="zh-CN" altLang="en-US" sz="2200">
                          <a:solidFill>
                            <a:schemeClr val="tx1">
                              <a:lumMod val="95000"/>
                              <a:lumOff val="5000"/>
                            </a:schemeClr>
                          </a:solidFill>
                          <a:latin typeface="Cambria Math" panose="02040503050406030204" charset="0"/>
                          <a:ea typeface="黑体" panose="02010609060101010101" pitchFamily="49" charset="-122"/>
                        </a:rPr>
                        <m:t>∴ </m:t>
                      </m:r>
                      <m:f>
                        <m:fPr>
                          <m:ctrlPr>
                            <a:rPr kumimoji="1" lang="zh-CN" altLang="en-US" sz="2200" i="1">
                              <a:solidFill>
                                <a:schemeClr val="tx1">
                                  <a:lumMod val="95000"/>
                                  <a:lumOff val="5000"/>
                                </a:schemeClr>
                              </a:solidFill>
                              <a:latin typeface="Cambria Math" panose="02040503050406030204" charset="0"/>
                              <a:ea typeface="黑体" panose="02010609060101010101" pitchFamily="49" charset="-122"/>
                            </a:rPr>
                          </m:ctrlPr>
                        </m:fPr>
                        <m:num>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𝑧</m:t>
                          </m:r>
                        </m:num>
                        <m:den>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𝑥</m:t>
                          </m:r>
                        </m:den>
                      </m:f>
                    </m:oMath>
                  </m:oMathPara>
                </a14:m>
                <a:endParaRPr kumimoji="1" lang="zh-CN" altLang="en-US" sz="2200" dirty="0">
                  <a:solidFill>
                    <a:schemeClr val="tx1">
                      <a:lumMod val="95000"/>
                      <a:lumOff val="5000"/>
                    </a:schemeClr>
                  </a:solidFill>
                  <a:latin typeface="Cambria Math" panose="02040503050406030204" charset="0"/>
                  <a:ea typeface="黑体" panose="02010609060101010101" pitchFamily="49" charset="-122"/>
                </a:endParaRPr>
              </a:p>
            </p:txBody>
          </p:sp>
        </mc:Choice>
        <mc:Fallback>
          <p:sp>
            <p:nvSpPr>
              <p:cNvPr id="8" name="Object 10"/>
              <p:cNvSpPr txBox="1">
                <a:spLocks noRot="1" noChangeAspect="1" noMove="1" noResize="1" noEditPoints="1" noAdjustHandles="1" noChangeArrowheads="1" noChangeShapeType="1" noTextEdit="1"/>
              </p:cNvSpPr>
              <p:nvPr/>
            </p:nvSpPr>
            <p:spPr bwMode="auto">
              <a:xfrm>
                <a:off x="3330951" y="4679148"/>
                <a:ext cx="1507412" cy="927100"/>
              </a:xfrm>
              <a:prstGeom prst="rect">
                <a:avLst/>
              </a:prstGeom>
              <a:blipFill rotWithShape="1">
                <a:blip r:embed="rId5"/>
                <a:stretch>
                  <a:fillRect l="-25" t="-50" r="20" b="50"/>
                </a:stretch>
              </a:blipFill>
              <a:ln>
                <a:noFill/>
              </a:ln>
              <a:effectLst/>
            </p:spPr>
            <p:txBody>
              <a:bodyPr/>
              <a:lstStyle/>
              <a:p>
                <a:r>
                  <a:rPr lang="zh-CN" altLang="en-US">
                    <a:noFill/>
                  </a:rPr>
                  <a:t> </a:t>
                </a:r>
              </a:p>
            </p:txBody>
          </p:sp>
        </mc:Fallback>
      </mc:AlternateContent>
      <p:sp>
        <p:nvSpPr>
          <p:cNvPr id="9" name="Text Box 11"/>
          <p:cNvSpPr txBox="1">
            <a:spLocks noChangeArrowheads="1"/>
          </p:cNvSpPr>
          <p:nvPr/>
        </p:nvSpPr>
        <p:spPr bwMode="auto">
          <a:xfrm>
            <a:off x="3314070" y="5666251"/>
            <a:ext cx="1333500" cy="43088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square">
            <a:spAutoFit/>
          </a:bodyPr>
          <a:lstStyle/>
          <a:p>
            <a:pPr marL="0" marR="0" lvl="0" indent="0" algn="l" defTabSz="914400" rtl="0" eaLnBrk="1" fontAlgn="base" latinLnBrk="0" hangingPunct="1">
              <a:lnSpc>
                <a:spcPct val="100000"/>
              </a:lnSpc>
              <a:spcBef>
                <a:spcPct val="50000"/>
              </a:spcBef>
              <a:spcAft>
                <a:spcPct val="0"/>
              </a:spcAft>
              <a:buClrTx/>
              <a:buSzTx/>
              <a:buFontTx/>
              <a:buNone/>
              <a:defRPr/>
            </a:pPr>
            <a:r>
              <a:rPr kumimoji="1" lang="zh-CN" altLang="en-US" sz="2200" dirty="0">
                <a:solidFill>
                  <a:schemeClr val="tx1">
                    <a:lumMod val="95000"/>
                    <a:lumOff val="5000"/>
                  </a:schemeClr>
                </a:solidFill>
                <a:latin typeface="Cambria Math" panose="02040503050406030204" charset="0"/>
                <a:ea typeface="黑体" panose="02010609060101010101" pitchFamily="49" charset="-122"/>
                <a:sym typeface="+mn-lt"/>
              </a:rPr>
              <a:t>同样可证</a:t>
            </a:r>
            <a:endParaRPr kumimoji="1" lang="zh-CN" altLang="en-US" sz="2200" dirty="0">
              <a:solidFill>
                <a:schemeClr val="tx1">
                  <a:lumMod val="95000"/>
                  <a:lumOff val="5000"/>
                </a:schemeClr>
              </a:solidFill>
              <a:latin typeface="Cambria Math" panose="02040503050406030204" charset="0"/>
              <a:ea typeface="黑体" panose="02010609060101010101" pitchFamily="49" charset="-122"/>
              <a:sym typeface="+mn-lt"/>
            </a:endParaRPr>
          </a:p>
        </p:txBody>
      </p:sp>
      <mc:AlternateContent xmlns:mc="http://schemas.openxmlformats.org/markup-compatibility/2006">
        <mc:Choice xmlns:a14="http://schemas.microsoft.com/office/drawing/2010/main" Requires="a14">
          <p:sp>
            <p:nvSpPr>
              <p:cNvPr id="10" name="Object 13"/>
              <p:cNvSpPr txBox="1"/>
              <p:nvPr/>
            </p:nvSpPr>
            <p:spPr bwMode="auto">
              <a:xfrm>
                <a:off x="4566003" y="5471940"/>
                <a:ext cx="1142999" cy="927100"/>
              </a:xfrm>
              <a:prstGeom prst="rect">
                <a:avLst/>
              </a:prstGeom>
              <a:noFill/>
              <a:ln>
                <a:noFill/>
              </a:ln>
              <a:effectLst/>
            </p:spPr>
            <p:txBody>
              <a:bodyPr>
                <a:noAutofit/>
              </a:bodyPr>
              <a:lstStyle/>
              <a:p>
                <a14:m>
                  <m:oMathPara xmlns:m="http://schemas.openxmlformats.org/officeDocument/2006/math">
                    <m:oMathParaPr>
                      <m:jc m:val="left"/>
                    </m:oMathParaPr>
                    <m:oMath xmlns:m="http://schemas.openxmlformats.org/officeDocument/2006/math">
                      <m:f>
                        <m:fPr>
                          <m:ctrlPr>
                            <a:rPr kumimoji="1" lang="zh-CN" altLang="en-US" sz="2200" i="1">
                              <a:solidFill>
                                <a:schemeClr val="tx1">
                                  <a:lumMod val="95000"/>
                                  <a:lumOff val="5000"/>
                                </a:schemeClr>
                              </a:solidFill>
                              <a:latin typeface="Cambria Math" panose="02040503050406030204" charset="0"/>
                              <a:ea typeface="黑体" panose="02010609060101010101" pitchFamily="49" charset="-122"/>
                            </a:rPr>
                          </m:ctrlPr>
                        </m:fPr>
                        <m:num>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𝑧</m:t>
                          </m:r>
                        </m:num>
                        <m:den>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𝑦</m:t>
                          </m:r>
                        </m:den>
                      </m:f>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𝐵</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oMath>
                  </m:oMathPara>
                </a14:m>
                <a:endParaRPr kumimoji="1" lang="zh-CN" altLang="en-US" sz="2200" dirty="0">
                  <a:solidFill>
                    <a:schemeClr val="tx1">
                      <a:lumMod val="95000"/>
                      <a:lumOff val="5000"/>
                    </a:schemeClr>
                  </a:solidFill>
                  <a:latin typeface="Cambria Math" panose="02040503050406030204" charset="0"/>
                  <a:ea typeface="黑体" panose="02010609060101010101" pitchFamily="49" charset="-122"/>
                </a:endParaRPr>
              </a:p>
            </p:txBody>
          </p:sp>
        </mc:Choice>
        <mc:Fallback>
          <p:sp>
            <p:nvSpPr>
              <p:cNvPr id="10" name="Object 13"/>
              <p:cNvSpPr txBox="1">
                <a:spLocks noRot="1" noChangeAspect="1" noMove="1" noResize="1" noEditPoints="1" noAdjustHandles="1" noChangeArrowheads="1" noChangeShapeType="1" noTextEdit="1"/>
              </p:cNvSpPr>
              <p:nvPr/>
            </p:nvSpPr>
            <p:spPr bwMode="auto">
              <a:xfrm>
                <a:off x="4566003" y="5471940"/>
                <a:ext cx="1142999" cy="927100"/>
              </a:xfrm>
              <a:prstGeom prst="rect">
                <a:avLst/>
              </a:prstGeom>
              <a:blipFill rotWithShape="1">
                <a:blip r:embed="rId6"/>
                <a:stretch>
                  <a:fillRect l="-31" t="-16" r="31" b="16"/>
                </a:stretch>
              </a:blipFill>
              <a:ln>
                <a:noFill/>
              </a:ln>
              <a:effectLst/>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1" name="Object 16"/>
              <p:cNvSpPr txBox="1"/>
              <p:nvPr/>
            </p:nvSpPr>
            <p:spPr bwMode="auto">
              <a:xfrm>
                <a:off x="6550347" y="5473527"/>
                <a:ext cx="2617553" cy="914400"/>
              </a:xfrm>
              <a:prstGeom prst="rect">
                <a:avLst/>
              </a:prstGeom>
              <a:noFill/>
              <a:ln>
                <a:noFill/>
              </a:ln>
              <a:effectLst/>
            </p:spPr>
            <p:txBody>
              <a:bodyPr>
                <a:noAutofit/>
              </a:bodyPr>
              <a:lstStyle/>
              <a:p>
                <a14:m>
                  <m:oMathPara xmlns:m="http://schemas.openxmlformats.org/officeDocument/2006/math">
                    <m:oMathParaPr>
                      <m:jc m:val="left"/>
                    </m:oMathParaPr>
                    <m:oMath xmlns:m="http://schemas.openxmlformats.org/officeDocument/2006/math">
                      <m:r>
                        <m:rPr>
                          <m:sty m:val="p"/>
                        </m:rPr>
                        <a:rPr kumimoji="1" lang="zh-CN" altLang="en-US" sz="2200">
                          <a:solidFill>
                            <a:schemeClr val="tx1">
                              <a:lumMod val="95000"/>
                              <a:lumOff val="5000"/>
                            </a:schemeClr>
                          </a:solidFill>
                          <a:latin typeface="Cambria Math" panose="02040503050406030204" charset="0"/>
                          <a:ea typeface="黑体" panose="02010609060101010101" pitchFamily="49" charset="-122"/>
                        </a:rPr>
                        <m:t>d</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𝑧</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f>
                        <m:fPr>
                          <m:ctrlPr>
                            <a:rPr kumimoji="1" lang="zh-CN" altLang="en-US" sz="2200" i="1">
                              <a:solidFill>
                                <a:schemeClr val="tx1">
                                  <a:lumMod val="95000"/>
                                  <a:lumOff val="5000"/>
                                </a:schemeClr>
                              </a:solidFill>
                              <a:latin typeface="Cambria Math" panose="02040503050406030204" charset="0"/>
                              <a:ea typeface="黑体" panose="02010609060101010101" pitchFamily="49" charset="-122"/>
                            </a:rPr>
                          </m:ctrlPr>
                        </m:fPr>
                        <m:num>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𝑧</m:t>
                          </m:r>
                        </m:num>
                        <m:den>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𝑥</m:t>
                          </m:r>
                        </m:den>
                      </m:f>
                      <m:r>
                        <m:rPr>
                          <m:sty m:val="p"/>
                        </m:rPr>
                        <a:rPr kumimoji="1" lang="zh-CN" altLang="en-US" sz="2200">
                          <a:solidFill>
                            <a:schemeClr val="tx1">
                              <a:lumMod val="95000"/>
                              <a:lumOff val="5000"/>
                            </a:schemeClr>
                          </a:solidFill>
                          <a:latin typeface="Cambria Math" panose="02040503050406030204" charset="0"/>
                          <a:ea typeface="黑体" panose="02010609060101010101" pitchFamily="49" charset="-122"/>
                        </a:rPr>
                        <m:t>Δ</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𝑥</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f>
                        <m:fPr>
                          <m:ctrlPr>
                            <a:rPr kumimoji="1" lang="zh-CN" altLang="en-US" sz="2200" i="1">
                              <a:solidFill>
                                <a:schemeClr val="tx1">
                                  <a:lumMod val="95000"/>
                                  <a:lumOff val="5000"/>
                                </a:schemeClr>
                              </a:solidFill>
                              <a:latin typeface="Cambria Math" panose="02040503050406030204" charset="0"/>
                              <a:ea typeface="黑体" panose="02010609060101010101" pitchFamily="49" charset="-122"/>
                            </a:rPr>
                          </m:ctrlPr>
                        </m:fPr>
                        <m:num>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𝑧</m:t>
                          </m:r>
                        </m:num>
                        <m:den>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𝑦</m:t>
                          </m:r>
                        </m:den>
                      </m:f>
                      <m:r>
                        <m:rPr>
                          <m:sty m:val="p"/>
                        </m:rPr>
                        <a:rPr kumimoji="1" lang="zh-CN" altLang="en-US" sz="2200">
                          <a:solidFill>
                            <a:schemeClr val="tx1">
                              <a:lumMod val="95000"/>
                              <a:lumOff val="5000"/>
                            </a:schemeClr>
                          </a:solidFill>
                          <a:latin typeface="Cambria Math" panose="02040503050406030204" charset="0"/>
                          <a:ea typeface="黑体" panose="02010609060101010101" pitchFamily="49" charset="-122"/>
                        </a:rPr>
                        <m:t>Δ</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𝑦</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oMath>
                  </m:oMathPara>
                </a14:m>
                <a:endParaRPr kumimoji="1" lang="zh-CN" altLang="en-US" sz="2200" dirty="0">
                  <a:solidFill>
                    <a:schemeClr val="tx1">
                      <a:lumMod val="95000"/>
                      <a:lumOff val="5000"/>
                    </a:schemeClr>
                  </a:solidFill>
                  <a:latin typeface="Cambria Math" panose="02040503050406030204" charset="0"/>
                  <a:ea typeface="黑体" panose="02010609060101010101" pitchFamily="49" charset="-122"/>
                </a:endParaRPr>
              </a:p>
            </p:txBody>
          </p:sp>
        </mc:Choice>
        <mc:Fallback>
          <p:sp>
            <p:nvSpPr>
              <p:cNvPr id="11" name="Object 16"/>
              <p:cNvSpPr txBox="1">
                <a:spLocks noRot="1" noChangeAspect="1" noMove="1" noResize="1" noEditPoints="1" noAdjustHandles="1" noChangeArrowheads="1" noChangeShapeType="1" noTextEdit="1"/>
              </p:cNvSpPr>
              <p:nvPr/>
            </p:nvSpPr>
            <p:spPr bwMode="auto">
              <a:xfrm>
                <a:off x="6550347" y="5473527"/>
                <a:ext cx="2617553" cy="914400"/>
              </a:xfrm>
              <a:prstGeom prst="rect">
                <a:avLst/>
              </a:prstGeom>
              <a:blipFill rotWithShape="1">
                <a:blip r:embed="rId7"/>
                <a:stretch>
                  <a:fillRect l="-12" t="-51" r="15" b="51"/>
                </a:stretch>
              </a:blipFill>
              <a:ln>
                <a:noFill/>
              </a:ln>
              <a:effectLst/>
            </p:spPr>
            <p:txBody>
              <a:bodyPr/>
              <a:lstStyle/>
              <a:p>
                <a:r>
                  <a:rPr lang="zh-CN" altLang="en-US">
                    <a:noFill/>
                  </a:rPr>
                  <a:t> </a:t>
                </a:r>
              </a:p>
            </p:txBody>
          </p:sp>
        </mc:Fallback>
      </mc:AlternateContent>
      <p:sp>
        <p:nvSpPr>
          <p:cNvPr id="12" name="Text Box 7"/>
          <p:cNvSpPr txBox="1">
            <a:spLocks noChangeArrowheads="1"/>
          </p:cNvSpPr>
          <p:nvPr/>
        </p:nvSpPr>
        <p:spPr bwMode="auto">
          <a:xfrm>
            <a:off x="2086205" y="3108919"/>
            <a:ext cx="3657600" cy="5191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lvl="0" fontAlgn="base">
              <a:spcBef>
                <a:spcPct val="50000"/>
              </a:spcBef>
              <a:spcAft>
                <a:spcPct val="0"/>
              </a:spcAft>
              <a:defRPr/>
            </a:pPr>
            <a:r>
              <a:rPr kumimoji="1" lang="zh-CN" altLang="en-US" sz="2800" b="1" kern="0" dirty="0">
                <a:solidFill>
                  <a:srgbClr val="04926A"/>
                </a:solidFill>
                <a:latin typeface="微软雅黑" panose="020B0503020204020204" pitchFamily="34" charset="-122"/>
                <a:ea typeface="微软雅黑" panose="020B0503020204020204" pitchFamily="34" charset="-122"/>
                <a:cs typeface="微软雅黑" panose="020B0503020204020204" pitchFamily="34" charset="-122"/>
              </a:rPr>
              <a:t>证        </a:t>
            </a:r>
            <a:r>
              <a:rPr kumimoji="1" lang="zh-CN" altLang="en-US" sz="2200" dirty="0">
                <a:solidFill>
                  <a:schemeClr val="tx1">
                    <a:lumMod val="95000"/>
                    <a:lumOff val="5000"/>
                  </a:schemeClr>
                </a:solidFill>
                <a:latin typeface="Cambria Math" panose="02040503050406030204" charset="0"/>
                <a:ea typeface="黑体" panose="02010609060101010101" pitchFamily="49" charset="-122"/>
                <a:sym typeface="+mn-lt"/>
              </a:rPr>
              <a:t>由全增量公式</a:t>
            </a:r>
            <a:endParaRPr kumimoji="1" lang="zh-CN" altLang="en-US" sz="2200" dirty="0">
              <a:solidFill>
                <a:schemeClr val="tx1">
                  <a:lumMod val="95000"/>
                  <a:lumOff val="5000"/>
                </a:schemeClr>
              </a:solidFill>
              <a:latin typeface="Cambria Math" panose="02040503050406030204" charset="0"/>
              <a:ea typeface="黑体" panose="02010609060101010101" pitchFamily="49" charset="-122"/>
              <a:sym typeface="+mn-lt"/>
            </a:endParaRPr>
          </a:p>
        </p:txBody>
      </p:sp>
      <mc:AlternateContent xmlns:mc="http://schemas.openxmlformats.org/markup-compatibility/2006">
        <mc:Choice xmlns:a14="http://schemas.microsoft.com/office/drawing/2010/main" Requires="a14">
          <p:sp>
            <p:nvSpPr>
              <p:cNvPr id="13" name="Object 25"/>
              <p:cNvSpPr txBox="1"/>
              <p:nvPr/>
            </p:nvSpPr>
            <p:spPr bwMode="auto">
              <a:xfrm>
                <a:off x="5129054" y="3169240"/>
                <a:ext cx="3270153" cy="465336"/>
              </a:xfrm>
              <a:prstGeom prst="rect">
                <a:avLst/>
              </a:prstGeom>
              <a:noFill/>
              <a:ln>
                <a:noFill/>
              </a:ln>
              <a:effectLst/>
            </p:spPr>
            <p:txBody>
              <a:bodyPr>
                <a:noAutofit/>
              </a:bodyPr>
              <a:lstStyle/>
              <a:p>
                <a14:m>
                  <m:oMathPara xmlns:m="http://schemas.openxmlformats.org/officeDocument/2006/math">
                    <m:oMathParaPr>
                      <m:jc m:val="left"/>
                    </m:oMathParaPr>
                    <m:oMath xmlns:m="http://schemas.openxmlformats.org/officeDocument/2006/math">
                      <m:r>
                        <m:rPr>
                          <m:sty m:val="p"/>
                        </m:rPr>
                        <a:rPr kumimoji="1" lang="zh-CN" altLang="en-US" sz="2200">
                          <a:solidFill>
                            <a:schemeClr val="tx1">
                              <a:lumMod val="95000"/>
                              <a:lumOff val="5000"/>
                            </a:schemeClr>
                          </a:solidFill>
                          <a:latin typeface="Cambria Math" panose="02040503050406030204" charset="0"/>
                          <a:ea typeface="黑体" panose="02010609060101010101" pitchFamily="49" charset="-122"/>
                        </a:rPr>
                        <m:t>Δ</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𝑧</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𝐴</m:t>
                      </m:r>
                      <m:r>
                        <m:rPr>
                          <m:sty m:val="p"/>
                        </m:rPr>
                        <a:rPr kumimoji="1" lang="zh-CN" altLang="en-US" sz="2200">
                          <a:solidFill>
                            <a:schemeClr val="tx1">
                              <a:lumMod val="95000"/>
                              <a:lumOff val="5000"/>
                            </a:schemeClr>
                          </a:solidFill>
                          <a:latin typeface="Cambria Math" panose="02040503050406030204" charset="0"/>
                          <a:ea typeface="黑体" panose="02010609060101010101" pitchFamily="49" charset="-122"/>
                        </a:rPr>
                        <m:t>Δ</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𝑥</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𝐵</m:t>
                      </m:r>
                      <m:r>
                        <m:rPr>
                          <m:sty m:val="p"/>
                        </m:rPr>
                        <a:rPr kumimoji="1" lang="zh-CN" altLang="en-US" sz="2200">
                          <a:solidFill>
                            <a:schemeClr val="tx1">
                              <a:lumMod val="95000"/>
                              <a:lumOff val="5000"/>
                            </a:schemeClr>
                          </a:solidFill>
                          <a:latin typeface="Cambria Math" panose="02040503050406030204" charset="0"/>
                          <a:ea typeface="黑体" panose="02010609060101010101" pitchFamily="49" charset="-122"/>
                        </a:rPr>
                        <m:t>Δ</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𝑦</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𝑜</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𝜌</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oMath>
                  </m:oMathPara>
                </a14:m>
                <a:endParaRPr kumimoji="1" lang="zh-CN" altLang="en-US" sz="2200" dirty="0">
                  <a:solidFill>
                    <a:schemeClr val="tx1">
                      <a:lumMod val="95000"/>
                      <a:lumOff val="5000"/>
                    </a:schemeClr>
                  </a:solidFill>
                  <a:latin typeface="Cambria Math" panose="02040503050406030204" charset="0"/>
                  <a:ea typeface="黑体" panose="02010609060101010101" pitchFamily="49" charset="-122"/>
                </a:endParaRPr>
              </a:p>
            </p:txBody>
          </p:sp>
        </mc:Choice>
        <mc:Fallback>
          <p:sp>
            <p:nvSpPr>
              <p:cNvPr id="13" name="Object 25"/>
              <p:cNvSpPr txBox="1">
                <a:spLocks noRot="1" noChangeAspect="1" noMove="1" noResize="1" noEditPoints="1" noAdjustHandles="1" noChangeArrowheads="1" noChangeShapeType="1" noTextEdit="1"/>
              </p:cNvSpPr>
              <p:nvPr/>
            </p:nvSpPr>
            <p:spPr bwMode="auto">
              <a:xfrm>
                <a:off x="5129054" y="3169240"/>
                <a:ext cx="3270153" cy="465336"/>
              </a:xfrm>
              <a:prstGeom prst="rect">
                <a:avLst/>
              </a:prstGeom>
              <a:blipFill rotWithShape="1">
                <a:blip r:embed="rId8"/>
                <a:stretch>
                  <a:fillRect l="-5" t="-127" r="2" b="101"/>
                </a:stretch>
              </a:blipFill>
              <a:ln>
                <a:noFill/>
              </a:ln>
              <a:effectLst/>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4" name="Object 8"/>
              <p:cNvSpPr txBox="1"/>
              <p:nvPr/>
            </p:nvSpPr>
            <p:spPr bwMode="auto">
              <a:xfrm>
                <a:off x="8109285" y="3169240"/>
                <a:ext cx="1739900" cy="444500"/>
              </a:xfrm>
              <a:prstGeom prst="rect">
                <a:avLst/>
              </a:prstGeom>
              <a:noFill/>
              <a:ln>
                <a:noFill/>
              </a:ln>
              <a:effectLst/>
            </p:spPr>
            <p:txBody>
              <a:bodyPr>
                <a:noAutofit/>
              </a:bodyPr>
              <a:lstStyle/>
              <a:p>
                <a14:m>
                  <m:oMathPara xmlns:m="http://schemas.openxmlformats.org/officeDocument/2006/math">
                    <m:oMathParaPr>
                      <m:jc m:val="left"/>
                    </m:oMathParaPr>
                    <m:oMath xmlns:m="http://schemas.openxmlformats.org/officeDocument/2006/math">
                      <m:r>
                        <a:rPr kumimoji="1" lang="zh-CN" altLang="en-US" sz="2200">
                          <a:solidFill>
                            <a:schemeClr val="tx1">
                              <a:lumMod val="95000"/>
                              <a:lumOff val="5000"/>
                            </a:schemeClr>
                          </a:solidFill>
                          <a:latin typeface="Cambria Math" panose="02040503050406030204" charset="0"/>
                          <a:ea typeface="黑体" panose="02010609060101010101" pitchFamily="49" charset="-122"/>
                        </a:rPr>
                        <m:t>令</m:t>
                      </m:r>
                      <m:r>
                        <m:rPr>
                          <m:sty m:val="p"/>
                        </m:rPr>
                        <a:rPr kumimoji="1" lang="zh-CN" altLang="en-US" sz="2200">
                          <a:solidFill>
                            <a:schemeClr val="tx1">
                              <a:lumMod val="95000"/>
                              <a:lumOff val="5000"/>
                            </a:schemeClr>
                          </a:solidFill>
                          <a:latin typeface="Cambria Math" panose="02040503050406030204" charset="0"/>
                          <a:ea typeface="黑体" panose="02010609060101010101" pitchFamily="49" charset="-122"/>
                        </a:rPr>
                        <m:t>Δ</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𝑦</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rPr>
                        <m:t>0</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oMath>
                  </m:oMathPara>
                </a14:m>
                <a:endParaRPr kumimoji="1" lang="zh-CN" altLang="en-US" sz="2200" dirty="0">
                  <a:solidFill>
                    <a:schemeClr val="tx1">
                      <a:lumMod val="95000"/>
                      <a:lumOff val="5000"/>
                    </a:schemeClr>
                  </a:solidFill>
                  <a:latin typeface="Cambria Math" panose="02040503050406030204" charset="0"/>
                  <a:ea typeface="黑体" panose="02010609060101010101" pitchFamily="49" charset="-122"/>
                </a:endParaRPr>
              </a:p>
            </p:txBody>
          </p:sp>
        </mc:Choice>
        <mc:Fallback>
          <p:sp>
            <p:nvSpPr>
              <p:cNvPr id="14" name="Object 8"/>
              <p:cNvSpPr txBox="1">
                <a:spLocks noRot="1" noChangeAspect="1" noMove="1" noResize="1" noEditPoints="1" noAdjustHandles="1" noChangeArrowheads="1" noChangeShapeType="1" noTextEdit="1"/>
              </p:cNvSpPr>
              <p:nvPr/>
            </p:nvSpPr>
            <p:spPr bwMode="auto">
              <a:xfrm>
                <a:off x="8109285" y="3169240"/>
                <a:ext cx="1739900" cy="444500"/>
              </a:xfrm>
              <a:prstGeom prst="rect">
                <a:avLst/>
              </a:prstGeom>
              <a:blipFill rotWithShape="1">
                <a:blip r:embed="rId9"/>
                <a:stretch>
                  <a:fillRect l="-19" t="-133" r="19" b="133"/>
                </a:stretch>
              </a:blipFill>
              <a:ln>
                <a:noFill/>
              </a:ln>
              <a:effectLst/>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5" name="Object 34"/>
              <p:cNvSpPr txBox="1"/>
              <p:nvPr/>
            </p:nvSpPr>
            <p:spPr bwMode="auto">
              <a:xfrm>
                <a:off x="6969905" y="4165339"/>
                <a:ext cx="2810847" cy="495300"/>
              </a:xfrm>
              <a:prstGeom prst="rect">
                <a:avLst/>
              </a:prstGeom>
              <a:noFill/>
              <a:ln>
                <a:noFill/>
              </a:ln>
              <a:effectLst/>
            </p:spPr>
            <p:txBody>
              <a:bodyPr>
                <a:noAutofit/>
              </a:bodyPr>
              <a:lstStyle/>
              <a:p>
                <a14:m>
                  <m:oMathPara xmlns:m="http://schemas.openxmlformats.org/officeDocument/2006/math">
                    <m:oMathParaPr>
                      <m:jc m:val="left"/>
                    </m:oMathParaPr>
                    <m:oMath xmlns:m="http://schemas.openxmlformats.org/officeDocument/2006/math">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𝐴</m:t>
                      </m:r>
                      <m:r>
                        <m:rPr>
                          <m:sty m:val="p"/>
                        </m:rPr>
                        <a:rPr kumimoji="1" lang="zh-CN" altLang="en-US" sz="2200">
                          <a:solidFill>
                            <a:schemeClr val="tx1">
                              <a:lumMod val="95000"/>
                              <a:lumOff val="5000"/>
                            </a:schemeClr>
                          </a:solidFill>
                          <a:latin typeface="Cambria Math" panose="02040503050406030204" charset="0"/>
                          <a:ea typeface="黑体" panose="02010609060101010101" pitchFamily="49" charset="-122"/>
                        </a:rPr>
                        <m:t>Δ</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𝑥</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𝑜</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d>
                        <m:dPr>
                          <m:begChr m:val="|"/>
                          <m:endChr m:val="|"/>
                          <m:ctrlPr>
                            <a:rPr kumimoji="1" lang="zh-CN" altLang="en-US" sz="2200" i="1">
                              <a:solidFill>
                                <a:schemeClr val="tx1">
                                  <a:lumMod val="95000"/>
                                  <a:lumOff val="5000"/>
                                </a:schemeClr>
                              </a:solidFill>
                              <a:latin typeface="Cambria Math" panose="02040503050406030204" charset="0"/>
                              <a:ea typeface="黑体" panose="02010609060101010101" pitchFamily="49" charset="-122"/>
                            </a:rPr>
                          </m:ctrlPr>
                        </m:dPr>
                        <m:e>
                          <m:r>
                            <m:rPr>
                              <m:sty m:val="p"/>
                            </m:rPr>
                            <a:rPr kumimoji="1" lang="zh-CN" altLang="en-US" sz="2200">
                              <a:solidFill>
                                <a:schemeClr val="tx1">
                                  <a:lumMod val="95000"/>
                                  <a:lumOff val="5000"/>
                                </a:schemeClr>
                              </a:solidFill>
                              <a:latin typeface="Cambria Math" panose="02040503050406030204" charset="0"/>
                              <a:ea typeface="黑体" panose="02010609060101010101" pitchFamily="49" charset="-122"/>
                            </a:rPr>
                            <m:t>Δ</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𝑥</m:t>
                          </m:r>
                        </m:e>
                      </m:d>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oMath>
                  </m:oMathPara>
                </a14:m>
                <a:endParaRPr kumimoji="1" lang="zh-CN" altLang="en-US" sz="2200" dirty="0">
                  <a:solidFill>
                    <a:schemeClr val="tx1">
                      <a:lumMod val="95000"/>
                      <a:lumOff val="5000"/>
                    </a:schemeClr>
                  </a:solidFill>
                  <a:latin typeface="Cambria Math" panose="02040503050406030204" charset="0"/>
                  <a:ea typeface="黑体" panose="02010609060101010101" pitchFamily="49" charset="-122"/>
                </a:endParaRPr>
              </a:p>
            </p:txBody>
          </p:sp>
        </mc:Choice>
        <mc:Fallback>
          <p:sp>
            <p:nvSpPr>
              <p:cNvPr id="15" name="Object 34"/>
              <p:cNvSpPr txBox="1">
                <a:spLocks noRot="1" noChangeAspect="1" noMove="1" noResize="1" noEditPoints="1" noAdjustHandles="1" noChangeArrowheads="1" noChangeShapeType="1" noTextEdit="1"/>
              </p:cNvSpPr>
              <p:nvPr/>
            </p:nvSpPr>
            <p:spPr bwMode="auto">
              <a:xfrm>
                <a:off x="6969905" y="4165339"/>
                <a:ext cx="2810847" cy="495300"/>
              </a:xfrm>
              <a:prstGeom prst="rect">
                <a:avLst/>
              </a:prstGeom>
              <a:blipFill rotWithShape="1">
                <a:blip r:embed="rId10"/>
                <a:stretch>
                  <a:fillRect l="-5" t="-76" r="17" b="76"/>
                </a:stretch>
              </a:blipFill>
              <a:ln>
                <a:noFill/>
              </a:ln>
              <a:effectLst/>
            </p:spPr>
            <p:txBody>
              <a:bodyPr/>
              <a:lstStyle/>
              <a:p>
                <a:r>
                  <a:rPr lang="zh-CN" altLang="en-US">
                    <a:noFill/>
                  </a:rPr>
                  <a:t> </a:t>
                </a:r>
              </a:p>
            </p:txBody>
          </p:sp>
        </mc:Fallback>
      </mc:AlternateContent>
      <p:sp>
        <p:nvSpPr>
          <p:cNvPr id="16" name="Text Box 36"/>
          <p:cNvSpPr txBox="1">
            <a:spLocks noChangeArrowheads="1"/>
          </p:cNvSpPr>
          <p:nvPr/>
        </p:nvSpPr>
        <p:spPr bwMode="auto">
          <a:xfrm>
            <a:off x="8079502" y="1421046"/>
            <a:ext cx="2040180" cy="51911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square">
            <a:spAutoFit/>
          </a:bodyPr>
          <a:lstStyle/>
          <a:p>
            <a:pPr marL="0" marR="0" lvl="0" indent="0" algn="l" defTabSz="914400" rtl="0" eaLnBrk="1" fontAlgn="base" latinLnBrk="0" hangingPunct="1">
              <a:lnSpc>
                <a:spcPct val="100000"/>
              </a:lnSpc>
              <a:spcBef>
                <a:spcPct val="50000"/>
              </a:spcBef>
              <a:spcAft>
                <a:spcPct val="0"/>
              </a:spcAft>
              <a:buClrTx/>
              <a:buSzTx/>
              <a:buFontTx/>
              <a:buNone/>
              <a:defRPr/>
            </a:pPr>
            <a:r>
              <a:rPr kumimoji="1" lang="zh-CN" altLang="en-US" sz="2800" dirty="0">
                <a:solidFill>
                  <a:schemeClr val="tx1">
                    <a:lumMod val="95000"/>
                    <a:lumOff val="5000"/>
                  </a:schemeClr>
                </a:solidFill>
                <a:latin typeface="Cambria Math" panose="02040503050406030204" charset="0"/>
                <a:ea typeface="黑体" panose="02010609060101010101" pitchFamily="49" charset="-122"/>
                <a:sym typeface="+mn-lt"/>
              </a:rPr>
              <a:t>必存在</a:t>
            </a:r>
            <a:r>
              <a:rPr kumimoji="1" lang="en-US" altLang="zh-CN" sz="2800" dirty="0">
                <a:solidFill>
                  <a:schemeClr val="tx1">
                    <a:lumMod val="95000"/>
                    <a:lumOff val="5000"/>
                  </a:schemeClr>
                </a:solidFill>
                <a:latin typeface="Cambria Math" panose="02040503050406030204" charset="0"/>
                <a:ea typeface="黑体" panose="02010609060101010101" pitchFamily="49" charset="-122"/>
                <a:sym typeface="+mn-lt"/>
              </a:rPr>
              <a:t>,</a:t>
            </a:r>
            <a:r>
              <a:rPr kumimoji="1" lang="zh-CN" altLang="en-US" sz="2800" dirty="0">
                <a:solidFill>
                  <a:schemeClr val="tx1">
                    <a:lumMod val="95000"/>
                    <a:lumOff val="5000"/>
                  </a:schemeClr>
                </a:solidFill>
                <a:latin typeface="Cambria Math" panose="02040503050406030204" charset="0"/>
                <a:ea typeface="黑体" panose="02010609060101010101" pitchFamily="49" charset="-122"/>
                <a:sym typeface="+mn-lt"/>
              </a:rPr>
              <a:t>且有</a:t>
            </a:r>
            <a:endParaRPr kumimoji="1" lang="zh-CN" altLang="en-US" sz="2800" dirty="0">
              <a:solidFill>
                <a:schemeClr val="tx1">
                  <a:lumMod val="95000"/>
                  <a:lumOff val="5000"/>
                </a:schemeClr>
              </a:solidFill>
              <a:latin typeface="Cambria Math" panose="02040503050406030204" charset="0"/>
              <a:ea typeface="黑体" panose="02010609060101010101" pitchFamily="49" charset="-122"/>
              <a:sym typeface="+mn-lt"/>
            </a:endParaRPr>
          </a:p>
        </p:txBody>
      </p:sp>
      <mc:AlternateContent xmlns:mc="http://schemas.openxmlformats.org/markup-compatibility/2006">
        <mc:Choice xmlns:a14="http://schemas.microsoft.com/office/drawing/2010/main" Requires="a14">
          <p:sp>
            <p:nvSpPr>
              <p:cNvPr id="17" name="Text Box 37"/>
              <p:cNvSpPr txBox="1">
                <a:spLocks noChangeArrowheads="1"/>
              </p:cNvSpPr>
              <p:nvPr/>
            </p:nvSpPr>
            <p:spPr bwMode="auto">
              <a:xfrm>
                <a:off x="3295019" y="3690953"/>
                <a:ext cx="2541969" cy="43088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square">
                <a:spAutoFit/>
              </a:bodyPr>
              <a:lstStyle/>
              <a:p>
                <a:pPr fontAlgn="base">
                  <a:spcBef>
                    <a:spcPct val="50000"/>
                  </a:spcBef>
                  <a:spcAft>
                    <a:spcPct val="0"/>
                  </a:spcAft>
                  <a:defRPr/>
                </a:pPr>
                <a:r>
                  <a:rPr kumimoji="1" lang="zh-CN" altLang="en-US" sz="2200" dirty="0">
                    <a:solidFill>
                      <a:schemeClr val="tx1">
                        <a:lumMod val="95000"/>
                        <a:lumOff val="5000"/>
                      </a:schemeClr>
                    </a:solidFill>
                    <a:latin typeface="Cambria Math" panose="02040503050406030204" charset="0"/>
                    <a:ea typeface="黑体" panose="02010609060101010101" pitchFamily="49" charset="-122"/>
                    <a:sym typeface="+mn-lt"/>
                  </a:rPr>
                  <a:t>得到对</a:t>
                </a:r>
                <a14:m>
                  <m:oMath xmlns:m="http://schemas.openxmlformats.org/officeDocument/2006/math">
                    <m:r>
                      <a:rPr kumimoji="1" lang="en-US" altLang="zh-CN" sz="2200" b="0" i="0" smtClean="0">
                        <a:solidFill>
                          <a:schemeClr val="tx1">
                            <a:lumMod val="95000"/>
                            <a:lumOff val="5000"/>
                          </a:schemeClr>
                        </a:solidFill>
                        <a:latin typeface="Cambria Math" panose="02040503050406030204" charset="0"/>
                        <a:ea typeface="黑体" panose="02010609060101010101" pitchFamily="49" charset="-122"/>
                      </a:rPr>
                      <m:t> </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𝑥</m:t>
                    </m:r>
                    <m:r>
                      <a:rPr kumimoji="1" lang="en-US" altLang="zh-CN" sz="2200" b="0" i="0" smtClean="0">
                        <a:solidFill>
                          <a:schemeClr val="tx1">
                            <a:lumMod val="95000"/>
                            <a:lumOff val="5000"/>
                          </a:schemeClr>
                        </a:solidFill>
                        <a:latin typeface="Cambria Math" panose="02040503050406030204" charset="0"/>
                        <a:ea typeface="黑体" panose="02010609060101010101" pitchFamily="49" charset="-122"/>
                      </a:rPr>
                      <m:t> </m:t>
                    </m:r>
                  </m:oMath>
                </a14:m>
                <a:r>
                  <a:rPr kumimoji="1" lang="zh-CN" altLang="en-US" sz="2200" dirty="0">
                    <a:solidFill>
                      <a:schemeClr val="tx1">
                        <a:lumMod val="95000"/>
                        <a:lumOff val="5000"/>
                      </a:schemeClr>
                    </a:solidFill>
                    <a:latin typeface="Cambria Math" panose="02040503050406030204" charset="0"/>
                    <a:ea typeface="黑体" panose="02010609060101010101" pitchFamily="49" charset="-122"/>
                    <a:sym typeface="+mn-lt"/>
                  </a:rPr>
                  <a:t>的偏增量</a:t>
                </a:r>
                <a:endParaRPr kumimoji="1" lang="zh-CN" altLang="en-US" sz="2200" dirty="0">
                  <a:solidFill>
                    <a:schemeClr val="tx1">
                      <a:lumMod val="95000"/>
                      <a:lumOff val="5000"/>
                    </a:schemeClr>
                  </a:solidFill>
                  <a:latin typeface="Cambria Math" panose="02040503050406030204" charset="0"/>
                  <a:ea typeface="黑体" panose="02010609060101010101" pitchFamily="49" charset="-122"/>
                  <a:sym typeface="+mn-lt"/>
                </a:endParaRPr>
              </a:p>
            </p:txBody>
          </p:sp>
        </mc:Choice>
        <mc:Fallback>
          <p:sp>
            <p:nvSpPr>
              <p:cNvPr id="17" name="Text Box 37"/>
              <p:cNvSpPr txBox="1">
                <a:spLocks noRot="1" noChangeAspect="1" noMove="1" noResize="1" noEditPoints="1" noAdjustHandles="1" noChangeArrowheads="1" noChangeShapeType="1" noTextEdit="1"/>
              </p:cNvSpPr>
              <p:nvPr/>
            </p:nvSpPr>
            <p:spPr bwMode="auto">
              <a:xfrm>
                <a:off x="3295019" y="3690953"/>
                <a:ext cx="2541969" cy="430887"/>
              </a:xfrm>
              <a:prstGeom prst="rect">
                <a:avLst/>
              </a:prstGeom>
              <a:blipFill rotWithShape="1">
                <a:blip r:embed="rId11"/>
                <a:stretch>
                  <a:fillRect t="-77" r="3" b="13"/>
                </a:stretch>
              </a:blip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8" name="Object 38"/>
              <p:cNvSpPr txBox="1"/>
              <p:nvPr/>
            </p:nvSpPr>
            <p:spPr bwMode="auto">
              <a:xfrm>
                <a:off x="4429462" y="4163558"/>
                <a:ext cx="1064628" cy="433020"/>
              </a:xfrm>
              <a:prstGeom prst="rect">
                <a:avLst/>
              </a:prstGeom>
              <a:noFill/>
              <a:ln>
                <a:noFill/>
              </a:ln>
              <a:effectLst/>
            </p:spPr>
            <p:txBody>
              <a:bodyPr>
                <a:noAutofit/>
              </a:bodyPr>
              <a:lstStyle/>
              <a:p>
                <a14:m>
                  <m:oMathPara xmlns:m="http://schemas.openxmlformats.org/officeDocument/2006/math">
                    <m:oMathParaPr>
                      <m:jc m:val="left"/>
                    </m:oMathParaPr>
                    <m:oMath xmlns:m="http://schemas.openxmlformats.org/officeDocument/2006/math">
                      <m:r>
                        <a:rPr kumimoji="1" lang="zh-CN" altLang="en-US" sz="2200">
                          <a:solidFill>
                            <a:schemeClr val="tx1">
                              <a:lumMod val="95000"/>
                              <a:lumOff val="5000"/>
                            </a:schemeClr>
                          </a:solidFill>
                          <a:latin typeface="Cambria Math" panose="02040503050406030204" charset="0"/>
                          <a:ea typeface="黑体" panose="02010609060101010101" pitchFamily="49" charset="-122"/>
                        </a:rPr>
                        <m:t>𝑥</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m:rPr>
                          <m:sty m:val="p"/>
                        </m:rPr>
                        <a:rPr kumimoji="1" lang="zh-CN" altLang="en-US" sz="2200">
                          <a:solidFill>
                            <a:schemeClr val="tx1">
                              <a:lumMod val="95000"/>
                              <a:lumOff val="5000"/>
                            </a:schemeClr>
                          </a:solidFill>
                          <a:latin typeface="Cambria Math" panose="02040503050406030204" charset="0"/>
                          <a:ea typeface="黑体" panose="02010609060101010101" pitchFamily="49" charset="-122"/>
                        </a:rPr>
                        <m:t>Δ</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𝑥</m:t>
                      </m:r>
                    </m:oMath>
                  </m:oMathPara>
                </a14:m>
                <a:endParaRPr kumimoji="1" lang="zh-CN" altLang="en-US" sz="2200" dirty="0">
                  <a:solidFill>
                    <a:schemeClr val="tx1">
                      <a:lumMod val="95000"/>
                      <a:lumOff val="5000"/>
                    </a:schemeClr>
                  </a:solidFill>
                  <a:latin typeface="Cambria Math" panose="02040503050406030204" charset="0"/>
                  <a:ea typeface="黑体" panose="02010609060101010101" pitchFamily="49" charset="-122"/>
                </a:endParaRPr>
              </a:p>
            </p:txBody>
          </p:sp>
        </mc:Choice>
        <mc:Fallback>
          <p:sp>
            <p:nvSpPr>
              <p:cNvPr id="18" name="Object 38"/>
              <p:cNvSpPr txBox="1">
                <a:spLocks noRot="1" noChangeAspect="1" noMove="1" noResize="1" noEditPoints="1" noAdjustHandles="1" noChangeArrowheads="1" noChangeShapeType="1" noTextEdit="1"/>
              </p:cNvSpPr>
              <p:nvPr/>
            </p:nvSpPr>
            <p:spPr bwMode="auto">
              <a:xfrm>
                <a:off x="4429462" y="4163558"/>
                <a:ext cx="1064628" cy="433020"/>
              </a:xfrm>
              <a:prstGeom prst="rect">
                <a:avLst/>
              </a:prstGeom>
              <a:blipFill rotWithShape="1">
                <a:blip r:embed="rId12"/>
                <a:stretch>
                  <a:fillRect l="-32" t="-115" r="7" b="103"/>
                </a:stretch>
              </a:blipFill>
              <a:ln>
                <a:noFill/>
              </a:ln>
              <a:effectLst/>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9" name="Object 39"/>
              <p:cNvSpPr txBox="1"/>
              <p:nvPr/>
            </p:nvSpPr>
            <p:spPr bwMode="auto">
              <a:xfrm>
                <a:off x="6282646" y="4170295"/>
                <a:ext cx="290512" cy="495300"/>
              </a:xfrm>
              <a:prstGeom prst="rect">
                <a:avLst/>
              </a:prstGeom>
              <a:noFill/>
              <a:ln>
                <a:noFill/>
              </a:ln>
              <a:effectLst/>
            </p:spPr>
            <p:txBody>
              <a:bodyPr>
                <a:noAutofit/>
              </a:bodyPr>
              <a:lstStyle/>
              <a:p>
                <a14:m>
                  <m:oMathPara xmlns:m="http://schemas.openxmlformats.org/officeDocument/2006/math">
                    <m:oMathParaPr>
                      <m:jc m:val="left"/>
                    </m:oMathParaPr>
                    <m:oMath xmlns:m="http://schemas.openxmlformats.org/officeDocument/2006/math">
                      <m:r>
                        <a:rPr kumimoji="1" lang="zh-CN" altLang="en-US" sz="2200">
                          <a:solidFill>
                            <a:schemeClr val="tx1">
                              <a:lumMod val="95000"/>
                              <a:lumOff val="5000"/>
                            </a:schemeClr>
                          </a:solidFill>
                          <a:latin typeface="Cambria Math" panose="02040503050406030204" charset="0"/>
                          <a:ea typeface="黑体" panose="02010609060101010101" pitchFamily="49" charset="-122"/>
                        </a:rPr>
                        <m:t>𝑥</m:t>
                      </m:r>
                    </m:oMath>
                  </m:oMathPara>
                </a14:m>
                <a:endParaRPr kumimoji="1" lang="zh-CN" altLang="en-US" sz="2200" dirty="0">
                  <a:solidFill>
                    <a:schemeClr val="tx1">
                      <a:lumMod val="95000"/>
                      <a:lumOff val="5000"/>
                    </a:schemeClr>
                  </a:solidFill>
                  <a:latin typeface="Cambria Math" panose="02040503050406030204" charset="0"/>
                  <a:ea typeface="黑体" panose="02010609060101010101" pitchFamily="49" charset="-122"/>
                </a:endParaRPr>
              </a:p>
            </p:txBody>
          </p:sp>
        </mc:Choice>
        <mc:Fallback>
          <p:sp>
            <p:nvSpPr>
              <p:cNvPr id="19" name="Object 39"/>
              <p:cNvSpPr txBox="1">
                <a:spLocks noRot="1" noChangeAspect="1" noMove="1" noResize="1" noEditPoints="1" noAdjustHandles="1" noChangeArrowheads="1" noChangeShapeType="1" noTextEdit="1"/>
              </p:cNvSpPr>
              <p:nvPr/>
            </p:nvSpPr>
            <p:spPr bwMode="auto">
              <a:xfrm>
                <a:off x="6282646" y="4170295"/>
                <a:ext cx="290512" cy="495300"/>
              </a:xfrm>
              <a:prstGeom prst="rect">
                <a:avLst/>
              </a:prstGeom>
              <a:blipFill rotWithShape="1">
                <a:blip r:embed="rId13"/>
                <a:stretch>
                  <a:fillRect l="-203" t="-50" r="94" b="50"/>
                </a:stretch>
              </a:blipFill>
              <a:ln>
                <a:noFill/>
              </a:ln>
              <a:effectLst/>
            </p:spPr>
            <p:txBody>
              <a:bodyPr/>
              <a:lstStyle/>
              <a:p>
                <a:r>
                  <a:rPr lang="zh-CN" altLang="en-US">
                    <a:noFill/>
                  </a:rPr>
                  <a:t> </a:t>
                </a:r>
              </a:p>
            </p:txBody>
          </p:sp>
        </mc:Fallback>
      </mc:AlternateContent>
      <p:sp>
        <p:nvSpPr>
          <p:cNvPr id="20" name="Text Box 40"/>
          <p:cNvSpPr txBox="1">
            <a:spLocks noChangeArrowheads="1"/>
          </p:cNvSpPr>
          <p:nvPr/>
        </p:nvSpPr>
        <p:spPr bwMode="auto">
          <a:xfrm>
            <a:off x="5619059" y="5667204"/>
            <a:ext cx="1072966" cy="43088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square">
            <a:spAutoFit/>
          </a:bodyPr>
          <a:lstStyle/>
          <a:p>
            <a:pPr marL="0" marR="0" lvl="0" indent="0" algn="l" defTabSz="914400" rtl="0" eaLnBrk="1" fontAlgn="base" latinLnBrk="0" hangingPunct="1">
              <a:lnSpc>
                <a:spcPct val="100000"/>
              </a:lnSpc>
              <a:spcBef>
                <a:spcPct val="50000"/>
              </a:spcBef>
              <a:spcAft>
                <a:spcPct val="0"/>
              </a:spcAft>
              <a:buClrTx/>
              <a:buSzTx/>
              <a:buFontTx/>
              <a:buNone/>
              <a:defRPr/>
            </a:pPr>
            <a:r>
              <a:rPr kumimoji="1" lang="zh-CN" altLang="en-US" sz="2200" dirty="0">
                <a:solidFill>
                  <a:schemeClr val="tx1">
                    <a:lumMod val="95000"/>
                    <a:lumOff val="5000"/>
                  </a:schemeClr>
                </a:solidFill>
                <a:latin typeface="Cambria Math" panose="02040503050406030204" charset="0"/>
                <a:ea typeface="黑体" panose="02010609060101010101" pitchFamily="49" charset="-122"/>
                <a:sym typeface="+mn-lt"/>
              </a:rPr>
              <a:t>因此有                  </a:t>
            </a:r>
            <a:endParaRPr kumimoji="1" lang="zh-CN" altLang="en-US" sz="2200" dirty="0">
              <a:solidFill>
                <a:schemeClr val="tx1">
                  <a:lumMod val="95000"/>
                  <a:lumOff val="5000"/>
                </a:schemeClr>
              </a:solidFill>
              <a:latin typeface="Cambria Math" panose="02040503050406030204" charset="0"/>
              <a:ea typeface="黑体" panose="02010609060101010101" pitchFamily="49" charset="-122"/>
              <a:sym typeface="+mn-lt"/>
            </a:endParaRPr>
          </a:p>
        </p:txBody>
      </p:sp>
      <mc:AlternateContent xmlns:mc="http://schemas.openxmlformats.org/markup-compatibility/2006">
        <mc:Choice xmlns:a14="http://schemas.microsoft.com/office/drawing/2010/main" Requires="a14">
          <p:sp>
            <p:nvSpPr>
              <p:cNvPr id="21" name="Object 41"/>
              <p:cNvSpPr txBox="1"/>
              <p:nvPr/>
            </p:nvSpPr>
            <p:spPr bwMode="auto">
              <a:xfrm>
                <a:off x="4296799" y="4690261"/>
                <a:ext cx="1839912" cy="939800"/>
              </a:xfrm>
              <a:prstGeom prst="rect">
                <a:avLst/>
              </a:prstGeom>
              <a:noFill/>
              <a:ln>
                <a:noFill/>
              </a:ln>
              <a:effectLst/>
            </p:spPr>
            <p:txBody>
              <a:bodyPr>
                <a:noAutofit/>
              </a:bodyPr>
              <a:lstStyle/>
              <a:p>
                <a14:m>
                  <m:oMathPara xmlns:m="http://schemas.openxmlformats.org/officeDocument/2006/math">
                    <m:oMathParaPr>
                      <m:jc m:val="left"/>
                    </m:oMathParaPr>
                    <m:oMath xmlns:m="http://schemas.openxmlformats.org/officeDocument/2006/math">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func>
                        <m:funcPr>
                          <m:ctrlPr>
                            <a:rPr kumimoji="1" lang="zh-CN" altLang="en-US" sz="2200" i="1">
                              <a:solidFill>
                                <a:schemeClr val="tx1">
                                  <a:lumMod val="95000"/>
                                  <a:lumOff val="5000"/>
                                </a:schemeClr>
                              </a:solidFill>
                              <a:latin typeface="Cambria Math" panose="02040503050406030204" charset="0"/>
                              <a:ea typeface="黑体" panose="02010609060101010101" pitchFamily="49" charset="-122"/>
                            </a:rPr>
                          </m:ctrlPr>
                        </m:funcPr>
                        <m:fName>
                          <m:limLow>
                            <m:limLowPr>
                              <m:ctrlPr>
                                <a:rPr kumimoji="1" lang="zh-CN" altLang="en-US" sz="2200" i="1">
                                  <a:solidFill>
                                    <a:schemeClr val="tx1">
                                      <a:lumMod val="95000"/>
                                      <a:lumOff val="5000"/>
                                    </a:schemeClr>
                                  </a:solidFill>
                                  <a:latin typeface="Cambria Math" panose="02040503050406030204" charset="0"/>
                                  <a:ea typeface="黑体" panose="02010609060101010101" pitchFamily="49" charset="-122"/>
                                </a:rPr>
                              </m:ctrlPr>
                            </m:limLowPr>
                            <m:e>
                              <m:r>
                                <m:rPr>
                                  <m:sty m:val="p"/>
                                </m:rPr>
                                <a:rPr kumimoji="1" lang="zh-CN" altLang="en-US" sz="2200">
                                  <a:solidFill>
                                    <a:schemeClr val="tx1">
                                      <a:lumMod val="95000"/>
                                      <a:lumOff val="5000"/>
                                    </a:schemeClr>
                                  </a:solidFill>
                                  <a:latin typeface="Cambria Math" panose="02040503050406030204" charset="0"/>
                                  <a:ea typeface="黑体" panose="02010609060101010101" pitchFamily="49" charset="-122"/>
                                </a:rPr>
                                <m:t>lim</m:t>
                              </m:r>
                            </m:e>
                            <m:lim>
                              <m:r>
                                <m:rPr>
                                  <m:sty m:val="p"/>
                                </m:rPr>
                                <a:rPr kumimoji="1" lang="zh-CN" altLang="en-US" sz="2200">
                                  <a:solidFill>
                                    <a:schemeClr val="tx1">
                                      <a:lumMod val="95000"/>
                                      <a:lumOff val="5000"/>
                                    </a:schemeClr>
                                  </a:solidFill>
                                  <a:latin typeface="Cambria Math" panose="02040503050406030204" charset="0"/>
                                  <a:ea typeface="黑体" panose="02010609060101010101" pitchFamily="49" charset="-122"/>
                                </a:rPr>
                                <m:t>Δ</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𝑥</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rPr>
                                <m:t>0</m:t>
                              </m:r>
                            </m:lim>
                          </m:limLow>
                        </m:fName>
                        <m:e>
                          <m:f>
                            <m:fPr>
                              <m:ctrlPr>
                                <a:rPr kumimoji="1" lang="zh-CN" altLang="en-US" sz="2200" i="1">
                                  <a:solidFill>
                                    <a:schemeClr val="tx1">
                                      <a:lumMod val="95000"/>
                                      <a:lumOff val="5000"/>
                                    </a:schemeClr>
                                  </a:solidFill>
                                  <a:latin typeface="Cambria Math" panose="02040503050406030204" charset="0"/>
                                  <a:ea typeface="黑体" panose="02010609060101010101" pitchFamily="49" charset="-122"/>
                                </a:rPr>
                              </m:ctrlPr>
                            </m:fPr>
                            <m:num>
                              <m:sSub>
                                <m:sSubPr>
                                  <m:ctrlPr>
                                    <a:rPr kumimoji="1" lang="zh-CN" altLang="en-US" sz="2200" i="1">
                                      <a:solidFill>
                                        <a:schemeClr val="tx1">
                                          <a:lumMod val="95000"/>
                                          <a:lumOff val="5000"/>
                                        </a:schemeClr>
                                      </a:solidFill>
                                      <a:latin typeface="Cambria Math" panose="02040503050406030204" charset="0"/>
                                      <a:ea typeface="黑体" panose="02010609060101010101" pitchFamily="49" charset="-122"/>
                                    </a:rPr>
                                  </m:ctrlPr>
                                </m:sSubPr>
                                <m:e>
                                  <m:r>
                                    <m:rPr>
                                      <m:sty m:val="p"/>
                                    </m:rPr>
                                    <a:rPr kumimoji="1" lang="zh-CN" altLang="en-US" sz="2200">
                                      <a:solidFill>
                                        <a:schemeClr val="tx1">
                                          <a:lumMod val="95000"/>
                                          <a:lumOff val="5000"/>
                                        </a:schemeClr>
                                      </a:solidFill>
                                      <a:latin typeface="Cambria Math" panose="02040503050406030204" charset="0"/>
                                      <a:ea typeface="黑体" panose="02010609060101010101" pitchFamily="49" charset="-122"/>
                                    </a:rPr>
                                    <m:t>Δ</m:t>
                                  </m:r>
                                </m:e>
                                <m:sub>
                                  <m:r>
                                    <a:rPr kumimoji="1" lang="zh-CN" altLang="en-US" sz="2200">
                                      <a:solidFill>
                                        <a:schemeClr val="tx1">
                                          <a:lumMod val="95000"/>
                                          <a:lumOff val="5000"/>
                                        </a:schemeClr>
                                      </a:solidFill>
                                      <a:latin typeface="Cambria Math" panose="02040503050406030204" charset="0"/>
                                      <a:ea typeface="黑体" panose="02010609060101010101" pitchFamily="49" charset="-122"/>
                                    </a:rPr>
                                    <m:t>𝑥</m:t>
                                  </m:r>
                                </m:sub>
                              </m:sSub>
                              <m:r>
                                <a:rPr kumimoji="1" lang="zh-CN" altLang="en-US" sz="2200">
                                  <a:solidFill>
                                    <a:schemeClr val="tx1">
                                      <a:lumMod val="95000"/>
                                      <a:lumOff val="5000"/>
                                    </a:schemeClr>
                                  </a:solidFill>
                                  <a:latin typeface="Cambria Math" panose="02040503050406030204" charset="0"/>
                                  <a:ea typeface="黑体" panose="02010609060101010101" pitchFamily="49" charset="-122"/>
                                </a:rPr>
                                <m:t>𝑧</m:t>
                              </m:r>
                            </m:num>
                            <m:den>
                              <m:r>
                                <m:rPr>
                                  <m:sty m:val="p"/>
                                </m:rPr>
                                <a:rPr kumimoji="1" lang="zh-CN" altLang="en-US" sz="2200">
                                  <a:solidFill>
                                    <a:schemeClr val="tx1">
                                      <a:lumMod val="95000"/>
                                      <a:lumOff val="5000"/>
                                    </a:schemeClr>
                                  </a:solidFill>
                                  <a:latin typeface="Cambria Math" panose="02040503050406030204" charset="0"/>
                                  <a:ea typeface="黑体" panose="02010609060101010101" pitchFamily="49" charset="-122"/>
                                </a:rPr>
                                <m:t>Δ</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𝑥</m:t>
                              </m:r>
                            </m:den>
                          </m:f>
                        </m:e>
                      </m:func>
                    </m:oMath>
                  </m:oMathPara>
                </a14:m>
                <a:endParaRPr kumimoji="1" lang="zh-CN" altLang="en-US" sz="2200" dirty="0">
                  <a:solidFill>
                    <a:schemeClr val="tx1">
                      <a:lumMod val="95000"/>
                      <a:lumOff val="5000"/>
                    </a:schemeClr>
                  </a:solidFill>
                  <a:latin typeface="Cambria Math" panose="02040503050406030204" charset="0"/>
                  <a:ea typeface="黑体" panose="02010609060101010101" pitchFamily="49" charset="-122"/>
                </a:endParaRPr>
              </a:p>
            </p:txBody>
          </p:sp>
        </mc:Choice>
        <mc:Fallback>
          <p:sp>
            <p:nvSpPr>
              <p:cNvPr id="21" name="Object 41"/>
              <p:cNvSpPr txBox="1">
                <a:spLocks noRot="1" noChangeAspect="1" noMove="1" noResize="1" noEditPoints="1" noAdjustHandles="1" noChangeArrowheads="1" noChangeShapeType="1" noTextEdit="1"/>
              </p:cNvSpPr>
              <p:nvPr/>
            </p:nvSpPr>
            <p:spPr bwMode="auto">
              <a:xfrm>
                <a:off x="4296799" y="4690261"/>
                <a:ext cx="1839912" cy="939800"/>
              </a:xfrm>
              <a:prstGeom prst="rect">
                <a:avLst/>
              </a:prstGeom>
              <a:blipFill rotWithShape="1">
                <a:blip r:embed="rId14"/>
                <a:stretch>
                  <a:fillRect l="-21" t="-16" r="4" b="16"/>
                </a:stretch>
              </a:blipFill>
              <a:ln>
                <a:noFill/>
              </a:ln>
              <a:effectLst/>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22" name="Object 42"/>
              <p:cNvSpPr txBox="1"/>
              <p:nvPr/>
            </p:nvSpPr>
            <p:spPr bwMode="auto">
              <a:xfrm>
                <a:off x="5743805" y="4858454"/>
                <a:ext cx="785812" cy="444499"/>
              </a:xfrm>
              <a:prstGeom prst="rect">
                <a:avLst/>
              </a:prstGeom>
              <a:noFill/>
              <a:ln>
                <a:noFill/>
              </a:ln>
              <a:effectLst/>
            </p:spPr>
            <p:txBody>
              <a:bodyPr>
                <a:noAutofit/>
              </a:bodyPr>
              <a:lstStyle/>
              <a:p>
                <a14:m>
                  <m:oMathPara xmlns:m="http://schemas.openxmlformats.org/officeDocument/2006/math">
                    <m:oMathParaPr>
                      <m:jc m:val="left"/>
                    </m:oMathParaPr>
                    <m:oMath xmlns:m="http://schemas.openxmlformats.org/officeDocument/2006/math">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𝐴</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oMath>
                  </m:oMathPara>
                </a14:m>
                <a:endParaRPr kumimoji="1" lang="zh-CN" altLang="en-US" sz="2200" dirty="0">
                  <a:solidFill>
                    <a:schemeClr val="tx1">
                      <a:lumMod val="95000"/>
                      <a:lumOff val="5000"/>
                    </a:schemeClr>
                  </a:solidFill>
                  <a:latin typeface="Cambria Math" panose="02040503050406030204" charset="0"/>
                  <a:ea typeface="黑体" panose="02010609060101010101" pitchFamily="49" charset="-122"/>
                </a:endParaRPr>
              </a:p>
            </p:txBody>
          </p:sp>
        </mc:Choice>
        <mc:Fallback>
          <p:sp>
            <p:nvSpPr>
              <p:cNvPr id="22" name="Object 42"/>
              <p:cNvSpPr txBox="1">
                <a:spLocks noRot="1" noChangeAspect="1" noMove="1" noResize="1" noEditPoints="1" noAdjustHandles="1" noChangeArrowheads="1" noChangeShapeType="1" noTextEdit="1"/>
              </p:cNvSpPr>
              <p:nvPr/>
            </p:nvSpPr>
            <p:spPr bwMode="auto">
              <a:xfrm>
                <a:off x="5743805" y="4858454"/>
                <a:ext cx="785812" cy="444499"/>
              </a:xfrm>
              <a:prstGeom prst="rect">
                <a:avLst/>
              </a:prstGeom>
              <a:blipFill rotWithShape="1">
                <a:blip r:embed="rId15"/>
                <a:stretch>
                  <a:fillRect l="-29" t="-16" r="70" b="15"/>
                </a:stretch>
              </a:blipFill>
              <a:ln>
                <a:noFill/>
              </a:ln>
              <a:effectLst/>
            </p:spPr>
            <p:txBody>
              <a:bodyPr/>
              <a:lstStyle/>
              <a:p>
                <a:r>
                  <a:rPr lang="zh-CN" altLang="en-US">
                    <a:noFill/>
                  </a:rPr>
                  <a:t> </a:t>
                </a:r>
              </a:p>
            </p:txBody>
          </p:sp>
        </mc:Fallback>
      </mc:AlternateContent>
      <p:grpSp>
        <p:nvGrpSpPr>
          <p:cNvPr id="23" name="组合 22"/>
          <p:cNvGrpSpPr/>
          <p:nvPr/>
        </p:nvGrpSpPr>
        <p:grpSpPr>
          <a:xfrm>
            <a:off x="2177802" y="656468"/>
            <a:ext cx="3549650" cy="449580"/>
            <a:chOff x="1553" y="3802"/>
            <a:chExt cx="5590" cy="708"/>
          </a:xfrm>
        </p:grpSpPr>
        <p:sp>
          <p:nvSpPr>
            <p:cNvPr id="24" name="圆角矩形 3"/>
            <p:cNvSpPr/>
            <p:nvPr/>
          </p:nvSpPr>
          <p:spPr>
            <a:xfrm>
              <a:off x="1553" y="3803"/>
              <a:ext cx="1757" cy="707"/>
            </a:xfrm>
            <a:prstGeom prst="roundRect">
              <a:avLst/>
            </a:prstGeom>
            <a:solidFill>
              <a:srgbClr val="0492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endParaRPr>
            </a:p>
          </p:txBody>
        </p:sp>
        <p:sp>
          <p:nvSpPr>
            <p:cNvPr id="25" name="Text Box 28"/>
            <p:cNvSpPr txBox="1">
              <a:spLocks noChangeArrowheads="1"/>
            </p:cNvSpPr>
            <p:nvPr/>
          </p:nvSpPr>
          <p:spPr bwMode="auto">
            <a:xfrm>
              <a:off x="1710" y="3802"/>
              <a:ext cx="5433" cy="67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lIns="0" tIns="0" bIns="0">
              <a:spAutoFit/>
            </a:bodyPr>
            <a:lstStyle>
              <a:lvl1pPr>
                <a:lnSpc>
                  <a:spcPct val="85000"/>
                </a:lnSpc>
                <a:defRPr kumimoji="1" sz="2800" b="1">
                  <a:solidFill>
                    <a:schemeClr val="tx2"/>
                  </a:solidFill>
                  <a:latin typeface="Times New Roman" panose="02020603050405020304" pitchFamily="18" charset="0"/>
                  <a:ea typeface="楷体_GB2312" pitchFamily="49" charset="-122"/>
                </a:defRPr>
              </a:lvl1pPr>
              <a:lvl2pPr marL="742950" indent="-285750">
                <a:lnSpc>
                  <a:spcPct val="85000"/>
                </a:lnSpc>
                <a:defRPr kumimoji="1" sz="2800" b="1">
                  <a:solidFill>
                    <a:schemeClr val="tx2"/>
                  </a:solidFill>
                  <a:latin typeface="Times New Roman" panose="02020603050405020304" pitchFamily="18" charset="0"/>
                  <a:ea typeface="楷体_GB2312" pitchFamily="49" charset="-122"/>
                </a:defRPr>
              </a:lvl2pPr>
              <a:lvl3pPr marL="1143000" indent="-228600">
                <a:lnSpc>
                  <a:spcPct val="85000"/>
                </a:lnSpc>
                <a:defRPr kumimoji="1" sz="2800" b="1">
                  <a:solidFill>
                    <a:schemeClr val="tx2"/>
                  </a:solidFill>
                  <a:latin typeface="Times New Roman" panose="02020603050405020304" pitchFamily="18" charset="0"/>
                  <a:ea typeface="楷体_GB2312" pitchFamily="49" charset="-122"/>
                </a:defRPr>
              </a:lvl3pPr>
              <a:lvl4pPr marL="1600200" indent="-228600">
                <a:lnSpc>
                  <a:spcPct val="85000"/>
                </a:lnSpc>
                <a:defRPr kumimoji="1" sz="2800" b="1">
                  <a:solidFill>
                    <a:schemeClr val="tx2"/>
                  </a:solidFill>
                  <a:latin typeface="Times New Roman" panose="02020603050405020304" pitchFamily="18" charset="0"/>
                  <a:ea typeface="楷体_GB2312" pitchFamily="49" charset="-122"/>
                </a:defRPr>
              </a:lvl4pPr>
              <a:lvl5pPr marL="2057400" indent="-228600">
                <a:lnSpc>
                  <a:spcPct val="85000"/>
                </a:lnSpc>
                <a:defRPr kumimoji="1" sz="2800" b="1">
                  <a:solidFill>
                    <a:schemeClr val="tx2"/>
                  </a:solidFill>
                  <a:latin typeface="Times New Roman" panose="02020603050405020304" pitchFamily="18" charset="0"/>
                  <a:ea typeface="楷体_GB2312" pitchFamily="49" charset="-122"/>
                </a:defRPr>
              </a:lvl5pPr>
              <a:lvl6pPr marL="2514600" indent="-228600" eaLnBrk="0" fontAlgn="base" hangingPunct="0">
                <a:lnSpc>
                  <a:spcPct val="85000"/>
                </a:lnSpc>
                <a:spcBef>
                  <a:spcPct val="0"/>
                </a:spcBef>
                <a:spcAft>
                  <a:spcPct val="0"/>
                </a:spcAft>
                <a:defRPr kumimoji="1" sz="2800" b="1">
                  <a:solidFill>
                    <a:schemeClr val="tx2"/>
                  </a:solidFill>
                  <a:latin typeface="Times New Roman" panose="02020603050405020304" pitchFamily="18" charset="0"/>
                  <a:ea typeface="楷体_GB2312" pitchFamily="49" charset="-122"/>
                </a:defRPr>
              </a:lvl6pPr>
              <a:lvl7pPr marL="2971800" indent="-228600" eaLnBrk="0" fontAlgn="base" hangingPunct="0">
                <a:lnSpc>
                  <a:spcPct val="85000"/>
                </a:lnSpc>
                <a:spcBef>
                  <a:spcPct val="0"/>
                </a:spcBef>
                <a:spcAft>
                  <a:spcPct val="0"/>
                </a:spcAft>
                <a:defRPr kumimoji="1" sz="2800" b="1">
                  <a:solidFill>
                    <a:schemeClr val="tx2"/>
                  </a:solidFill>
                  <a:latin typeface="Times New Roman" panose="02020603050405020304" pitchFamily="18" charset="0"/>
                  <a:ea typeface="楷体_GB2312" pitchFamily="49" charset="-122"/>
                </a:defRPr>
              </a:lvl7pPr>
              <a:lvl8pPr marL="3429000" indent="-228600" eaLnBrk="0" fontAlgn="base" hangingPunct="0">
                <a:lnSpc>
                  <a:spcPct val="85000"/>
                </a:lnSpc>
                <a:spcBef>
                  <a:spcPct val="0"/>
                </a:spcBef>
                <a:spcAft>
                  <a:spcPct val="0"/>
                </a:spcAft>
                <a:defRPr kumimoji="1" sz="2800" b="1">
                  <a:solidFill>
                    <a:schemeClr val="tx2"/>
                  </a:solidFill>
                  <a:latin typeface="Times New Roman" panose="02020603050405020304" pitchFamily="18" charset="0"/>
                  <a:ea typeface="楷体_GB2312" pitchFamily="49" charset="-122"/>
                </a:defRPr>
              </a:lvl8pPr>
              <a:lvl9pPr marL="3886200" indent="-228600" eaLnBrk="0" fontAlgn="base" hangingPunct="0">
                <a:lnSpc>
                  <a:spcPct val="85000"/>
                </a:lnSpc>
                <a:spcBef>
                  <a:spcPct val="0"/>
                </a:spcBef>
                <a:spcAft>
                  <a:spcPct val="0"/>
                </a:spcAft>
                <a:defRPr kumimoji="1" sz="2800" b="1">
                  <a:solidFill>
                    <a:schemeClr val="tx2"/>
                  </a:solidFill>
                  <a:latin typeface="Times New Roman" panose="02020603050405020304" pitchFamily="18" charset="0"/>
                  <a:ea typeface="楷体_GB2312" pitchFamily="49" charset="-122"/>
                </a:defRPr>
              </a:lvl9pPr>
            </a:lstStyle>
            <a:p>
              <a:pPr marL="0" marR="0" lvl="0" indent="0" defTabSz="914400" eaLnBrk="1" fontAlgn="base" latinLnBrk="0" hangingPunct="1">
                <a:lnSpc>
                  <a:spcPct val="100000"/>
                </a:lnSpc>
                <a:spcBef>
                  <a:spcPct val="50000"/>
                </a:spcBef>
                <a:spcAft>
                  <a:spcPct val="0"/>
                </a:spcAft>
                <a:buClrTx/>
                <a:buSzTx/>
                <a:defRPr/>
              </a:pPr>
              <a:r>
                <a:rPr kumimoji="1" lang="zh-CN" altLang="en-US" i="0" u="none" strike="noStrike" kern="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定理</a:t>
              </a:r>
              <a:r>
                <a:rPr lang="en-US" altLang="zh-CN" kern="0"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1</a:t>
              </a:r>
              <a:r>
                <a:rPr kumimoji="1" lang="en-US" altLang="zh-CN" sz="2800" dirty="0">
                  <a:solidFill>
                    <a:srgbClr val="4A7BA8"/>
                  </a:solidFill>
                  <a:latin typeface="Cambria Math" panose="02040503050406030204" charset="0"/>
                  <a:ea typeface="黑体" panose="02010609060101010101" pitchFamily="49" charset="-122"/>
                  <a:cs typeface="+mn-cs"/>
                  <a:sym typeface="+mn-lt"/>
                </a:rPr>
                <a:t>  </a:t>
              </a:r>
              <a:r>
                <a:rPr kumimoji="1" lang="en-US" altLang="zh-CN" sz="2800" dirty="0">
                  <a:solidFill>
                    <a:srgbClr val="00926A"/>
                  </a:solidFill>
                  <a:latin typeface="Cambria Math" panose="02040503050406030204" charset="0"/>
                  <a:ea typeface="黑体" panose="02010609060101010101" pitchFamily="49" charset="-122"/>
                  <a:cs typeface="+mn-cs"/>
                  <a:sym typeface="+mn-lt"/>
                </a:rPr>
                <a:t>(</a:t>
              </a:r>
              <a:r>
                <a:rPr kumimoji="1" lang="zh-CN" altLang="en-US" sz="2800" dirty="0">
                  <a:solidFill>
                    <a:srgbClr val="00926A"/>
                  </a:solidFill>
                  <a:latin typeface="Cambria Math" panose="02040503050406030204" charset="0"/>
                  <a:ea typeface="黑体" panose="02010609060101010101" pitchFamily="49" charset="-122"/>
                  <a:cs typeface="+mn-cs"/>
                  <a:sym typeface="+mn-lt"/>
                </a:rPr>
                <a:t>必要条件</a:t>
              </a:r>
              <a:r>
                <a:rPr kumimoji="1" lang="en-US" altLang="zh-CN" sz="2800" dirty="0">
                  <a:solidFill>
                    <a:srgbClr val="00926A"/>
                  </a:solidFill>
                  <a:latin typeface="Cambria Math" panose="02040503050406030204" charset="0"/>
                  <a:ea typeface="黑体" panose="02010609060101010101" pitchFamily="49" charset="-122"/>
                  <a:cs typeface="+mn-cs"/>
                  <a:sym typeface="+mn-lt"/>
                </a:rPr>
                <a:t>)</a:t>
              </a:r>
              <a:endParaRPr kumimoji="1" lang="en-US" altLang="zh-CN" i="0" u="none" strike="noStrike" kern="0" cap="none" spc="0" normalizeH="0" baseline="0" noProof="0" dirty="0">
                <a:ln>
                  <a:noFill/>
                </a:ln>
                <a:solidFill>
                  <a:srgbClr val="00926A"/>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p:grpSp>
      <p:grpSp>
        <p:nvGrpSpPr>
          <p:cNvPr id="26" name="组合 25"/>
          <p:cNvGrpSpPr/>
          <p:nvPr/>
        </p:nvGrpSpPr>
        <p:grpSpPr>
          <a:xfrm>
            <a:off x="9395056" y="5701558"/>
            <a:ext cx="716209" cy="360271"/>
            <a:chOff x="1553" y="3803"/>
            <a:chExt cx="1165" cy="579"/>
          </a:xfrm>
        </p:grpSpPr>
        <p:sp>
          <p:nvSpPr>
            <p:cNvPr id="27" name="圆角矩形 21"/>
            <p:cNvSpPr/>
            <p:nvPr/>
          </p:nvSpPr>
          <p:spPr>
            <a:xfrm>
              <a:off x="1553" y="3803"/>
              <a:ext cx="1131" cy="579"/>
            </a:xfrm>
            <a:prstGeom prst="roundRect">
              <a:avLst>
                <a:gd name="adj" fmla="val 0"/>
              </a:avLst>
            </a:prstGeom>
            <a:solidFill>
              <a:srgbClr val="04926A">
                <a:alpha val="4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200">
                <a:latin typeface="微软雅黑" panose="020B0503020204020204" pitchFamily="34" charset="-122"/>
                <a:ea typeface="微软雅黑" panose="020B0503020204020204" pitchFamily="34" charset="-122"/>
              </a:endParaRPr>
            </a:p>
          </p:txBody>
        </p:sp>
        <p:sp>
          <p:nvSpPr>
            <p:cNvPr id="28" name="Text Box 28"/>
            <p:cNvSpPr txBox="1">
              <a:spLocks noChangeArrowheads="1"/>
            </p:cNvSpPr>
            <p:nvPr/>
          </p:nvSpPr>
          <p:spPr bwMode="auto">
            <a:xfrm>
              <a:off x="1650" y="3817"/>
              <a:ext cx="1068" cy="54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0" tIns="0" bIns="0">
              <a:spAutoFit/>
            </a:bodyPr>
            <a:lstStyle>
              <a:lvl1pPr>
                <a:lnSpc>
                  <a:spcPct val="85000"/>
                </a:lnSpc>
                <a:defRPr kumimoji="1" sz="2800" b="1">
                  <a:solidFill>
                    <a:schemeClr val="tx2"/>
                  </a:solidFill>
                  <a:latin typeface="Times New Roman" panose="02020603050405020304" pitchFamily="18" charset="0"/>
                  <a:ea typeface="楷体_GB2312" pitchFamily="49" charset="-122"/>
                </a:defRPr>
              </a:lvl1pPr>
              <a:lvl2pPr marL="742950" indent="-285750">
                <a:lnSpc>
                  <a:spcPct val="85000"/>
                </a:lnSpc>
                <a:defRPr kumimoji="1" sz="2800" b="1">
                  <a:solidFill>
                    <a:schemeClr val="tx2"/>
                  </a:solidFill>
                  <a:latin typeface="Times New Roman" panose="02020603050405020304" pitchFamily="18" charset="0"/>
                  <a:ea typeface="楷体_GB2312" pitchFamily="49" charset="-122"/>
                </a:defRPr>
              </a:lvl2pPr>
              <a:lvl3pPr marL="1143000" indent="-228600">
                <a:lnSpc>
                  <a:spcPct val="85000"/>
                </a:lnSpc>
                <a:defRPr kumimoji="1" sz="2800" b="1">
                  <a:solidFill>
                    <a:schemeClr val="tx2"/>
                  </a:solidFill>
                  <a:latin typeface="Times New Roman" panose="02020603050405020304" pitchFamily="18" charset="0"/>
                  <a:ea typeface="楷体_GB2312" pitchFamily="49" charset="-122"/>
                </a:defRPr>
              </a:lvl3pPr>
              <a:lvl4pPr marL="1600200" indent="-228600">
                <a:lnSpc>
                  <a:spcPct val="85000"/>
                </a:lnSpc>
                <a:defRPr kumimoji="1" sz="2800" b="1">
                  <a:solidFill>
                    <a:schemeClr val="tx2"/>
                  </a:solidFill>
                  <a:latin typeface="Times New Roman" panose="02020603050405020304" pitchFamily="18" charset="0"/>
                  <a:ea typeface="楷体_GB2312" pitchFamily="49" charset="-122"/>
                </a:defRPr>
              </a:lvl4pPr>
              <a:lvl5pPr marL="2057400" indent="-228600">
                <a:lnSpc>
                  <a:spcPct val="85000"/>
                </a:lnSpc>
                <a:defRPr kumimoji="1" sz="2800" b="1">
                  <a:solidFill>
                    <a:schemeClr val="tx2"/>
                  </a:solidFill>
                  <a:latin typeface="Times New Roman" panose="02020603050405020304" pitchFamily="18" charset="0"/>
                  <a:ea typeface="楷体_GB2312" pitchFamily="49" charset="-122"/>
                </a:defRPr>
              </a:lvl5pPr>
              <a:lvl6pPr marL="2514600" indent="-228600" eaLnBrk="0" fontAlgn="base" hangingPunct="0">
                <a:lnSpc>
                  <a:spcPct val="85000"/>
                </a:lnSpc>
                <a:spcBef>
                  <a:spcPct val="0"/>
                </a:spcBef>
                <a:spcAft>
                  <a:spcPct val="0"/>
                </a:spcAft>
                <a:defRPr kumimoji="1" sz="2800" b="1">
                  <a:solidFill>
                    <a:schemeClr val="tx2"/>
                  </a:solidFill>
                  <a:latin typeface="Times New Roman" panose="02020603050405020304" pitchFamily="18" charset="0"/>
                  <a:ea typeface="楷体_GB2312" pitchFamily="49" charset="-122"/>
                </a:defRPr>
              </a:lvl6pPr>
              <a:lvl7pPr marL="2971800" indent="-228600" eaLnBrk="0" fontAlgn="base" hangingPunct="0">
                <a:lnSpc>
                  <a:spcPct val="85000"/>
                </a:lnSpc>
                <a:spcBef>
                  <a:spcPct val="0"/>
                </a:spcBef>
                <a:spcAft>
                  <a:spcPct val="0"/>
                </a:spcAft>
                <a:defRPr kumimoji="1" sz="2800" b="1">
                  <a:solidFill>
                    <a:schemeClr val="tx2"/>
                  </a:solidFill>
                  <a:latin typeface="Times New Roman" panose="02020603050405020304" pitchFamily="18" charset="0"/>
                  <a:ea typeface="楷体_GB2312" pitchFamily="49" charset="-122"/>
                </a:defRPr>
              </a:lvl7pPr>
              <a:lvl8pPr marL="3429000" indent="-228600" eaLnBrk="0" fontAlgn="base" hangingPunct="0">
                <a:lnSpc>
                  <a:spcPct val="85000"/>
                </a:lnSpc>
                <a:spcBef>
                  <a:spcPct val="0"/>
                </a:spcBef>
                <a:spcAft>
                  <a:spcPct val="0"/>
                </a:spcAft>
                <a:defRPr kumimoji="1" sz="2800" b="1">
                  <a:solidFill>
                    <a:schemeClr val="tx2"/>
                  </a:solidFill>
                  <a:latin typeface="Times New Roman" panose="02020603050405020304" pitchFamily="18" charset="0"/>
                  <a:ea typeface="楷体_GB2312" pitchFamily="49" charset="-122"/>
                </a:defRPr>
              </a:lvl8pPr>
              <a:lvl9pPr marL="3886200" indent="-228600" eaLnBrk="0" fontAlgn="base" hangingPunct="0">
                <a:lnSpc>
                  <a:spcPct val="85000"/>
                </a:lnSpc>
                <a:spcBef>
                  <a:spcPct val="0"/>
                </a:spcBef>
                <a:spcAft>
                  <a:spcPct val="0"/>
                </a:spcAft>
                <a:defRPr kumimoji="1" sz="2800" b="1">
                  <a:solidFill>
                    <a:schemeClr val="tx2"/>
                  </a:solidFill>
                  <a:latin typeface="Times New Roman" panose="02020603050405020304" pitchFamily="18" charset="0"/>
                  <a:ea typeface="楷体_GB2312" pitchFamily="49" charset="-122"/>
                </a:defRPr>
              </a:lvl9pPr>
            </a:lstStyle>
            <a:p>
              <a:pPr marL="0" marR="0" lvl="0" indent="0" defTabSz="914400" eaLnBrk="1" fontAlgn="base" latinLnBrk="0" hangingPunct="1">
                <a:lnSpc>
                  <a:spcPct val="100000"/>
                </a:lnSpc>
                <a:spcBef>
                  <a:spcPct val="50000"/>
                </a:spcBef>
                <a:spcAft>
                  <a:spcPct val="0"/>
                </a:spcAft>
                <a:buClrTx/>
                <a:buSzTx/>
                <a:defRPr/>
              </a:pPr>
              <a:r>
                <a:rPr lang="zh-CN" altLang="en-US" sz="2200" b="0" dirty="0">
                  <a:solidFill>
                    <a:schemeClr val="tx1">
                      <a:lumMod val="95000"/>
                      <a:lumOff val="5000"/>
                    </a:schemeClr>
                  </a:solidFill>
                  <a:latin typeface="Cambria Math" panose="02040503050406030204" charset="0"/>
                  <a:ea typeface="黑体" panose="02010609060101010101" pitchFamily="49" charset="-122"/>
                  <a:cs typeface="+mj-cs"/>
                </a:rPr>
                <a:t>证毕</a:t>
              </a:r>
              <a:endParaRPr lang="zh-CN" altLang="en-US" sz="2200" b="0" dirty="0">
                <a:solidFill>
                  <a:schemeClr val="tx1">
                    <a:lumMod val="95000"/>
                    <a:lumOff val="5000"/>
                  </a:schemeClr>
                </a:solidFill>
                <a:latin typeface="Cambria Math" panose="02040503050406030204" charset="0"/>
                <a:ea typeface="黑体" panose="02010609060101010101" pitchFamily="49" charset="-122"/>
                <a:cs typeface="+mj-cs"/>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wipe(left)">
                                      <p:cBhvr>
                                        <p:cTn id="7" dur="500"/>
                                        <p:tgtEl>
                                          <p:spTgt spid="23"/>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wipe(left)">
                                      <p:cBhvr>
                                        <p:cTn id="10" dur="500"/>
                                        <p:tgtEl>
                                          <p:spTgt spid="3"/>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8" fill="hold" grpId="0" nodeType="clickEffect">
                                  <p:stCondLst>
                                    <p:cond delay="0"/>
                                  </p:stCondLst>
                                  <p:childTnLst>
                                    <p:set>
                                      <p:cBhvr>
                                        <p:cTn id="14" dur="1" fill="hold">
                                          <p:stCondLst>
                                            <p:cond delay="0"/>
                                          </p:stCondLst>
                                        </p:cTn>
                                        <p:tgtEl>
                                          <p:spTgt spid="4"/>
                                        </p:tgtEl>
                                        <p:attrNameLst>
                                          <p:attrName>style.visibility</p:attrName>
                                        </p:attrNameLst>
                                      </p:cBhvr>
                                      <p:to>
                                        <p:strVal val="visible"/>
                                      </p:to>
                                    </p:set>
                                    <p:animEffect transition="in" filter="wipe(left)">
                                      <p:cBhvr>
                                        <p:cTn id="15" dur="500"/>
                                        <p:tgtEl>
                                          <p:spTgt spid="4"/>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grpId="0" nodeType="clickEffect">
                                  <p:stCondLst>
                                    <p:cond delay="0"/>
                                  </p:stCondLst>
                                  <p:childTnLst>
                                    <p:set>
                                      <p:cBhvr>
                                        <p:cTn id="19" dur="1" fill="hold">
                                          <p:stCondLst>
                                            <p:cond delay="0"/>
                                          </p:stCondLst>
                                        </p:cTn>
                                        <p:tgtEl>
                                          <p:spTgt spid="5"/>
                                        </p:tgtEl>
                                        <p:attrNameLst>
                                          <p:attrName>style.visibility</p:attrName>
                                        </p:attrNameLst>
                                      </p:cBhvr>
                                      <p:to>
                                        <p:strVal val="visible"/>
                                      </p:to>
                                    </p:set>
                                    <p:animEffect transition="in" filter="wipe(left)">
                                      <p:cBhvr>
                                        <p:cTn id="20" dur="500"/>
                                        <p:tgtEl>
                                          <p:spTgt spid="5"/>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grpId="0" nodeType="clickEffect">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wipe(left)">
                                      <p:cBhvr>
                                        <p:cTn id="25" dur="500"/>
                                        <p:tgtEl>
                                          <p:spTgt spid="16"/>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8" fill="hold" grpId="0" nodeType="clickEffect">
                                  <p:stCondLst>
                                    <p:cond delay="0"/>
                                  </p:stCondLst>
                                  <p:childTnLst>
                                    <p:set>
                                      <p:cBhvr>
                                        <p:cTn id="29" dur="1" fill="hold">
                                          <p:stCondLst>
                                            <p:cond delay="0"/>
                                          </p:stCondLst>
                                        </p:cTn>
                                        <p:tgtEl>
                                          <p:spTgt spid="6"/>
                                        </p:tgtEl>
                                        <p:attrNameLst>
                                          <p:attrName>style.visibility</p:attrName>
                                        </p:attrNameLst>
                                      </p:cBhvr>
                                      <p:to>
                                        <p:strVal val="visible"/>
                                      </p:to>
                                    </p:set>
                                    <p:animEffect transition="in" filter="wipe(left)">
                                      <p:cBhvr>
                                        <p:cTn id="30" dur="500"/>
                                        <p:tgtEl>
                                          <p:spTgt spid="6"/>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8" fill="hold" grpId="0" nodeType="clickEffect">
                                  <p:stCondLst>
                                    <p:cond delay="0"/>
                                  </p:stCondLst>
                                  <p:childTnLst>
                                    <p:set>
                                      <p:cBhvr>
                                        <p:cTn id="34" dur="1" fill="hold">
                                          <p:stCondLst>
                                            <p:cond delay="0"/>
                                          </p:stCondLst>
                                        </p:cTn>
                                        <p:tgtEl>
                                          <p:spTgt spid="12"/>
                                        </p:tgtEl>
                                        <p:attrNameLst>
                                          <p:attrName>style.visibility</p:attrName>
                                        </p:attrNameLst>
                                      </p:cBhvr>
                                      <p:to>
                                        <p:strVal val="visible"/>
                                      </p:to>
                                    </p:set>
                                    <p:animEffect transition="in" filter="wipe(left)">
                                      <p:cBhvr>
                                        <p:cTn id="35" dur="500"/>
                                        <p:tgtEl>
                                          <p:spTgt spid="12"/>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8" fill="hold" grpId="0" nodeType="clickEffect">
                                  <p:stCondLst>
                                    <p:cond delay="0"/>
                                  </p:stCondLst>
                                  <p:childTnLst>
                                    <p:set>
                                      <p:cBhvr>
                                        <p:cTn id="39" dur="1" fill="hold">
                                          <p:stCondLst>
                                            <p:cond delay="0"/>
                                          </p:stCondLst>
                                        </p:cTn>
                                        <p:tgtEl>
                                          <p:spTgt spid="13"/>
                                        </p:tgtEl>
                                        <p:attrNameLst>
                                          <p:attrName>style.visibility</p:attrName>
                                        </p:attrNameLst>
                                      </p:cBhvr>
                                      <p:to>
                                        <p:strVal val="visible"/>
                                      </p:to>
                                    </p:set>
                                    <p:animEffect transition="in" filter="wipe(left)">
                                      <p:cBhvr>
                                        <p:cTn id="40" dur="500"/>
                                        <p:tgtEl>
                                          <p:spTgt spid="13"/>
                                        </p:tgtEl>
                                      </p:cBhvr>
                                    </p:animEffect>
                                  </p:childTnLst>
                                </p:cTn>
                              </p:par>
                            </p:childTnLst>
                          </p:cTn>
                        </p:par>
                      </p:childTnLst>
                    </p:cTn>
                  </p:par>
                  <p:par>
                    <p:cTn id="41" fill="hold">
                      <p:stCondLst>
                        <p:cond delay="indefinite"/>
                      </p:stCondLst>
                      <p:childTnLst>
                        <p:par>
                          <p:cTn id="42" fill="hold">
                            <p:stCondLst>
                              <p:cond delay="0"/>
                            </p:stCondLst>
                            <p:childTnLst>
                              <p:par>
                                <p:cTn id="43" presetID="22" presetClass="entr" presetSubtype="8" fill="hold" grpId="0" nodeType="clickEffect">
                                  <p:stCondLst>
                                    <p:cond delay="0"/>
                                  </p:stCondLst>
                                  <p:childTnLst>
                                    <p:set>
                                      <p:cBhvr>
                                        <p:cTn id="44" dur="1" fill="hold">
                                          <p:stCondLst>
                                            <p:cond delay="0"/>
                                          </p:stCondLst>
                                        </p:cTn>
                                        <p:tgtEl>
                                          <p:spTgt spid="14"/>
                                        </p:tgtEl>
                                        <p:attrNameLst>
                                          <p:attrName>style.visibility</p:attrName>
                                        </p:attrNameLst>
                                      </p:cBhvr>
                                      <p:to>
                                        <p:strVal val="visible"/>
                                      </p:to>
                                    </p:set>
                                    <p:animEffect transition="in" filter="wipe(left)">
                                      <p:cBhvr>
                                        <p:cTn id="45" dur="500"/>
                                        <p:tgtEl>
                                          <p:spTgt spid="14"/>
                                        </p:tgtEl>
                                      </p:cBhvr>
                                    </p:animEffect>
                                  </p:childTnLst>
                                </p:cTn>
                              </p:par>
                            </p:childTnLst>
                          </p:cTn>
                        </p:par>
                      </p:childTnLst>
                    </p:cTn>
                  </p:par>
                  <p:par>
                    <p:cTn id="46" fill="hold">
                      <p:stCondLst>
                        <p:cond delay="indefinite"/>
                      </p:stCondLst>
                      <p:childTnLst>
                        <p:par>
                          <p:cTn id="47" fill="hold">
                            <p:stCondLst>
                              <p:cond delay="0"/>
                            </p:stCondLst>
                            <p:childTnLst>
                              <p:par>
                                <p:cTn id="48" presetID="22" presetClass="entr" presetSubtype="8" fill="hold" grpId="0" nodeType="clickEffect">
                                  <p:stCondLst>
                                    <p:cond delay="0"/>
                                  </p:stCondLst>
                                  <p:childTnLst>
                                    <p:set>
                                      <p:cBhvr>
                                        <p:cTn id="49" dur="1" fill="hold">
                                          <p:stCondLst>
                                            <p:cond delay="0"/>
                                          </p:stCondLst>
                                        </p:cTn>
                                        <p:tgtEl>
                                          <p:spTgt spid="17"/>
                                        </p:tgtEl>
                                        <p:attrNameLst>
                                          <p:attrName>style.visibility</p:attrName>
                                        </p:attrNameLst>
                                      </p:cBhvr>
                                      <p:to>
                                        <p:strVal val="visible"/>
                                      </p:to>
                                    </p:set>
                                    <p:animEffect transition="in" filter="wipe(left)">
                                      <p:cBhvr>
                                        <p:cTn id="50" dur="500"/>
                                        <p:tgtEl>
                                          <p:spTgt spid="17"/>
                                        </p:tgtEl>
                                      </p:cBhvr>
                                    </p:animEffect>
                                  </p:childTnLst>
                                </p:cTn>
                              </p:par>
                            </p:childTnLst>
                          </p:cTn>
                        </p:par>
                      </p:childTnLst>
                    </p:cTn>
                  </p:par>
                  <p:par>
                    <p:cTn id="51" fill="hold">
                      <p:stCondLst>
                        <p:cond delay="indefinite"/>
                      </p:stCondLst>
                      <p:childTnLst>
                        <p:par>
                          <p:cTn id="52" fill="hold">
                            <p:stCondLst>
                              <p:cond delay="0"/>
                            </p:stCondLst>
                            <p:childTnLst>
                              <p:par>
                                <p:cTn id="53" presetID="22" presetClass="entr" presetSubtype="8" fill="hold" grpId="0" nodeType="clickEffect">
                                  <p:stCondLst>
                                    <p:cond delay="0"/>
                                  </p:stCondLst>
                                  <p:childTnLst>
                                    <p:set>
                                      <p:cBhvr>
                                        <p:cTn id="54" dur="1" fill="hold">
                                          <p:stCondLst>
                                            <p:cond delay="0"/>
                                          </p:stCondLst>
                                        </p:cTn>
                                        <p:tgtEl>
                                          <p:spTgt spid="7"/>
                                        </p:tgtEl>
                                        <p:attrNameLst>
                                          <p:attrName>style.visibility</p:attrName>
                                        </p:attrNameLst>
                                      </p:cBhvr>
                                      <p:to>
                                        <p:strVal val="visible"/>
                                      </p:to>
                                    </p:set>
                                    <p:animEffect transition="in" filter="wipe(left)">
                                      <p:cBhvr>
                                        <p:cTn id="55" dur="500"/>
                                        <p:tgtEl>
                                          <p:spTgt spid="7"/>
                                        </p:tgtEl>
                                      </p:cBhvr>
                                    </p:animEffect>
                                  </p:childTnLst>
                                </p:cTn>
                              </p:par>
                            </p:childTnLst>
                          </p:cTn>
                        </p:par>
                        <p:par>
                          <p:cTn id="56" fill="hold">
                            <p:stCondLst>
                              <p:cond delay="500"/>
                            </p:stCondLst>
                            <p:childTnLst>
                              <p:par>
                                <p:cTn id="57" presetID="22" presetClass="entr" presetSubtype="8" fill="hold" grpId="0" nodeType="afterEffect">
                                  <p:stCondLst>
                                    <p:cond delay="0"/>
                                  </p:stCondLst>
                                  <p:childTnLst>
                                    <p:set>
                                      <p:cBhvr>
                                        <p:cTn id="58" dur="1" fill="hold">
                                          <p:stCondLst>
                                            <p:cond delay="0"/>
                                          </p:stCondLst>
                                        </p:cTn>
                                        <p:tgtEl>
                                          <p:spTgt spid="18"/>
                                        </p:tgtEl>
                                        <p:attrNameLst>
                                          <p:attrName>style.visibility</p:attrName>
                                        </p:attrNameLst>
                                      </p:cBhvr>
                                      <p:to>
                                        <p:strVal val="visible"/>
                                      </p:to>
                                    </p:set>
                                    <p:animEffect transition="in" filter="wipe(left)">
                                      <p:cBhvr>
                                        <p:cTn id="59" dur="500"/>
                                        <p:tgtEl>
                                          <p:spTgt spid="18"/>
                                        </p:tgtEl>
                                      </p:cBhvr>
                                    </p:animEffect>
                                  </p:childTnLst>
                                </p:cTn>
                              </p:par>
                            </p:childTnLst>
                          </p:cTn>
                        </p:par>
                        <p:par>
                          <p:cTn id="60" fill="hold">
                            <p:stCondLst>
                              <p:cond delay="1000"/>
                            </p:stCondLst>
                            <p:childTnLst>
                              <p:par>
                                <p:cTn id="61" presetID="22" presetClass="entr" presetSubtype="8" fill="hold" grpId="0" nodeType="afterEffect">
                                  <p:stCondLst>
                                    <p:cond delay="0"/>
                                  </p:stCondLst>
                                  <p:childTnLst>
                                    <p:set>
                                      <p:cBhvr>
                                        <p:cTn id="62" dur="1" fill="hold">
                                          <p:stCondLst>
                                            <p:cond delay="0"/>
                                          </p:stCondLst>
                                        </p:cTn>
                                        <p:tgtEl>
                                          <p:spTgt spid="19"/>
                                        </p:tgtEl>
                                        <p:attrNameLst>
                                          <p:attrName>style.visibility</p:attrName>
                                        </p:attrNameLst>
                                      </p:cBhvr>
                                      <p:to>
                                        <p:strVal val="visible"/>
                                      </p:to>
                                    </p:set>
                                    <p:animEffect transition="in" filter="wipe(left)">
                                      <p:cBhvr>
                                        <p:cTn id="63" dur="500"/>
                                        <p:tgtEl>
                                          <p:spTgt spid="19"/>
                                        </p:tgtEl>
                                      </p:cBhvr>
                                    </p:animEffect>
                                  </p:childTnLst>
                                </p:cTn>
                              </p:par>
                            </p:childTnLst>
                          </p:cTn>
                        </p:par>
                      </p:childTnLst>
                    </p:cTn>
                  </p:par>
                  <p:par>
                    <p:cTn id="64" fill="hold">
                      <p:stCondLst>
                        <p:cond delay="indefinite"/>
                      </p:stCondLst>
                      <p:childTnLst>
                        <p:par>
                          <p:cTn id="65" fill="hold">
                            <p:stCondLst>
                              <p:cond delay="0"/>
                            </p:stCondLst>
                            <p:childTnLst>
                              <p:par>
                                <p:cTn id="66" presetID="22" presetClass="entr" presetSubtype="8" fill="hold" grpId="0" nodeType="clickEffect">
                                  <p:stCondLst>
                                    <p:cond delay="0"/>
                                  </p:stCondLst>
                                  <p:childTnLst>
                                    <p:set>
                                      <p:cBhvr>
                                        <p:cTn id="67" dur="1" fill="hold">
                                          <p:stCondLst>
                                            <p:cond delay="0"/>
                                          </p:stCondLst>
                                        </p:cTn>
                                        <p:tgtEl>
                                          <p:spTgt spid="15"/>
                                        </p:tgtEl>
                                        <p:attrNameLst>
                                          <p:attrName>style.visibility</p:attrName>
                                        </p:attrNameLst>
                                      </p:cBhvr>
                                      <p:to>
                                        <p:strVal val="visible"/>
                                      </p:to>
                                    </p:set>
                                    <p:animEffect transition="in" filter="wipe(left)">
                                      <p:cBhvr>
                                        <p:cTn id="68" dur="500"/>
                                        <p:tgtEl>
                                          <p:spTgt spid="15"/>
                                        </p:tgtEl>
                                      </p:cBhvr>
                                    </p:animEffect>
                                  </p:childTnLst>
                                </p:cTn>
                              </p:par>
                            </p:childTnLst>
                          </p:cTn>
                        </p:par>
                      </p:childTnLst>
                    </p:cTn>
                  </p:par>
                  <p:par>
                    <p:cTn id="69" fill="hold">
                      <p:stCondLst>
                        <p:cond delay="indefinite"/>
                      </p:stCondLst>
                      <p:childTnLst>
                        <p:par>
                          <p:cTn id="70" fill="hold">
                            <p:stCondLst>
                              <p:cond delay="0"/>
                            </p:stCondLst>
                            <p:childTnLst>
                              <p:par>
                                <p:cTn id="71" presetID="22" presetClass="entr" presetSubtype="8" fill="hold" grpId="0" nodeType="clickEffect">
                                  <p:stCondLst>
                                    <p:cond delay="0"/>
                                  </p:stCondLst>
                                  <p:childTnLst>
                                    <p:set>
                                      <p:cBhvr>
                                        <p:cTn id="72" dur="1" fill="hold">
                                          <p:stCondLst>
                                            <p:cond delay="0"/>
                                          </p:stCondLst>
                                        </p:cTn>
                                        <p:tgtEl>
                                          <p:spTgt spid="8"/>
                                        </p:tgtEl>
                                        <p:attrNameLst>
                                          <p:attrName>style.visibility</p:attrName>
                                        </p:attrNameLst>
                                      </p:cBhvr>
                                      <p:to>
                                        <p:strVal val="visible"/>
                                      </p:to>
                                    </p:set>
                                    <p:animEffect transition="in" filter="wipe(left)">
                                      <p:cBhvr>
                                        <p:cTn id="73" dur="500"/>
                                        <p:tgtEl>
                                          <p:spTgt spid="8"/>
                                        </p:tgtEl>
                                      </p:cBhvr>
                                    </p:animEffect>
                                  </p:childTnLst>
                                </p:cTn>
                              </p:par>
                            </p:childTnLst>
                          </p:cTn>
                        </p:par>
                      </p:childTnLst>
                    </p:cTn>
                  </p:par>
                  <p:par>
                    <p:cTn id="74" fill="hold">
                      <p:stCondLst>
                        <p:cond delay="indefinite"/>
                      </p:stCondLst>
                      <p:childTnLst>
                        <p:par>
                          <p:cTn id="75" fill="hold">
                            <p:stCondLst>
                              <p:cond delay="0"/>
                            </p:stCondLst>
                            <p:childTnLst>
                              <p:par>
                                <p:cTn id="76" presetID="22" presetClass="entr" presetSubtype="8" fill="hold" grpId="0" nodeType="clickEffect">
                                  <p:stCondLst>
                                    <p:cond delay="0"/>
                                  </p:stCondLst>
                                  <p:childTnLst>
                                    <p:set>
                                      <p:cBhvr>
                                        <p:cTn id="77" dur="1" fill="hold">
                                          <p:stCondLst>
                                            <p:cond delay="0"/>
                                          </p:stCondLst>
                                        </p:cTn>
                                        <p:tgtEl>
                                          <p:spTgt spid="21"/>
                                        </p:tgtEl>
                                        <p:attrNameLst>
                                          <p:attrName>style.visibility</p:attrName>
                                        </p:attrNameLst>
                                      </p:cBhvr>
                                      <p:to>
                                        <p:strVal val="visible"/>
                                      </p:to>
                                    </p:set>
                                    <p:animEffect transition="in" filter="wipe(left)">
                                      <p:cBhvr>
                                        <p:cTn id="78" dur="500"/>
                                        <p:tgtEl>
                                          <p:spTgt spid="21"/>
                                        </p:tgtEl>
                                      </p:cBhvr>
                                    </p:animEffect>
                                  </p:childTnLst>
                                </p:cTn>
                              </p:par>
                            </p:childTnLst>
                          </p:cTn>
                        </p:par>
                      </p:childTnLst>
                    </p:cTn>
                  </p:par>
                  <p:par>
                    <p:cTn id="79" fill="hold">
                      <p:stCondLst>
                        <p:cond delay="indefinite"/>
                      </p:stCondLst>
                      <p:childTnLst>
                        <p:par>
                          <p:cTn id="80" fill="hold">
                            <p:stCondLst>
                              <p:cond delay="0"/>
                            </p:stCondLst>
                            <p:childTnLst>
                              <p:par>
                                <p:cTn id="81" presetID="22" presetClass="entr" presetSubtype="8" fill="hold" grpId="0" nodeType="clickEffect">
                                  <p:stCondLst>
                                    <p:cond delay="0"/>
                                  </p:stCondLst>
                                  <p:childTnLst>
                                    <p:set>
                                      <p:cBhvr>
                                        <p:cTn id="82" dur="1" fill="hold">
                                          <p:stCondLst>
                                            <p:cond delay="0"/>
                                          </p:stCondLst>
                                        </p:cTn>
                                        <p:tgtEl>
                                          <p:spTgt spid="22"/>
                                        </p:tgtEl>
                                        <p:attrNameLst>
                                          <p:attrName>style.visibility</p:attrName>
                                        </p:attrNameLst>
                                      </p:cBhvr>
                                      <p:to>
                                        <p:strVal val="visible"/>
                                      </p:to>
                                    </p:set>
                                    <p:animEffect transition="in" filter="wipe(left)">
                                      <p:cBhvr>
                                        <p:cTn id="83" dur="500"/>
                                        <p:tgtEl>
                                          <p:spTgt spid="22"/>
                                        </p:tgtEl>
                                      </p:cBhvr>
                                    </p:animEffect>
                                  </p:childTnLst>
                                </p:cTn>
                              </p:par>
                            </p:childTnLst>
                          </p:cTn>
                        </p:par>
                      </p:childTnLst>
                    </p:cTn>
                  </p:par>
                  <p:par>
                    <p:cTn id="84" fill="hold">
                      <p:stCondLst>
                        <p:cond delay="indefinite"/>
                      </p:stCondLst>
                      <p:childTnLst>
                        <p:par>
                          <p:cTn id="85" fill="hold">
                            <p:stCondLst>
                              <p:cond delay="0"/>
                            </p:stCondLst>
                            <p:childTnLst>
                              <p:par>
                                <p:cTn id="86" presetID="22" presetClass="entr" presetSubtype="8" fill="hold" grpId="0" nodeType="clickEffect">
                                  <p:stCondLst>
                                    <p:cond delay="0"/>
                                  </p:stCondLst>
                                  <p:childTnLst>
                                    <p:set>
                                      <p:cBhvr>
                                        <p:cTn id="87" dur="1" fill="hold">
                                          <p:stCondLst>
                                            <p:cond delay="0"/>
                                          </p:stCondLst>
                                        </p:cTn>
                                        <p:tgtEl>
                                          <p:spTgt spid="9"/>
                                        </p:tgtEl>
                                        <p:attrNameLst>
                                          <p:attrName>style.visibility</p:attrName>
                                        </p:attrNameLst>
                                      </p:cBhvr>
                                      <p:to>
                                        <p:strVal val="visible"/>
                                      </p:to>
                                    </p:set>
                                    <p:animEffect transition="in" filter="wipe(left)">
                                      <p:cBhvr>
                                        <p:cTn id="88" dur="500"/>
                                        <p:tgtEl>
                                          <p:spTgt spid="9"/>
                                        </p:tgtEl>
                                      </p:cBhvr>
                                    </p:animEffect>
                                  </p:childTnLst>
                                </p:cTn>
                              </p:par>
                            </p:childTnLst>
                          </p:cTn>
                        </p:par>
                      </p:childTnLst>
                    </p:cTn>
                  </p:par>
                  <p:par>
                    <p:cTn id="89" fill="hold">
                      <p:stCondLst>
                        <p:cond delay="indefinite"/>
                      </p:stCondLst>
                      <p:childTnLst>
                        <p:par>
                          <p:cTn id="90" fill="hold">
                            <p:stCondLst>
                              <p:cond delay="0"/>
                            </p:stCondLst>
                            <p:childTnLst>
                              <p:par>
                                <p:cTn id="91" presetID="22" presetClass="entr" presetSubtype="8" fill="hold" grpId="0" nodeType="clickEffect">
                                  <p:stCondLst>
                                    <p:cond delay="0"/>
                                  </p:stCondLst>
                                  <p:childTnLst>
                                    <p:set>
                                      <p:cBhvr>
                                        <p:cTn id="92" dur="1" fill="hold">
                                          <p:stCondLst>
                                            <p:cond delay="0"/>
                                          </p:stCondLst>
                                        </p:cTn>
                                        <p:tgtEl>
                                          <p:spTgt spid="10"/>
                                        </p:tgtEl>
                                        <p:attrNameLst>
                                          <p:attrName>style.visibility</p:attrName>
                                        </p:attrNameLst>
                                      </p:cBhvr>
                                      <p:to>
                                        <p:strVal val="visible"/>
                                      </p:to>
                                    </p:set>
                                    <p:animEffect transition="in" filter="wipe(left)">
                                      <p:cBhvr>
                                        <p:cTn id="93" dur="500"/>
                                        <p:tgtEl>
                                          <p:spTgt spid="10"/>
                                        </p:tgtEl>
                                      </p:cBhvr>
                                    </p:animEffect>
                                  </p:childTnLst>
                                </p:cTn>
                              </p:par>
                            </p:childTnLst>
                          </p:cTn>
                        </p:par>
                      </p:childTnLst>
                    </p:cTn>
                  </p:par>
                  <p:par>
                    <p:cTn id="94" fill="hold">
                      <p:stCondLst>
                        <p:cond delay="indefinite"/>
                      </p:stCondLst>
                      <p:childTnLst>
                        <p:par>
                          <p:cTn id="95" fill="hold">
                            <p:stCondLst>
                              <p:cond delay="0"/>
                            </p:stCondLst>
                            <p:childTnLst>
                              <p:par>
                                <p:cTn id="96" presetID="22" presetClass="entr" presetSubtype="8" fill="hold" grpId="0" nodeType="clickEffect">
                                  <p:stCondLst>
                                    <p:cond delay="0"/>
                                  </p:stCondLst>
                                  <p:childTnLst>
                                    <p:set>
                                      <p:cBhvr>
                                        <p:cTn id="97" dur="1" fill="hold">
                                          <p:stCondLst>
                                            <p:cond delay="0"/>
                                          </p:stCondLst>
                                        </p:cTn>
                                        <p:tgtEl>
                                          <p:spTgt spid="20"/>
                                        </p:tgtEl>
                                        <p:attrNameLst>
                                          <p:attrName>style.visibility</p:attrName>
                                        </p:attrNameLst>
                                      </p:cBhvr>
                                      <p:to>
                                        <p:strVal val="visible"/>
                                      </p:to>
                                    </p:set>
                                    <p:animEffect transition="in" filter="wipe(left)">
                                      <p:cBhvr>
                                        <p:cTn id="98" dur="500"/>
                                        <p:tgtEl>
                                          <p:spTgt spid="20"/>
                                        </p:tgtEl>
                                      </p:cBhvr>
                                    </p:animEffect>
                                  </p:childTnLst>
                                </p:cTn>
                              </p:par>
                            </p:childTnLst>
                          </p:cTn>
                        </p:par>
                      </p:childTnLst>
                    </p:cTn>
                  </p:par>
                  <p:par>
                    <p:cTn id="99" fill="hold">
                      <p:stCondLst>
                        <p:cond delay="indefinite"/>
                      </p:stCondLst>
                      <p:childTnLst>
                        <p:par>
                          <p:cTn id="100" fill="hold">
                            <p:stCondLst>
                              <p:cond delay="0"/>
                            </p:stCondLst>
                            <p:childTnLst>
                              <p:par>
                                <p:cTn id="101" presetID="22" presetClass="entr" presetSubtype="8" fill="hold" grpId="0" nodeType="clickEffect">
                                  <p:stCondLst>
                                    <p:cond delay="0"/>
                                  </p:stCondLst>
                                  <p:childTnLst>
                                    <p:set>
                                      <p:cBhvr>
                                        <p:cTn id="102" dur="1" fill="hold">
                                          <p:stCondLst>
                                            <p:cond delay="0"/>
                                          </p:stCondLst>
                                        </p:cTn>
                                        <p:tgtEl>
                                          <p:spTgt spid="11"/>
                                        </p:tgtEl>
                                        <p:attrNameLst>
                                          <p:attrName>style.visibility</p:attrName>
                                        </p:attrNameLst>
                                      </p:cBhvr>
                                      <p:to>
                                        <p:strVal val="visible"/>
                                      </p:to>
                                    </p:set>
                                    <p:animEffect transition="in" filter="wipe(left)">
                                      <p:cBhvr>
                                        <p:cTn id="103" dur="500"/>
                                        <p:tgtEl>
                                          <p:spTgt spid="11"/>
                                        </p:tgtEl>
                                      </p:cBhvr>
                                    </p:animEffect>
                                  </p:childTnLst>
                                </p:cTn>
                              </p:par>
                            </p:childTnLst>
                          </p:cTn>
                        </p:par>
                      </p:childTnLst>
                    </p:cTn>
                  </p:par>
                  <p:par>
                    <p:cTn id="104" fill="hold">
                      <p:stCondLst>
                        <p:cond delay="indefinite"/>
                      </p:stCondLst>
                      <p:childTnLst>
                        <p:par>
                          <p:cTn id="105" fill="hold">
                            <p:stCondLst>
                              <p:cond delay="0"/>
                            </p:stCondLst>
                            <p:childTnLst>
                              <p:par>
                                <p:cTn id="106" presetID="22" presetClass="entr" presetSubtype="8" fill="hold" nodeType="clickEffect">
                                  <p:stCondLst>
                                    <p:cond delay="0"/>
                                  </p:stCondLst>
                                  <p:childTnLst>
                                    <p:set>
                                      <p:cBhvr>
                                        <p:cTn id="107" dur="1" fill="hold">
                                          <p:stCondLst>
                                            <p:cond delay="0"/>
                                          </p:stCondLst>
                                        </p:cTn>
                                        <p:tgtEl>
                                          <p:spTgt spid="26"/>
                                        </p:tgtEl>
                                        <p:attrNameLst>
                                          <p:attrName>style.visibility</p:attrName>
                                        </p:attrNameLst>
                                      </p:cBhvr>
                                      <p:to>
                                        <p:strVal val="visible"/>
                                      </p:to>
                                    </p:set>
                                    <p:animEffect transition="in" filter="wipe(left)">
                                      <p:cBhvr>
                                        <p:cTn id="108"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5" grpId="0"/>
      <p:bldP spid="6" grpId="0"/>
      <p:bldP spid="7" grpId="0"/>
      <p:bldP spid="8" grpId="0"/>
      <p:bldP spid="9" grpId="0"/>
      <p:bldP spid="10" grpId="0"/>
      <p:bldP spid="11" grpId="0"/>
      <p:bldP spid="12" grpId="0"/>
      <p:bldP spid="13" grpId="0"/>
      <p:bldP spid="14" grpId="0"/>
      <p:bldP spid="15" grpId="0"/>
      <p:bldP spid="16" grpId="0"/>
      <p:bldP spid="17" grpId="0"/>
      <p:bldP spid="18" grpId="0"/>
      <p:bldP spid="19" grpId="0"/>
      <p:bldP spid="20" grpId="0"/>
      <p:bldP spid="21" grpId="0"/>
      <p:bldP spid="22"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61" name="文本框 60"/>
              <p:cNvSpPr txBox="1"/>
              <p:nvPr/>
            </p:nvSpPr>
            <p:spPr>
              <a:xfrm>
                <a:off x="3556166" y="5483381"/>
                <a:ext cx="3344570" cy="673646"/>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d>
                        <m:dPr>
                          <m:ctrlPr>
                            <a:rPr lang="en-US" altLang="zh-CN" sz="2200" i="1" smtClean="0">
                              <a:latin typeface="Cambria Math" panose="02040503050406030204" charset="0"/>
                            </a:rPr>
                          </m:ctrlPr>
                        </m:dPr>
                        <m:e>
                          <m:func>
                            <m:funcPr>
                              <m:ctrlPr>
                                <a:rPr kumimoji="1" lang="zh-CN" altLang="en-US" sz="2200" i="1" smtClean="0">
                                  <a:solidFill>
                                    <a:schemeClr val="bg1"/>
                                  </a:solidFill>
                                  <a:latin typeface="Cambria Math" panose="02040503050406030204" charset="0"/>
                                  <a:ea typeface="黑体" panose="02010609060101010101" pitchFamily="49" charset="-122"/>
                                </a:rPr>
                              </m:ctrlPr>
                            </m:funcPr>
                            <m:fName>
                              <m:limLow>
                                <m:limLowPr>
                                  <m:ctrlPr>
                                    <a:rPr kumimoji="1" lang="zh-CN" altLang="en-US" sz="2200" i="1">
                                      <a:solidFill>
                                        <a:schemeClr val="bg1"/>
                                      </a:solidFill>
                                      <a:latin typeface="Cambria Math" panose="02040503050406030204" charset="0"/>
                                      <a:ea typeface="黑体" panose="02010609060101010101" pitchFamily="49" charset="-122"/>
                                    </a:rPr>
                                  </m:ctrlPr>
                                </m:limLowPr>
                                <m:e>
                                  <m:r>
                                    <m:rPr>
                                      <m:sty m:val="p"/>
                                    </m:rPr>
                                    <a:rPr kumimoji="1" lang="zh-CN" altLang="en-US" sz="2200">
                                      <a:solidFill>
                                        <a:schemeClr val="bg1"/>
                                      </a:solidFill>
                                      <a:latin typeface="Cambria Math" panose="02040503050406030204" charset="0"/>
                                      <a:ea typeface="黑体" panose="02010609060101010101" pitchFamily="49" charset="-122"/>
                                    </a:rPr>
                                    <m:t>lim</m:t>
                                  </m:r>
                                </m:e>
                                <m:lim>
                                  <m:eqArr>
                                    <m:eqArrPr>
                                      <m:ctrlPr>
                                        <a:rPr kumimoji="1" lang="zh-CN" altLang="en-US" sz="2200" i="1">
                                          <a:solidFill>
                                            <a:schemeClr val="bg1"/>
                                          </a:solidFill>
                                          <a:latin typeface="Cambria Math" panose="02040503050406030204" charset="0"/>
                                          <a:ea typeface="黑体" panose="02010609060101010101" pitchFamily="49" charset="-122"/>
                                        </a:rPr>
                                      </m:ctrlPr>
                                    </m:eqArrPr>
                                    <m:e>
                                      <m:r>
                                        <a:rPr kumimoji="1" lang="zh-CN" altLang="en-US" sz="2200">
                                          <a:solidFill>
                                            <a:schemeClr val="bg1"/>
                                          </a:solidFill>
                                          <a:latin typeface="Cambria Math" panose="02040503050406030204" charset="0"/>
                                          <a:ea typeface="黑体" panose="02010609060101010101" pitchFamily="49" charset="-122"/>
                                        </a:rPr>
                                        <m:t>&amp;</m:t>
                                      </m:r>
                                      <m:r>
                                        <m:rPr>
                                          <m:sty m:val="p"/>
                                        </m:rPr>
                                        <a:rPr kumimoji="1" lang="zh-CN" altLang="en-US" sz="2200">
                                          <a:solidFill>
                                            <a:schemeClr val="bg1"/>
                                          </a:solidFill>
                                          <a:latin typeface="Cambria Math" panose="02040503050406030204" charset="0"/>
                                          <a:ea typeface="黑体" panose="02010609060101010101" pitchFamily="49" charset="-122"/>
                                        </a:rPr>
                                        <m:t>Δ</m:t>
                                      </m:r>
                                      <m:r>
                                        <a:rPr kumimoji="1" lang="zh-CN" altLang="en-US" sz="2200">
                                          <a:solidFill>
                                            <a:schemeClr val="bg1"/>
                                          </a:solidFill>
                                          <a:latin typeface="Cambria Math" panose="02040503050406030204" charset="0"/>
                                          <a:ea typeface="黑体" panose="02010609060101010101" pitchFamily="49" charset="-122"/>
                                        </a:rPr>
                                        <m:t>𝑥</m:t>
                                      </m:r>
                                      <m:r>
                                        <a:rPr kumimoji="1" lang="zh-CN" altLang="en-US" sz="2200">
                                          <a:solidFill>
                                            <a:schemeClr val="bg1"/>
                                          </a:solidFill>
                                          <a:latin typeface="Cambria Math" panose="02040503050406030204" charset="0"/>
                                          <a:ea typeface="黑体" panose="02010609060101010101" pitchFamily="49" charset="-122"/>
                                        </a:rPr>
                                        <m:t>→</m:t>
                                      </m:r>
                                      <m:r>
                                        <a:rPr kumimoji="1" lang="zh-CN" altLang="en-US" sz="2200">
                                          <a:solidFill>
                                            <a:schemeClr val="bg1"/>
                                          </a:solidFill>
                                          <a:latin typeface="Cambria Math" panose="02040503050406030204" charset="0"/>
                                          <a:ea typeface="黑体" panose="02010609060101010101" pitchFamily="49" charset="-122"/>
                                        </a:rPr>
                                        <m:t>0</m:t>
                                      </m:r>
                                    </m:e>
                                    <m:e>
                                      <m:r>
                                        <a:rPr kumimoji="1" lang="zh-CN" altLang="en-US" sz="2200">
                                          <a:solidFill>
                                            <a:schemeClr val="bg1"/>
                                          </a:solidFill>
                                          <a:latin typeface="Cambria Math" panose="02040503050406030204" charset="0"/>
                                          <a:ea typeface="黑体" panose="02010609060101010101" pitchFamily="49" charset="-122"/>
                                        </a:rPr>
                                        <m:t>&amp;</m:t>
                                      </m:r>
                                      <m:r>
                                        <m:rPr>
                                          <m:sty m:val="p"/>
                                        </m:rPr>
                                        <a:rPr kumimoji="1" lang="zh-CN" altLang="en-US" sz="2200">
                                          <a:solidFill>
                                            <a:schemeClr val="bg1"/>
                                          </a:solidFill>
                                          <a:latin typeface="Cambria Math" panose="02040503050406030204" charset="0"/>
                                          <a:ea typeface="黑体" panose="02010609060101010101" pitchFamily="49" charset="-122"/>
                                        </a:rPr>
                                        <m:t>Δ</m:t>
                                      </m:r>
                                      <m:r>
                                        <a:rPr kumimoji="1" lang="zh-CN" altLang="en-US" sz="2200">
                                          <a:solidFill>
                                            <a:schemeClr val="bg1"/>
                                          </a:solidFill>
                                          <a:latin typeface="Cambria Math" panose="02040503050406030204" charset="0"/>
                                          <a:ea typeface="黑体" panose="02010609060101010101" pitchFamily="49" charset="-122"/>
                                        </a:rPr>
                                        <m:t>𝑦</m:t>
                                      </m:r>
                                      <m:r>
                                        <a:rPr kumimoji="1" lang="zh-CN" altLang="en-US" sz="2200">
                                          <a:solidFill>
                                            <a:schemeClr val="bg1"/>
                                          </a:solidFill>
                                          <a:latin typeface="Cambria Math" panose="02040503050406030204" charset="0"/>
                                          <a:ea typeface="黑体" panose="02010609060101010101" pitchFamily="49" charset="-122"/>
                                        </a:rPr>
                                        <m:t>→</m:t>
                                      </m:r>
                                      <m:r>
                                        <a:rPr kumimoji="1" lang="zh-CN" altLang="en-US" sz="2200">
                                          <a:solidFill>
                                            <a:schemeClr val="bg1"/>
                                          </a:solidFill>
                                          <a:latin typeface="Cambria Math" panose="02040503050406030204" charset="0"/>
                                          <a:ea typeface="黑体" panose="02010609060101010101" pitchFamily="49" charset="-122"/>
                                        </a:rPr>
                                        <m:t>0</m:t>
                                      </m:r>
                                    </m:e>
                                  </m:eqArr>
                                </m:lim>
                              </m:limLow>
                            </m:fName>
                            <m:e>
                              <m:r>
                                <a:rPr kumimoji="1" lang="zh-CN" altLang="en-US" sz="2200">
                                  <a:solidFill>
                                    <a:schemeClr val="bg1"/>
                                  </a:solidFill>
                                  <a:latin typeface="Cambria Math" panose="02040503050406030204" charset="0"/>
                                  <a:ea typeface="黑体" panose="02010609060101010101" pitchFamily="49" charset="-122"/>
                                </a:rPr>
                                <m:t>𝛽</m:t>
                              </m:r>
                            </m:e>
                          </m:func>
                          <m:r>
                            <a:rPr kumimoji="1" lang="en-US" altLang="zh-CN" sz="2200" b="0" i="0" smtClean="0">
                              <a:solidFill>
                                <a:schemeClr val="bg1"/>
                              </a:solidFill>
                              <a:latin typeface="Cambria Math" panose="02040503050406030204" charset="0"/>
                              <a:ea typeface="黑体" panose="02010609060101010101" pitchFamily="49" charset="-122"/>
                            </a:rPr>
                            <m:t>                           </m:t>
                          </m:r>
                          <m:r>
                            <a:rPr kumimoji="1" lang="zh-CN" altLang="en-US" sz="2200">
                              <a:solidFill>
                                <a:schemeClr val="bg1"/>
                              </a:solidFill>
                              <a:latin typeface="Cambria Math" panose="02040503050406030204" charset="0"/>
                              <a:ea typeface="黑体" panose="02010609060101010101" pitchFamily="49" charset="-122"/>
                            </a:rPr>
                            <m:t>=</m:t>
                          </m:r>
                          <m:r>
                            <a:rPr kumimoji="1" lang="zh-CN" altLang="en-US" sz="2200">
                              <a:solidFill>
                                <a:schemeClr val="bg1"/>
                              </a:solidFill>
                              <a:latin typeface="Cambria Math" panose="02040503050406030204" charset="0"/>
                              <a:ea typeface="黑体" panose="02010609060101010101" pitchFamily="49" charset="-122"/>
                            </a:rPr>
                            <m:t>0</m:t>
                          </m:r>
                        </m:e>
                      </m:d>
                    </m:oMath>
                  </m:oMathPara>
                </a14:m>
                <a:endParaRPr lang="zh-CN" altLang="en-US" sz="2200" dirty="0"/>
              </a:p>
            </p:txBody>
          </p:sp>
        </mc:Choice>
        <mc:Fallback>
          <p:sp>
            <p:nvSpPr>
              <p:cNvPr id="61" name="文本框 60"/>
              <p:cNvSpPr txBox="1">
                <a:spLocks noRot="1" noChangeAspect="1" noMove="1" noResize="1" noEditPoints="1" noAdjustHandles="1" noChangeArrowheads="1" noChangeShapeType="1" noTextEdit="1"/>
              </p:cNvSpPr>
              <p:nvPr/>
            </p:nvSpPr>
            <p:spPr>
              <a:xfrm>
                <a:off x="3556166" y="5483381"/>
                <a:ext cx="3344570" cy="673646"/>
              </a:xfrm>
              <a:prstGeom prst="rect">
                <a:avLst/>
              </a:prstGeom>
              <a:blipFill rotWithShape="1">
                <a:blip r:embed="rId1"/>
                <a:stretch>
                  <a:fillRect l="-5" t="-23" r="-1874" b="-59470"/>
                </a:stretch>
              </a:blipFill>
            </p:spPr>
            <p:txBody>
              <a:bodyPr/>
              <a:lstStyle/>
              <a:p>
                <a:r>
                  <a:rPr lang="zh-CN" altLang="en-US">
                    <a:noFill/>
                  </a:rPr>
                  <a:t> </a:t>
                </a:r>
              </a:p>
            </p:txBody>
          </p:sp>
        </mc:Fallback>
      </mc:AlternateContent>
      <p:sp>
        <p:nvSpPr>
          <p:cNvPr id="62" name="图文框 61"/>
          <p:cNvSpPr/>
          <p:nvPr/>
        </p:nvSpPr>
        <p:spPr>
          <a:xfrm rot="5400000">
            <a:off x="2705095" y="-2639699"/>
            <a:ext cx="6858001" cy="12137397"/>
          </a:xfrm>
          <a:prstGeom prst="frame">
            <a:avLst>
              <a:gd name="adj1" fmla="val 50000"/>
            </a:avLst>
          </a:prstGeom>
          <a:gradFill flip="none" rotWithShape="1">
            <a:gsLst>
              <a:gs pos="100000">
                <a:srgbClr val="007434">
                  <a:alpha val="10000"/>
                </a:srgbClr>
              </a:gs>
              <a:gs pos="4000">
                <a:schemeClr val="bg1">
                  <a:alpha val="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dirty="0">
              <a:latin typeface="字魂36号-正文宋楷" panose="00000500000000000000" pitchFamily="2" charset="-122"/>
              <a:ea typeface="字魂36号-正文宋楷" panose="00000500000000000000" pitchFamily="2" charset="-122"/>
            </a:endParaRPr>
          </a:p>
        </p:txBody>
      </p:sp>
      <p:sp>
        <p:nvSpPr>
          <p:cNvPr id="63" name="矩形 62"/>
          <p:cNvSpPr/>
          <p:nvPr/>
        </p:nvSpPr>
        <p:spPr>
          <a:xfrm rot="16200000" flipH="1">
            <a:off x="-3338945" y="3338945"/>
            <a:ext cx="6858000" cy="180109"/>
          </a:xfrm>
          <a:prstGeom prst="rect">
            <a:avLst/>
          </a:prstGeom>
          <a:gradFill flip="none" rotWithShape="1">
            <a:gsLst>
              <a:gs pos="100000">
                <a:srgbClr val="2C8894">
                  <a:alpha val="55000"/>
                </a:srgbClr>
              </a:gs>
              <a:gs pos="55000">
                <a:srgbClr val="389479">
                  <a:alpha val="87000"/>
                </a:srgbClr>
              </a:gs>
              <a:gs pos="0">
                <a:srgbClr val="3F9B67"/>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mc:Choice xmlns:a14="http://schemas.microsoft.com/office/drawing/2010/main" Requires="a14">
          <p:sp>
            <p:nvSpPr>
              <p:cNvPr id="4" name="Object 4"/>
              <p:cNvSpPr txBox="1"/>
              <p:nvPr/>
            </p:nvSpPr>
            <p:spPr bwMode="auto">
              <a:xfrm>
                <a:off x="9125797" y="621718"/>
                <a:ext cx="1131888" cy="927100"/>
              </a:xfrm>
              <a:prstGeom prst="rect">
                <a:avLst/>
              </a:prstGeom>
              <a:noFill/>
              <a:ln>
                <a:noFill/>
              </a:ln>
              <a:effectLst/>
            </p:spPr>
            <p:txBody>
              <a:bodyPr>
                <a:noAutofit/>
              </a:bodyPr>
              <a:lstStyle/>
              <a:p>
                <a14:m>
                  <m:oMathPara xmlns:m="http://schemas.openxmlformats.org/officeDocument/2006/math">
                    <m:oMathParaPr>
                      <m:jc m:val="left"/>
                    </m:oMathParaPr>
                    <m:oMath xmlns:m="http://schemas.openxmlformats.org/officeDocument/2006/math">
                      <m:f>
                        <m:fPr>
                          <m:ctrlPr>
                            <a:rPr kumimoji="1" lang="zh-CN" altLang="en-US" sz="2800" i="1">
                              <a:solidFill>
                                <a:schemeClr val="tx1">
                                  <a:lumMod val="95000"/>
                                  <a:lumOff val="5000"/>
                                </a:schemeClr>
                              </a:solidFill>
                              <a:latin typeface="Cambria Math" panose="02040503050406030204" charset="0"/>
                              <a:ea typeface="黑体" panose="02010609060101010101" pitchFamily="49" charset="-122"/>
                            </a:rPr>
                          </m:ctrlPr>
                        </m:fPr>
                        <m:num>
                          <m:r>
                            <a:rPr kumimoji="1" lang="zh-CN" altLang="en-US" sz="2800">
                              <a:solidFill>
                                <a:schemeClr val="tx1">
                                  <a:lumMod val="95000"/>
                                  <a:lumOff val="5000"/>
                                </a:schemeClr>
                              </a:solidFill>
                              <a:latin typeface="Cambria Math" panose="02040503050406030204" charset="0"/>
                              <a:ea typeface="黑体" panose="02010609060101010101" pitchFamily="49" charset="-122"/>
                            </a:rPr>
                            <m:t>𝜕</m:t>
                          </m:r>
                          <m:r>
                            <a:rPr kumimoji="1" lang="zh-CN" altLang="en-US" sz="2800">
                              <a:solidFill>
                                <a:schemeClr val="tx1">
                                  <a:lumMod val="95000"/>
                                  <a:lumOff val="5000"/>
                                </a:schemeClr>
                              </a:solidFill>
                              <a:latin typeface="Cambria Math" panose="02040503050406030204" charset="0"/>
                              <a:ea typeface="黑体" panose="02010609060101010101" pitchFamily="49" charset="-122"/>
                            </a:rPr>
                            <m:t>𝑧</m:t>
                          </m:r>
                        </m:num>
                        <m:den>
                          <m:r>
                            <a:rPr kumimoji="1" lang="zh-CN" altLang="en-US" sz="2800">
                              <a:solidFill>
                                <a:schemeClr val="tx1">
                                  <a:lumMod val="95000"/>
                                  <a:lumOff val="5000"/>
                                </a:schemeClr>
                              </a:solidFill>
                              <a:latin typeface="Cambria Math" panose="02040503050406030204" charset="0"/>
                              <a:ea typeface="黑体" panose="02010609060101010101" pitchFamily="49" charset="-122"/>
                            </a:rPr>
                            <m:t>𝜕</m:t>
                          </m:r>
                          <m:r>
                            <a:rPr kumimoji="1" lang="zh-CN" altLang="en-US" sz="2800">
                              <a:solidFill>
                                <a:schemeClr val="tx1">
                                  <a:lumMod val="95000"/>
                                  <a:lumOff val="5000"/>
                                </a:schemeClr>
                              </a:solidFill>
                              <a:latin typeface="Cambria Math" panose="02040503050406030204" charset="0"/>
                              <a:ea typeface="黑体" panose="02010609060101010101" pitchFamily="49" charset="-122"/>
                            </a:rPr>
                            <m:t>𝑥</m:t>
                          </m:r>
                        </m:den>
                      </m:f>
                      <m:r>
                        <a:rPr kumimoji="1" lang="zh-CN" altLang="en-US" sz="2800">
                          <a:solidFill>
                            <a:schemeClr val="tx1">
                              <a:lumMod val="95000"/>
                              <a:lumOff val="5000"/>
                            </a:schemeClr>
                          </a:solidFill>
                          <a:latin typeface="Cambria Math" panose="02040503050406030204" charset="0"/>
                          <a:ea typeface="黑体" panose="02010609060101010101" pitchFamily="49" charset="-122"/>
                        </a:rPr>
                        <m:t>,</m:t>
                      </m:r>
                      <m:r>
                        <a:rPr kumimoji="1" lang="zh-CN" altLang="en-US" sz="2800" i="1" smtClean="0">
                          <a:solidFill>
                            <a:schemeClr val="tx1">
                              <a:lumMod val="95000"/>
                              <a:lumOff val="5000"/>
                            </a:schemeClr>
                          </a:solidFill>
                          <a:latin typeface="Cambria Math" panose="02040503050406030204" charset="0"/>
                          <a:ea typeface="黑体" panose="02010609060101010101" pitchFamily="49" charset="-122"/>
                        </a:rPr>
                        <m:t> </m:t>
                      </m:r>
                      <m:f>
                        <m:fPr>
                          <m:ctrlPr>
                            <a:rPr kumimoji="1" lang="zh-CN" altLang="en-US" sz="2800" i="1">
                              <a:solidFill>
                                <a:schemeClr val="tx1">
                                  <a:lumMod val="95000"/>
                                  <a:lumOff val="5000"/>
                                </a:schemeClr>
                              </a:solidFill>
                              <a:latin typeface="Cambria Math" panose="02040503050406030204" charset="0"/>
                              <a:ea typeface="黑体" panose="02010609060101010101" pitchFamily="49" charset="-122"/>
                            </a:rPr>
                          </m:ctrlPr>
                        </m:fPr>
                        <m:num>
                          <m:r>
                            <a:rPr kumimoji="1" lang="zh-CN" altLang="en-US" sz="2800">
                              <a:solidFill>
                                <a:schemeClr val="tx1">
                                  <a:lumMod val="95000"/>
                                  <a:lumOff val="5000"/>
                                </a:schemeClr>
                              </a:solidFill>
                              <a:latin typeface="Cambria Math" panose="02040503050406030204" charset="0"/>
                              <a:ea typeface="黑体" panose="02010609060101010101" pitchFamily="49" charset="-122"/>
                            </a:rPr>
                            <m:t>𝜕</m:t>
                          </m:r>
                          <m:r>
                            <a:rPr kumimoji="1" lang="zh-CN" altLang="en-US" sz="2800">
                              <a:solidFill>
                                <a:schemeClr val="tx1">
                                  <a:lumMod val="95000"/>
                                  <a:lumOff val="5000"/>
                                </a:schemeClr>
                              </a:solidFill>
                              <a:latin typeface="Cambria Math" panose="02040503050406030204" charset="0"/>
                              <a:ea typeface="黑体" panose="02010609060101010101" pitchFamily="49" charset="-122"/>
                            </a:rPr>
                            <m:t>𝑧</m:t>
                          </m:r>
                        </m:num>
                        <m:den>
                          <m:r>
                            <a:rPr kumimoji="1" lang="zh-CN" altLang="en-US" sz="2800">
                              <a:solidFill>
                                <a:schemeClr val="tx1">
                                  <a:lumMod val="95000"/>
                                  <a:lumOff val="5000"/>
                                </a:schemeClr>
                              </a:solidFill>
                              <a:latin typeface="Cambria Math" panose="02040503050406030204" charset="0"/>
                              <a:ea typeface="黑体" panose="02010609060101010101" pitchFamily="49" charset="-122"/>
                            </a:rPr>
                            <m:t>𝜕</m:t>
                          </m:r>
                          <m:r>
                            <a:rPr kumimoji="1" lang="zh-CN" altLang="en-US" sz="2800">
                              <a:solidFill>
                                <a:schemeClr val="tx1">
                                  <a:lumMod val="95000"/>
                                  <a:lumOff val="5000"/>
                                </a:schemeClr>
                              </a:solidFill>
                              <a:latin typeface="Cambria Math" panose="02040503050406030204" charset="0"/>
                              <a:ea typeface="黑体" panose="02010609060101010101" pitchFamily="49" charset="-122"/>
                            </a:rPr>
                            <m:t>𝑦</m:t>
                          </m:r>
                        </m:den>
                      </m:f>
                    </m:oMath>
                  </m:oMathPara>
                </a14:m>
                <a:endParaRPr kumimoji="1" lang="zh-CN" altLang="en-US" sz="2800" dirty="0">
                  <a:solidFill>
                    <a:schemeClr val="tx1">
                      <a:lumMod val="95000"/>
                      <a:lumOff val="5000"/>
                    </a:schemeClr>
                  </a:solidFill>
                  <a:latin typeface="Cambria Math" panose="02040503050406030204" charset="0"/>
                  <a:ea typeface="黑体" panose="02010609060101010101" pitchFamily="49" charset="-122"/>
                </a:endParaRPr>
              </a:p>
            </p:txBody>
          </p:sp>
        </mc:Choice>
        <mc:Fallback>
          <p:sp>
            <p:nvSpPr>
              <p:cNvPr id="4" name="Object 4"/>
              <p:cNvSpPr txBox="1">
                <a:spLocks noRot="1" noChangeAspect="1" noMove="1" noResize="1" noEditPoints="1" noAdjustHandles="1" noChangeArrowheads="1" noChangeShapeType="1" noTextEdit="1"/>
              </p:cNvSpPr>
              <p:nvPr/>
            </p:nvSpPr>
            <p:spPr bwMode="auto">
              <a:xfrm>
                <a:off x="9125797" y="621718"/>
                <a:ext cx="1131888" cy="927100"/>
              </a:xfrm>
              <a:prstGeom prst="rect">
                <a:avLst/>
              </a:prstGeom>
              <a:blipFill rotWithShape="1">
                <a:blip r:embed="rId2"/>
                <a:stretch>
                  <a:fillRect l="-19" t="-6" r="-6629" b="6"/>
                </a:stretch>
              </a:blipFill>
              <a:ln>
                <a:noFill/>
              </a:ln>
              <a:effectLst/>
            </p:spPr>
            <p:txBody>
              <a:bodyPr/>
              <a:lstStyle/>
              <a:p>
                <a:r>
                  <a:rPr lang="zh-CN" altLang="en-US">
                    <a:noFill/>
                  </a:rPr>
                  <a:t> </a:t>
                </a:r>
              </a:p>
            </p:txBody>
          </p:sp>
        </mc:Fallback>
      </mc:AlternateContent>
      <p:sp>
        <p:nvSpPr>
          <p:cNvPr id="5" name="Text Box 5"/>
          <p:cNvSpPr txBox="1">
            <a:spLocks noChangeArrowheads="1"/>
          </p:cNvSpPr>
          <p:nvPr/>
        </p:nvSpPr>
        <p:spPr bwMode="auto">
          <a:xfrm>
            <a:off x="1924963" y="2319562"/>
            <a:ext cx="1066800" cy="51911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marL="0" marR="0" lvl="0" indent="0" algn="l" defTabSz="914400" rtl="0" eaLnBrk="1" fontAlgn="base" latinLnBrk="0" hangingPunct="1">
              <a:lnSpc>
                <a:spcPct val="100000"/>
              </a:lnSpc>
              <a:spcBef>
                <a:spcPct val="50000"/>
              </a:spcBef>
              <a:spcAft>
                <a:spcPct val="0"/>
              </a:spcAft>
              <a:buClrTx/>
              <a:buSzTx/>
              <a:buFontTx/>
              <a:buNone/>
              <a:defRPr/>
            </a:pPr>
            <a:r>
              <a:rPr kumimoji="1" lang="zh-CN" altLang="en-US" sz="2800" b="1" kern="0" dirty="0">
                <a:solidFill>
                  <a:srgbClr val="04926A"/>
                </a:solidFill>
                <a:latin typeface="微软雅黑" panose="020B0503020204020204" pitchFamily="34" charset="-122"/>
                <a:ea typeface="微软雅黑" panose="020B0503020204020204" pitchFamily="34" charset="-122"/>
                <a:cs typeface="微软雅黑" panose="020B0503020204020204" pitchFamily="34" charset="-122"/>
                <a:sym typeface="+mn-lt"/>
              </a:rPr>
              <a:t>证 </a:t>
            </a:r>
            <a:endParaRPr kumimoji="1" lang="zh-CN" altLang="en-US" sz="2800" b="1" kern="0" dirty="0">
              <a:solidFill>
                <a:srgbClr val="04926A"/>
              </a:solidFill>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mc:AlternateContent xmlns:mc="http://schemas.openxmlformats.org/markup-compatibility/2006">
        <mc:Choice xmlns:a14="http://schemas.microsoft.com/office/drawing/2010/main" Requires="a14">
          <p:sp>
            <p:nvSpPr>
              <p:cNvPr id="6" name="Object 6"/>
              <p:cNvSpPr txBox="1"/>
              <p:nvPr/>
            </p:nvSpPr>
            <p:spPr bwMode="auto">
              <a:xfrm>
                <a:off x="3144064" y="2311465"/>
                <a:ext cx="4219839" cy="406400"/>
              </a:xfrm>
              <a:prstGeom prst="rect">
                <a:avLst/>
              </a:prstGeom>
              <a:noFill/>
              <a:ln>
                <a:noFill/>
              </a:ln>
              <a:effectLst/>
            </p:spPr>
            <p:txBody>
              <a:bodyPr>
                <a:noAutofit/>
              </a:bodyPr>
              <a:lstStyle/>
              <a:p>
                <a14:m>
                  <m:oMathPara xmlns:m="http://schemas.openxmlformats.org/officeDocument/2006/math">
                    <m:oMathParaPr>
                      <m:jc m:val="left"/>
                    </m:oMathParaPr>
                    <m:oMath xmlns:m="http://schemas.openxmlformats.org/officeDocument/2006/math">
                      <m:r>
                        <m:rPr>
                          <m:sty m:val="p"/>
                        </m:rPr>
                        <a:rPr kumimoji="1" lang="zh-CN" altLang="en-US" sz="2200">
                          <a:solidFill>
                            <a:schemeClr val="tx1">
                              <a:lumMod val="95000"/>
                              <a:lumOff val="5000"/>
                            </a:schemeClr>
                          </a:solidFill>
                          <a:latin typeface="Cambria Math" panose="02040503050406030204" charset="0"/>
                          <a:ea typeface="黑体" panose="02010609060101010101" pitchFamily="49" charset="-122"/>
                        </a:rPr>
                        <m:t>Δ</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𝑧</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𝑓</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𝑥</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m:rPr>
                          <m:sty m:val="p"/>
                        </m:rPr>
                        <a:rPr kumimoji="1" lang="zh-CN" altLang="en-US" sz="2200">
                          <a:solidFill>
                            <a:schemeClr val="tx1">
                              <a:lumMod val="95000"/>
                              <a:lumOff val="5000"/>
                            </a:schemeClr>
                          </a:solidFill>
                          <a:latin typeface="Cambria Math" panose="02040503050406030204" charset="0"/>
                          <a:ea typeface="黑体" panose="02010609060101010101" pitchFamily="49" charset="-122"/>
                        </a:rPr>
                        <m:t>Δ</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𝑥</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𝑦</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m:rPr>
                          <m:sty m:val="p"/>
                        </m:rPr>
                        <a:rPr kumimoji="1" lang="zh-CN" altLang="en-US" sz="2200">
                          <a:solidFill>
                            <a:schemeClr val="tx1">
                              <a:lumMod val="95000"/>
                              <a:lumOff val="5000"/>
                            </a:schemeClr>
                          </a:solidFill>
                          <a:latin typeface="Cambria Math" panose="02040503050406030204" charset="0"/>
                          <a:ea typeface="黑体" panose="02010609060101010101" pitchFamily="49" charset="-122"/>
                        </a:rPr>
                        <m:t>Δ</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𝑦</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𝑓</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𝑥</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𝑦</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oMath>
                  </m:oMathPara>
                </a14:m>
                <a:endParaRPr kumimoji="1" lang="zh-CN" altLang="en-US" sz="2200" dirty="0">
                  <a:solidFill>
                    <a:schemeClr val="tx1">
                      <a:lumMod val="95000"/>
                      <a:lumOff val="5000"/>
                    </a:schemeClr>
                  </a:solidFill>
                  <a:latin typeface="Cambria Math" panose="02040503050406030204" charset="0"/>
                  <a:ea typeface="黑体" panose="02010609060101010101" pitchFamily="49" charset="-122"/>
                </a:endParaRPr>
              </a:p>
            </p:txBody>
          </p:sp>
        </mc:Choice>
        <mc:Fallback>
          <p:sp>
            <p:nvSpPr>
              <p:cNvPr id="6" name="Object 6"/>
              <p:cNvSpPr txBox="1">
                <a:spLocks noRot="1" noChangeAspect="1" noMove="1" noResize="1" noEditPoints="1" noAdjustHandles="1" noChangeArrowheads="1" noChangeShapeType="1" noTextEdit="1"/>
              </p:cNvSpPr>
              <p:nvPr/>
            </p:nvSpPr>
            <p:spPr bwMode="auto">
              <a:xfrm>
                <a:off x="3144064" y="2311465"/>
                <a:ext cx="4219839" cy="406400"/>
              </a:xfrm>
              <a:prstGeom prst="rect">
                <a:avLst/>
              </a:prstGeom>
              <a:blipFill rotWithShape="1">
                <a:blip r:embed="rId3"/>
                <a:stretch>
                  <a:fillRect l="-4" t="-16" r="10" b="16"/>
                </a:stretch>
              </a:blipFill>
              <a:ln>
                <a:noFill/>
              </a:ln>
              <a:effectLst/>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7" name="Object 7"/>
              <p:cNvSpPr txBox="1"/>
              <p:nvPr/>
            </p:nvSpPr>
            <p:spPr bwMode="auto">
              <a:xfrm>
                <a:off x="6722981" y="4422882"/>
                <a:ext cx="2452056" cy="469849"/>
              </a:xfrm>
              <a:prstGeom prst="rect">
                <a:avLst/>
              </a:prstGeom>
              <a:noFill/>
              <a:ln w="28575">
                <a:solidFill>
                  <a:srgbClr val="04926A"/>
                </a:solidFill>
                <a:miter lim="800000"/>
              </a:ln>
              <a:effectLst/>
            </p:spPr>
            <p:txBody>
              <a:bodyPr>
                <a:noAutofit/>
              </a:bodyPr>
              <a:lstStyle/>
              <a:p>
                <a14:m>
                  <m:oMathPara xmlns:m="http://schemas.openxmlformats.org/officeDocument/2006/math">
                    <m:oMathParaPr>
                      <m:jc m:val="left"/>
                    </m:oMathParaPr>
                    <m:oMath xmlns:m="http://schemas.openxmlformats.org/officeDocument/2006/math">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rPr>
                        <m:t>0</m:t>
                      </m:r>
                      <m:r>
                        <a:rPr kumimoji="1" lang="zh-CN" altLang="en-US" sz="2200">
                          <a:solidFill>
                            <a:schemeClr val="tx1">
                              <a:lumMod val="95000"/>
                              <a:lumOff val="5000"/>
                            </a:schemeClr>
                          </a:solidFill>
                          <a:latin typeface="Cambria Math" panose="02040503050406030204" charset="0"/>
                          <a:ea typeface="黑体" panose="02010609060101010101" pitchFamily="49" charset="-122"/>
                        </a:rPr>
                        <m:t>&lt;</m:t>
                      </m:r>
                      <m:sSub>
                        <m:sSubPr>
                          <m:ctrlPr>
                            <a:rPr kumimoji="1" lang="zh-CN" altLang="en-US" sz="2200" i="1">
                              <a:solidFill>
                                <a:schemeClr val="tx1">
                                  <a:lumMod val="95000"/>
                                  <a:lumOff val="5000"/>
                                </a:schemeClr>
                              </a:solidFill>
                              <a:latin typeface="Cambria Math" panose="02040503050406030204" charset="0"/>
                              <a:ea typeface="黑体" panose="02010609060101010101" pitchFamily="49" charset="-122"/>
                            </a:rPr>
                          </m:ctrlPr>
                        </m:sSubPr>
                        <m:e>
                          <m:r>
                            <a:rPr kumimoji="1" lang="zh-CN" altLang="en-US" sz="2200">
                              <a:solidFill>
                                <a:schemeClr val="tx1">
                                  <a:lumMod val="95000"/>
                                  <a:lumOff val="5000"/>
                                </a:schemeClr>
                              </a:solidFill>
                              <a:latin typeface="Cambria Math" panose="02040503050406030204" charset="0"/>
                              <a:ea typeface="黑体" panose="02010609060101010101" pitchFamily="49" charset="-122"/>
                            </a:rPr>
                            <m:t>𝜃</m:t>
                          </m:r>
                        </m:e>
                        <m:sub>
                          <m:r>
                            <a:rPr kumimoji="1" lang="zh-CN" altLang="en-US" sz="2200">
                              <a:solidFill>
                                <a:schemeClr val="tx1">
                                  <a:lumMod val="95000"/>
                                  <a:lumOff val="5000"/>
                                </a:schemeClr>
                              </a:solidFill>
                              <a:latin typeface="Cambria Math" panose="02040503050406030204" charset="0"/>
                              <a:ea typeface="黑体" panose="02010609060101010101" pitchFamily="49" charset="-122"/>
                            </a:rPr>
                            <m:t>1</m:t>
                          </m:r>
                        </m:sub>
                      </m:sSub>
                      <m:r>
                        <a:rPr kumimoji="1" lang="zh-CN" altLang="en-US" sz="2200">
                          <a:solidFill>
                            <a:schemeClr val="tx1">
                              <a:lumMod val="95000"/>
                              <a:lumOff val="5000"/>
                            </a:schemeClr>
                          </a:solidFill>
                          <a:latin typeface="Cambria Math" panose="02040503050406030204" charset="0"/>
                          <a:ea typeface="黑体" panose="02010609060101010101" pitchFamily="49" charset="-122"/>
                        </a:rPr>
                        <m:t> , </m:t>
                      </m:r>
                      <m:sSub>
                        <m:sSubPr>
                          <m:ctrlPr>
                            <a:rPr kumimoji="1" lang="zh-CN" altLang="en-US" sz="2200" i="1">
                              <a:solidFill>
                                <a:schemeClr val="tx1">
                                  <a:lumMod val="95000"/>
                                  <a:lumOff val="5000"/>
                                </a:schemeClr>
                              </a:solidFill>
                              <a:latin typeface="Cambria Math" panose="02040503050406030204" charset="0"/>
                              <a:ea typeface="黑体" panose="02010609060101010101" pitchFamily="49" charset="-122"/>
                            </a:rPr>
                          </m:ctrlPr>
                        </m:sSubPr>
                        <m:e>
                          <m:r>
                            <a:rPr kumimoji="1" lang="zh-CN" altLang="en-US" sz="2200">
                              <a:solidFill>
                                <a:schemeClr val="tx1">
                                  <a:lumMod val="95000"/>
                                  <a:lumOff val="5000"/>
                                </a:schemeClr>
                              </a:solidFill>
                              <a:latin typeface="Cambria Math" panose="02040503050406030204" charset="0"/>
                              <a:ea typeface="黑体" panose="02010609060101010101" pitchFamily="49" charset="-122"/>
                            </a:rPr>
                            <m:t>𝜃</m:t>
                          </m:r>
                        </m:e>
                        <m:sub>
                          <m:r>
                            <a:rPr kumimoji="1" lang="zh-CN" altLang="en-US" sz="2200">
                              <a:solidFill>
                                <a:schemeClr val="tx1">
                                  <a:lumMod val="95000"/>
                                  <a:lumOff val="5000"/>
                                </a:schemeClr>
                              </a:solidFill>
                              <a:latin typeface="Cambria Math" panose="02040503050406030204" charset="0"/>
                              <a:ea typeface="黑体" panose="02010609060101010101" pitchFamily="49" charset="-122"/>
                            </a:rPr>
                            <m:t>2</m:t>
                          </m:r>
                        </m:sub>
                      </m:sSub>
                      <m:r>
                        <a:rPr kumimoji="1" lang="zh-CN" altLang="en-US" sz="2200">
                          <a:solidFill>
                            <a:schemeClr val="tx1">
                              <a:lumMod val="95000"/>
                              <a:lumOff val="5000"/>
                            </a:schemeClr>
                          </a:solidFill>
                          <a:latin typeface="Cambria Math" panose="02040503050406030204" charset="0"/>
                          <a:ea typeface="黑体" panose="02010609060101010101" pitchFamily="49" charset="-122"/>
                        </a:rPr>
                        <m:t>&lt;</m:t>
                      </m:r>
                      <m:r>
                        <a:rPr kumimoji="1" lang="zh-CN" altLang="en-US" sz="2200">
                          <a:solidFill>
                            <a:schemeClr val="tx1">
                              <a:lumMod val="95000"/>
                              <a:lumOff val="5000"/>
                            </a:schemeClr>
                          </a:solidFill>
                          <a:latin typeface="Cambria Math" panose="02040503050406030204" charset="0"/>
                          <a:ea typeface="黑体" panose="02010609060101010101" pitchFamily="49" charset="-122"/>
                        </a:rPr>
                        <m:t>1</m:t>
                      </m:r>
                      <m:r>
                        <a:rPr kumimoji="1" lang="zh-CN" altLang="en-US" sz="2200">
                          <a:solidFill>
                            <a:schemeClr val="tx1">
                              <a:lumMod val="95000"/>
                              <a:lumOff val="5000"/>
                            </a:schemeClr>
                          </a:solidFill>
                          <a:latin typeface="Cambria Math" panose="02040503050406030204" charset="0"/>
                          <a:ea typeface="黑体" panose="02010609060101010101" pitchFamily="49" charset="-122"/>
                        </a:rPr>
                        <m:t> )</m:t>
                      </m:r>
                    </m:oMath>
                  </m:oMathPara>
                </a14:m>
                <a:endParaRPr kumimoji="1" lang="zh-CN" altLang="en-US" sz="2200" dirty="0">
                  <a:solidFill>
                    <a:schemeClr val="tx1">
                      <a:lumMod val="95000"/>
                      <a:lumOff val="5000"/>
                    </a:schemeClr>
                  </a:solidFill>
                  <a:latin typeface="Cambria Math" panose="02040503050406030204" charset="0"/>
                  <a:ea typeface="黑体" panose="02010609060101010101" pitchFamily="49" charset="-122"/>
                </a:endParaRPr>
              </a:p>
            </p:txBody>
          </p:sp>
        </mc:Choice>
        <mc:Fallback>
          <p:sp>
            <p:nvSpPr>
              <p:cNvPr id="7" name="Object 7"/>
              <p:cNvSpPr txBox="1">
                <a:spLocks noRot="1" noChangeAspect="1" noMove="1" noResize="1" noEditPoints="1" noAdjustHandles="1" noChangeArrowheads="1" noChangeShapeType="1" noTextEdit="1"/>
              </p:cNvSpPr>
              <p:nvPr/>
            </p:nvSpPr>
            <p:spPr bwMode="auto">
              <a:xfrm>
                <a:off x="6722981" y="4422882"/>
                <a:ext cx="2452056" cy="469849"/>
              </a:xfrm>
              <a:prstGeom prst="rect">
                <a:avLst/>
              </a:prstGeom>
              <a:blipFill rotWithShape="1">
                <a:blip r:embed="rId4"/>
                <a:stretch>
                  <a:fillRect l="-605" t="-3131" r="-573" b="-2961"/>
                </a:stretch>
              </a:blipFill>
              <a:ln w="28575">
                <a:solidFill>
                  <a:srgbClr val="04926A"/>
                </a:solidFill>
                <a:miter lim="800000"/>
              </a:ln>
              <a:effectLst/>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0" name="Object 17"/>
              <p:cNvSpPr txBox="1"/>
              <p:nvPr/>
            </p:nvSpPr>
            <p:spPr bwMode="auto">
              <a:xfrm>
                <a:off x="6911263" y="3688313"/>
                <a:ext cx="2399421" cy="495300"/>
              </a:xfrm>
              <a:prstGeom prst="rect">
                <a:avLst/>
              </a:prstGeom>
              <a:noFill/>
              <a:ln>
                <a:noFill/>
              </a:ln>
              <a:effectLst/>
            </p:spPr>
            <p:txBody>
              <a:bodyPr>
                <a:noAutofit/>
              </a:bodyPr>
              <a:lstStyle/>
              <a:p>
                <a14:m>
                  <m:oMathPara xmlns:m="http://schemas.openxmlformats.org/officeDocument/2006/math">
                    <m:oMathParaPr>
                      <m:jc m:val="left"/>
                    </m:oMathParaPr>
                    <m:oMath xmlns:m="http://schemas.openxmlformats.org/officeDocument/2006/math">
                      <m:sSub>
                        <m:sSubPr>
                          <m:ctrlPr>
                            <a:rPr kumimoji="1" lang="zh-CN" altLang="en-US" sz="2200" i="1">
                              <a:solidFill>
                                <a:schemeClr val="tx1">
                                  <a:lumMod val="95000"/>
                                  <a:lumOff val="5000"/>
                                </a:schemeClr>
                              </a:solidFill>
                              <a:latin typeface="Cambria Math" panose="02040503050406030204" charset="0"/>
                              <a:ea typeface="黑体" panose="02010609060101010101" pitchFamily="49" charset="-122"/>
                            </a:rPr>
                          </m:ctrlPr>
                        </m:sSubPr>
                        <m:e>
                          <m:r>
                            <a:rPr kumimoji="1" lang="zh-CN" altLang="en-US" sz="2200">
                              <a:solidFill>
                                <a:schemeClr val="tx1">
                                  <a:lumMod val="95000"/>
                                  <a:lumOff val="5000"/>
                                </a:schemeClr>
                              </a:solidFill>
                              <a:latin typeface="Cambria Math" panose="02040503050406030204" charset="0"/>
                              <a:ea typeface="黑体" panose="02010609060101010101" pitchFamily="49" charset="-122"/>
                            </a:rPr>
                            <m:t>𝑓</m:t>
                          </m:r>
                        </m:e>
                        <m:sub>
                          <m:r>
                            <a:rPr kumimoji="1" lang="zh-CN" altLang="en-US" sz="2200">
                              <a:solidFill>
                                <a:schemeClr val="tx1">
                                  <a:lumMod val="95000"/>
                                  <a:lumOff val="5000"/>
                                </a:schemeClr>
                              </a:solidFill>
                              <a:latin typeface="Cambria Math" panose="02040503050406030204" charset="0"/>
                              <a:ea typeface="黑体" panose="02010609060101010101" pitchFamily="49" charset="-122"/>
                            </a:rPr>
                            <m:t>𝑦</m:t>
                          </m:r>
                        </m:sub>
                      </m:sSub>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𝑥</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𝑦</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sSub>
                        <m:sSubPr>
                          <m:ctrlPr>
                            <a:rPr kumimoji="1" lang="zh-CN" altLang="en-US" sz="2200" i="1">
                              <a:solidFill>
                                <a:schemeClr val="tx1">
                                  <a:lumMod val="95000"/>
                                  <a:lumOff val="5000"/>
                                </a:schemeClr>
                              </a:solidFill>
                              <a:latin typeface="Cambria Math" panose="02040503050406030204" charset="0"/>
                              <a:ea typeface="黑体" panose="02010609060101010101" pitchFamily="49" charset="-122"/>
                            </a:rPr>
                          </m:ctrlPr>
                        </m:sSubPr>
                        <m:e>
                          <m:r>
                            <a:rPr kumimoji="1" lang="zh-CN" altLang="en-US" sz="2200">
                              <a:solidFill>
                                <a:schemeClr val="tx1">
                                  <a:lumMod val="95000"/>
                                  <a:lumOff val="5000"/>
                                </a:schemeClr>
                              </a:solidFill>
                              <a:latin typeface="Cambria Math" panose="02040503050406030204" charset="0"/>
                              <a:ea typeface="黑体" panose="02010609060101010101" pitchFamily="49" charset="-122"/>
                            </a:rPr>
                            <m:t>𝜃</m:t>
                          </m:r>
                        </m:e>
                        <m:sub>
                          <m:r>
                            <a:rPr kumimoji="1" lang="zh-CN" altLang="en-US" sz="2200">
                              <a:solidFill>
                                <a:schemeClr val="tx1">
                                  <a:lumMod val="95000"/>
                                  <a:lumOff val="5000"/>
                                </a:schemeClr>
                              </a:solidFill>
                              <a:latin typeface="Cambria Math" panose="02040503050406030204" charset="0"/>
                              <a:ea typeface="黑体" panose="02010609060101010101" pitchFamily="49" charset="-122"/>
                            </a:rPr>
                            <m:t>2</m:t>
                          </m:r>
                        </m:sub>
                      </m:sSub>
                      <m:r>
                        <m:rPr>
                          <m:sty m:val="p"/>
                        </m:rPr>
                        <a:rPr kumimoji="1" lang="zh-CN" altLang="en-US" sz="2200">
                          <a:solidFill>
                            <a:schemeClr val="tx1">
                              <a:lumMod val="95000"/>
                              <a:lumOff val="5000"/>
                            </a:schemeClr>
                          </a:solidFill>
                          <a:latin typeface="Cambria Math" panose="02040503050406030204" charset="0"/>
                          <a:ea typeface="黑体" panose="02010609060101010101" pitchFamily="49" charset="-122"/>
                        </a:rPr>
                        <m:t>Δ</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𝑦</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m:rPr>
                          <m:sty m:val="p"/>
                        </m:rPr>
                        <a:rPr kumimoji="1" lang="zh-CN" altLang="en-US" sz="2200">
                          <a:solidFill>
                            <a:schemeClr val="tx1">
                              <a:lumMod val="95000"/>
                              <a:lumOff val="5000"/>
                            </a:schemeClr>
                          </a:solidFill>
                          <a:latin typeface="Cambria Math" panose="02040503050406030204" charset="0"/>
                          <a:ea typeface="黑体" panose="02010609060101010101" pitchFamily="49" charset="-122"/>
                        </a:rPr>
                        <m:t>Δ</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𝑦</m:t>
                      </m:r>
                    </m:oMath>
                  </m:oMathPara>
                </a14:m>
                <a:endParaRPr kumimoji="1" lang="zh-CN" altLang="en-US" sz="2200" dirty="0">
                  <a:solidFill>
                    <a:schemeClr val="tx1">
                      <a:lumMod val="95000"/>
                      <a:lumOff val="5000"/>
                    </a:schemeClr>
                  </a:solidFill>
                  <a:latin typeface="Cambria Math" panose="02040503050406030204" charset="0"/>
                  <a:ea typeface="黑体" panose="02010609060101010101" pitchFamily="49" charset="-122"/>
                </a:endParaRPr>
              </a:p>
            </p:txBody>
          </p:sp>
        </mc:Choice>
        <mc:Fallback>
          <p:sp>
            <p:nvSpPr>
              <p:cNvPr id="10" name="Object 17"/>
              <p:cNvSpPr txBox="1">
                <a:spLocks noRot="1" noChangeAspect="1" noMove="1" noResize="1" noEditPoints="1" noAdjustHandles="1" noChangeArrowheads="1" noChangeShapeType="1" noTextEdit="1"/>
              </p:cNvSpPr>
              <p:nvPr/>
            </p:nvSpPr>
            <p:spPr bwMode="auto">
              <a:xfrm>
                <a:off x="6911263" y="3688313"/>
                <a:ext cx="2399421" cy="495300"/>
              </a:xfrm>
              <a:prstGeom prst="rect">
                <a:avLst/>
              </a:prstGeom>
              <a:blipFill rotWithShape="1">
                <a:blip r:embed="rId5"/>
                <a:stretch>
                  <a:fillRect l="-23" t="-47" r="13" b="47"/>
                </a:stretch>
              </a:blipFill>
              <a:ln>
                <a:noFill/>
              </a:ln>
              <a:effectLst/>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1" name="Object 18"/>
              <p:cNvSpPr txBox="1"/>
              <p:nvPr/>
            </p:nvSpPr>
            <p:spPr bwMode="auto">
              <a:xfrm>
                <a:off x="3534356" y="3670212"/>
                <a:ext cx="3609809" cy="444500"/>
              </a:xfrm>
              <a:prstGeom prst="rect">
                <a:avLst/>
              </a:prstGeom>
              <a:noFill/>
              <a:ln>
                <a:noFill/>
              </a:ln>
              <a:effectLst/>
            </p:spPr>
            <p:txBody>
              <a:bodyPr>
                <a:noAutofit/>
              </a:bodyPr>
              <a:lstStyle/>
              <a:p>
                <a14:m>
                  <m:oMathPara xmlns:m="http://schemas.openxmlformats.org/officeDocument/2006/math">
                    <m:oMathParaPr>
                      <m:jc m:val="left"/>
                    </m:oMathParaPr>
                    <m:oMath xmlns:m="http://schemas.openxmlformats.org/officeDocument/2006/math">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sSub>
                        <m:sSubPr>
                          <m:ctrlPr>
                            <a:rPr kumimoji="1" lang="zh-CN" altLang="en-US" sz="2200" i="1">
                              <a:solidFill>
                                <a:schemeClr val="tx1">
                                  <a:lumMod val="95000"/>
                                  <a:lumOff val="5000"/>
                                </a:schemeClr>
                              </a:solidFill>
                              <a:latin typeface="Cambria Math" panose="02040503050406030204" charset="0"/>
                              <a:ea typeface="黑体" panose="02010609060101010101" pitchFamily="49" charset="-122"/>
                            </a:rPr>
                          </m:ctrlPr>
                        </m:sSubPr>
                        <m:e>
                          <m:r>
                            <a:rPr kumimoji="1" lang="zh-CN" altLang="en-US" sz="2200">
                              <a:solidFill>
                                <a:schemeClr val="tx1">
                                  <a:lumMod val="95000"/>
                                  <a:lumOff val="5000"/>
                                </a:schemeClr>
                              </a:solidFill>
                              <a:latin typeface="Cambria Math" panose="02040503050406030204" charset="0"/>
                              <a:ea typeface="黑体" panose="02010609060101010101" pitchFamily="49" charset="-122"/>
                            </a:rPr>
                            <m:t>𝑓</m:t>
                          </m:r>
                        </m:e>
                        <m:sub>
                          <m:r>
                            <a:rPr kumimoji="1" lang="zh-CN" altLang="en-US" sz="2200">
                              <a:solidFill>
                                <a:schemeClr val="tx1">
                                  <a:lumMod val="95000"/>
                                  <a:lumOff val="5000"/>
                                </a:schemeClr>
                              </a:solidFill>
                              <a:latin typeface="Cambria Math" panose="02040503050406030204" charset="0"/>
                              <a:ea typeface="黑体" panose="02010609060101010101" pitchFamily="49" charset="-122"/>
                            </a:rPr>
                            <m:t>𝑥</m:t>
                          </m:r>
                        </m:sub>
                      </m:sSub>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𝑥</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sSub>
                        <m:sSubPr>
                          <m:ctrlPr>
                            <a:rPr kumimoji="1" lang="zh-CN" altLang="en-US" sz="2200" i="1">
                              <a:solidFill>
                                <a:schemeClr val="tx1">
                                  <a:lumMod val="95000"/>
                                  <a:lumOff val="5000"/>
                                </a:schemeClr>
                              </a:solidFill>
                              <a:latin typeface="Cambria Math" panose="02040503050406030204" charset="0"/>
                              <a:ea typeface="黑体" panose="02010609060101010101" pitchFamily="49" charset="-122"/>
                            </a:rPr>
                          </m:ctrlPr>
                        </m:sSubPr>
                        <m:e>
                          <m:r>
                            <a:rPr kumimoji="1" lang="zh-CN" altLang="en-US" sz="2200">
                              <a:solidFill>
                                <a:schemeClr val="tx1">
                                  <a:lumMod val="95000"/>
                                  <a:lumOff val="5000"/>
                                </a:schemeClr>
                              </a:solidFill>
                              <a:latin typeface="Cambria Math" panose="02040503050406030204" charset="0"/>
                              <a:ea typeface="黑体" panose="02010609060101010101" pitchFamily="49" charset="-122"/>
                            </a:rPr>
                            <m:t>𝜃</m:t>
                          </m:r>
                        </m:e>
                        <m:sub>
                          <m:r>
                            <a:rPr kumimoji="1" lang="zh-CN" altLang="en-US" sz="2200">
                              <a:solidFill>
                                <a:schemeClr val="tx1">
                                  <a:lumMod val="95000"/>
                                  <a:lumOff val="5000"/>
                                </a:schemeClr>
                              </a:solidFill>
                              <a:latin typeface="Cambria Math" panose="02040503050406030204" charset="0"/>
                              <a:ea typeface="黑体" panose="02010609060101010101" pitchFamily="49" charset="-122"/>
                            </a:rPr>
                            <m:t>1</m:t>
                          </m:r>
                        </m:sub>
                      </m:sSub>
                      <m:r>
                        <m:rPr>
                          <m:sty m:val="p"/>
                        </m:rPr>
                        <a:rPr kumimoji="1" lang="zh-CN" altLang="en-US" sz="2200">
                          <a:solidFill>
                            <a:schemeClr val="tx1">
                              <a:lumMod val="95000"/>
                              <a:lumOff val="5000"/>
                            </a:schemeClr>
                          </a:solidFill>
                          <a:latin typeface="Cambria Math" panose="02040503050406030204" charset="0"/>
                          <a:ea typeface="黑体" panose="02010609060101010101" pitchFamily="49" charset="-122"/>
                        </a:rPr>
                        <m:t>Δ</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𝑥</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𝑦</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m:rPr>
                          <m:sty m:val="p"/>
                        </m:rPr>
                        <a:rPr kumimoji="1" lang="zh-CN" altLang="en-US" sz="2200">
                          <a:solidFill>
                            <a:schemeClr val="tx1">
                              <a:lumMod val="95000"/>
                              <a:lumOff val="5000"/>
                            </a:schemeClr>
                          </a:solidFill>
                          <a:latin typeface="Cambria Math" panose="02040503050406030204" charset="0"/>
                          <a:ea typeface="黑体" panose="02010609060101010101" pitchFamily="49" charset="-122"/>
                        </a:rPr>
                        <m:t>Δ</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𝑦</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m:rPr>
                          <m:sty m:val="p"/>
                        </m:rPr>
                        <a:rPr kumimoji="1" lang="zh-CN" altLang="en-US" sz="2200">
                          <a:solidFill>
                            <a:schemeClr val="tx1">
                              <a:lumMod val="95000"/>
                              <a:lumOff val="5000"/>
                            </a:schemeClr>
                          </a:solidFill>
                          <a:latin typeface="Cambria Math" panose="02040503050406030204" charset="0"/>
                          <a:ea typeface="黑体" panose="02010609060101010101" pitchFamily="49" charset="-122"/>
                        </a:rPr>
                        <m:t>Δ</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𝑥</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oMath>
                  </m:oMathPara>
                </a14:m>
                <a:endParaRPr kumimoji="1" lang="zh-CN" altLang="en-US" sz="2200" dirty="0">
                  <a:solidFill>
                    <a:schemeClr val="tx1">
                      <a:lumMod val="95000"/>
                      <a:lumOff val="5000"/>
                    </a:schemeClr>
                  </a:solidFill>
                  <a:latin typeface="Cambria Math" panose="02040503050406030204" charset="0"/>
                  <a:ea typeface="黑体" panose="02010609060101010101" pitchFamily="49" charset="-122"/>
                </a:endParaRPr>
              </a:p>
            </p:txBody>
          </p:sp>
        </mc:Choice>
        <mc:Fallback>
          <p:sp>
            <p:nvSpPr>
              <p:cNvPr id="11" name="Object 18"/>
              <p:cNvSpPr txBox="1">
                <a:spLocks noRot="1" noChangeAspect="1" noMove="1" noResize="1" noEditPoints="1" noAdjustHandles="1" noChangeArrowheads="1" noChangeShapeType="1" noTextEdit="1"/>
              </p:cNvSpPr>
              <p:nvPr/>
            </p:nvSpPr>
            <p:spPr bwMode="auto">
              <a:xfrm>
                <a:off x="3534356" y="3670212"/>
                <a:ext cx="3609809" cy="444500"/>
              </a:xfrm>
              <a:prstGeom prst="rect">
                <a:avLst/>
              </a:prstGeom>
              <a:blipFill rotWithShape="1">
                <a:blip r:embed="rId6"/>
                <a:stretch>
                  <a:fillRect l="-16" t="-123" r="11" b="123"/>
                </a:stretch>
              </a:blipFill>
              <a:ln>
                <a:noFill/>
              </a:ln>
              <a:effectLst/>
            </p:spPr>
            <p:txBody>
              <a:bodyPr/>
              <a:lstStyle/>
              <a:p>
                <a:r>
                  <a:rPr lang="zh-CN" altLang="en-US">
                    <a:noFill/>
                  </a:rPr>
                  <a:t> </a:t>
                </a:r>
              </a:p>
            </p:txBody>
          </p:sp>
        </mc:Fallback>
      </mc:AlternateContent>
      <p:grpSp>
        <p:nvGrpSpPr>
          <p:cNvPr id="29" name="组合 28"/>
          <p:cNvGrpSpPr/>
          <p:nvPr/>
        </p:nvGrpSpPr>
        <p:grpSpPr>
          <a:xfrm>
            <a:off x="3524417" y="2885141"/>
            <a:ext cx="4609933" cy="410840"/>
            <a:chOff x="3524417" y="2885141"/>
            <a:chExt cx="4609933" cy="410840"/>
          </a:xfrm>
        </p:grpSpPr>
        <mc:AlternateContent xmlns:mc="http://schemas.openxmlformats.org/markup-compatibility/2006">
          <mc:Choice xmlns:a14="http://schemas.microsoft.com/office/drawing/2010/main" Requires="a14">
            <p:sp>
              <p:nvSpPr>
                <p:cNvPr id="2" name="Object 2"/>
                <p:cNvSpPr txBox="1"/>
                <p:nvPr/>
              </p:nvSpPr>
              <p:spPr bwMode="auto">
                <a:xfrm>
                  <a:off x="3524417" y="2889581"/>
                  <a:ext cx="4609933" cy="406400"/>
                </a:xfrm>
                <a:prstGeom prst="rect">
                  <a:avLst/>
                </a:prstGeom>
                <a:noFill/>
                <a:ln>
                  <a:noFill/>
                </a:ln>
                <a:effectLst/>
              </p:spPr>
              <p:txBody>
                <a:bodyPr>
                  <a:noAutofit/>
                </a:bodyPr>
                <a:lstStyle/>
                <a:p>
                  <a14:m>
                    <m:oMathPara xmlns:m="http://schemas.openxmlformats.org/officeDocument/2006/math">
                      <m:oMathParaPr>
                        <m:jc m:val="left"/>
                      </m:oMathParaPr>
                      <m:oMath xmlns:m="http://schemas.openxmlformats.org/officeDocument/2006/math">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𝑓</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𝑥</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m:rPr>
                            <m:sty m:val="p"/>
                          </m:rPr>
                          <a:rPr kumimoji="1" lang="zh-CN" altLang="en-US" sz="2200">
                            <a:solidFill>
                              <a:schemeClr val="tx1">
                                <a:lumMod val="95000"/>
                                <a:lumOff val="5000"/>
                              </a:schemeClr>
                            </a:solidFill>
                            <a:latin typeface="Cambria Math" panose="02040503050406030204" charset="0"/>
                            <a:ea typeface="黑体" panose="02010609060101010101" pitchFamily="49" charset="-122"/>
                          </a:rPr>
                          <m:t>Δ</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𝑥</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𝑦</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m:rPr>
                            <m:sty m:val="p"/>
                          </m:rPr>
                          <a:rPr kumimoji="1" lang="zh-CN" altLang="en-US" sz="2200">
                            <a:solidFill>
                              <a:schemeClr val="tx1">
                                <a:lumMod val="95000"/>
                                <a:lumOff val="5000"/>
                              </a:schemeClr>
                            </a:solidFill>
                            <a:latin typeface="Cambria Math" panose="02040503050406030204" charset="0"/>
                            <a:ea typeface="黑体" panose="02010609060101010101" pitchFamily="49" charset="-122"/>
                          </a:rPr>
                          <m:t>Δ</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𝑦</m:t>
                        </m:r>
                        <m:r>
                          <a:rPr kumimoji="1" lang="zh-CN" altLang="en-US" sz="2200">
                            <a:solidFill>
                              <a:schemeClr val="tx1">
                                <a:lumMod val="95000"/>
                                <a:lumOff val="5000"/>
                              </a:schemeClr>
                            </a:solidFill>
                            <a:latin typeface="Cambria Math" panose="02040503050406030204" charset="0"/>
                            <a:ea typeface="黑体" panose="02010609060101010101" pitchFamily="49" charset="-122"/>
                          </a:rPr>
                          <m:t>) </m:t>
                        </m:r>
                        <m:r>
                          <m:rPr>
                            <m:nor/>
                          </m:rPr>
                          <a:rPr kumimoji="1" lang="zh-CN" altLang="en-US" sz="2200">
                            <a:solidFill>
                              <a:schemeClr val="tx1">
                                <a:lumMod val="95000"/>
                                <a:lumOff val="5000"/>
                              </a:schemeClr>
                            </a:solidFill>
                            <a:latin typeface="Cambria Math" panose="02040503050406030204" charset="0"/>
                            <a:ea typeface="黑体" panose="02010609060101010101" pitchFamily="49" charset="-122"/>
                          </a:rPr>
                          <m:t>                   </m:t>
                        </m:r>
                        <m:r>
                          <m:rPr>
                            <m:nor/>
                          </m:rPr>
                          <a:rPr kumimoji="1" lang="en-US" altLang="zh-CN" sz="2200" b="0" i="0" smtClean="0">
                            <a:solidFill>
                              <a:schemeClr val="tx1">
                                <a:lumMod val="95000"/>
                                <a:lumOff val="5000"/>
                              </a:schemeClr>
                            </a:solidFill>
                            <a:latin typeface="Cambria Math" panose="02040503050406030204" charset="0"/>
                            <a:ea typeface="黑体" panose="02010609060101010101" pitchFamily="49" charset="-122"/>
                          </a:rPr>
                          <m:t>       </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oMath>
                    </m:oMathPara>
                  </a14:m>
                  <a:endParaRPr kumimoji="1" lang="zh-CN" altLang="en-US" sz="2200" dirty="0">
                    <a:solidFill>
                      <a:schemeClr val="tx1">
                        <a:lumMod val="95000"/>
                        <a:lumOff val="5000"/>
                      </a:schemeClr>
                    </a:solidFill>
                    <a:latin typeface="Cambria Math" panose="02040503050406030204" charset="0"/>
                    <a:ea typeface="黑体" panose="02010609060101010101" pitchFamily="49" charset="-122"/>
                  </a:endParaRPr>
                </a:p>
              </p:txBody>
            </p:sp>
          </mc:Choice>
          <mc:Fallback>
            <p:sp>
              <p:nvSpPr>
                <p:cNvPr id="2" name="Object 2"/>
                <p:cNvSpPr txBox="1">
                  <a:spLocks noRot="1" noChangeAspect="1" noMove="1" noResize="1" noEditPoints="1" noAdjustHandles="1" noChangeArrowheads="1" noChangeShapeType="1" noTextEdit="1"/>
                </p:cNvSpPr>
                <p:nvPr/>
              </p:nvSpPr>
              <p:spPr bwMode="auto">
                <a:xfrm>
                  <a:off x="3524417" y="2889581"/>
                  <a:ext cx="4609933" cy="406400"/>
                </a:xfrm>
                <a:prstGeom prst="rect">
                  <a:avLst/>
                </a:prstGeom>
                <a:blipFill rotWithShape="1">
                  <a:blip r:embed="rId7"/>
                </a:blipFill>
                <a:ln>
                  <a:noFill/>
                </a:ln>
                <a:effectLst/>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2" name="Object 19"/>
                <p:cNvSpPr txBox="1"/>
                <p:nvPr/>
              </p:nvSpPr>
              <p:spPr bwMode="auto">
                <a:xfrm>
                  <a:off x="6086641" y="2885141"/>
                  <a:ext cx="1927059" cy="406400"/>
                </a:xfrm>
                <a:prstGeom prst="rect">
                  <a:avLst/>
                </a:prstGeom>
                <a:noFill/>
                <a:ln>
                  <a:noFill/>
                </a:ln>
                <a:effectLst/>
              </p:spPr>
              <p:txBody>
                <a:bodyPr>
                  <a:noAutofit/>
                </a:bodyPr>
                <a:lstStyle/>
                <a:p>
                  <a14:m>
                    <m:oMathPara xmlns:m="http://schemas.openxmlformats.org/officeDocument/2006/math">
                      <m:oMathParaPr>
                        <m:jc m:val="left"/>
                      </m:oMathParaPr>
                      <m:oMath xmlns:m="http://schemas.openxmlformats.org/officeDocument/2006/math">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𝑓</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𝑥</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𝑦</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m:rPr>
                            <m:sty m:val="p"/>
                          </m:rPr>
                          <a:rPr kumimoji="1" lang="zh-CN" altLang="en-US" sz="2200">
                            <a:solidFill>
                              <a:schemeClr val="tx1">
                                <a:lumMod val="95000"/>
                                <a:lumOff val="5000"/>
                              </a:schemeClr>
                            </a:solidFill>
                            <a:latin typeface="Cambria Math" panose="02040503050406030204" charset="0"/>
                            <a:ea typeface="黑体" panose="02010609060101010101" pitchFamily="49" charset="-122"/>
                          </a:rPr>
                          <m:t>Δ</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𝑦</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oMath>
                    </m:oMathPara>
                  </a14:m>
                  <a:endParaRPr kumimoji="1" lang="zh-CN" altLang="en-US" sz="2200" dirty="0">
                    <a:solidFill>
                      <a:schemeClr val="tx1">
                        <a:lumMod val="95000"/>
                        <a:lumOff val="5000"/>
                      </a:schemeClr>
                    </a:solidFill>
                    <a:latin typeface="Cambria Math" panose="02040503050406030204" charset="0"/>
                    <a:ea typeface="黑体" panose="02010609060101010101" pitchFamily="49" charset="-122"/>
                  </a:endParaRPr>
                </a:p>
              </p:txBody>
            </p:sp>
          </mc:Choice>
          <mc:Fallback>
            <p:sp>
              <p:nvSpPr>
                <p:cNvPr id="12" name="Object 19"/>
                <p:cNvSpPr txBox="1">
                  <a:spLocks noRot="1" noChangeAspect="1" noMove="1" noResize="1" noEditPoints="1" noAdjustHandles="1" noChangeArrowheads="1" noChangeShapeType="1" noTextEdit="1"/>
                </p:cNvSpPr>
                <p:nvPr/>
              </p:nvSpPr>
              <p:spPr bwMode="auto">
                <a:xfrm>
                  <a:off x="6086641" y="2885141"/>
                  <a:ext cx="1927059" cy="406400"/>
                </a:xfrm>
                <a:prstGeom prst="rect">
                  <a:avLst/>
                </a:prstGeom>
                <a:blipFill rotWithShape="1">
                  <a:blip r:embed="rId8"/>
                </a:blipFill>
                <a:ln>
                  <a:noFill/>
                </a:ln>
                <a:effectLst/>
              </p:spPr>
              <p:txBody>
                <a:bodyPr/>
                <a:lstStyle/>
                <a:p>
                  <a:r>
                    <a:rPr lang="zh-CN" altLang="en-US">
                      <a:noFill/>
                    </a:rPr>
                    <a:t> </a:t>
                  </a:r>
                </a:p>
              </p:txBody>
            </p:sp>
          </mc:Fallback>
        </mc:AlternateContent>
      </p:grpSp>
      <p:grpSp>
        <p:nvGrpSpPr>
          <p:cNvPr id="30" name="组合 29"/>
          <p:cNvGrpSpPr/>
          <p:nvPr/>
        </p:nvGrpSpPr>
        <p:grpSpPr>
          <a:xfrm>
            <a:off x="7949009" y="2889581"/>
            <a:ext cx="3270044" cy="508912"/>
            <a:chOff x="4798178" y="3416882"/>
            <a:chExt cx="3270044" cy="508912"/>
          </a:xfrm>
        </p:grpSpPr>
        <mc:AlternateContent xmlns:mc="http://schemas.openxmlformats.org/markup-compatibility/2006">
          <mc:Choice xmlns:a14="http://schemas.microsoft.com/office/drawing/2010/main" Requires="a14">
            <p:sp>
              <p:nvSpPr>
                <p:cNvPr id="13" name="Object 20"/>
                <p:cNvSpPr txBox="1"/>
                <p:nvPr/>
              </p:nvSpPr>
              <p:spPr bwMode="auto">
                <a:xfrm>
                  <a:off x="4798178" y="3416882"/>
                  <a:ext cx="3270044" cy="508912"/>
                </a:xfrm>
                <a:prstGeom prst="rect">
                  <a:avLst/>
                </a:prstGeom>
                <a:noFill/>
                <a:ln>
                  <a:noFill/>
                </a:ln>
                <a:effectLst/>
              </p:spPr>
              <p:txBody>
                <a:bodyPr>
                  <a:noAutofit/>
                </a:bodyPr>
                <a:lstStyle/>
                <a:p>
                  <a14:m>
                    <m:oMathPara xmlns:m="http://schemas.openxmlformats.org/officeDocument/2006/math">
                      <m:oMathParaPr>
                        <m:jc m:val="left"/>
                      </m:oMathParaPr>
                      <m:oMath xmlns:m="http://schemas.openxmlformats.org/officeDocument/2006/math">
                        <m:r>
                          <a:rPr kumimoji="1" lang="zh-CN" altLang="en-US" sz="2200" smtClean="0">
                            <a:solidFill>
                              <a:schemeClr val="tx1">
                                <a:lumMod val="95000"/>
                                <a:lumOff val="5000"/>
                              </a:schemeClr>
                            </a:solidFill>
                            <a:latin typeface="Cambria Math" panose="02040503050406030204" charset="0"/>
                            <a:ea typeface="黑体" panose="02010609060101010101" pitchFamily="49" charset="-122"/>
                          </a:rPr>
                          <m:t>+[</m:t>
                        </m:r>
                        <m:r>
                          <m:rPr>
                            <m:nor/>
                          </m:rPr>
                          <a:rPr kumimoji="1" lang="zh-CN" altLang="en-US" sz="2200">
                            <a:solidFill>
                              <a:schemeClr val="tx1">
                                <a:lumMod val="95000"/>
                                <a:lumOff val="5000"/>
                              </a:schemeClr>
                            </a:solidFill>
                            <a:latin typeface="Cambria Math" panose="02040503050406030204" charset="0"/>
                            <a:ea typeface="黑体" panose="02010609060101010101" pitchFamily="49" charset="-122"/>
                          </a:rPr>
                          <m:t>                    </m:t>
                        </m:r>
                        <m:r>
                          <m:rPr>
                            <m:nor/>
                          </m:rPr>
                          <a:rPr kumimoji="1" lang="en-US" altLang="zh-CN" sz="2200" b="0" i="0" smtClean="0">
                            <a:solidFill>
                              <a:schemeClr val="tx1">
                                <a:lumMod val="95000"/>
                                <a:lumOff val="5000"/>
                              </a:schemeClr>
                            </a:solidFill>
                            <a:latin typeface="Cambria Math" panose="02040503050406030204" charset="0"/>
                            <a:ea typeface="黑体" panose="02010609060101010101" pitchFamily="49" charset="-122"/>
                          </a:rPr>
                          <m:t>   </m:t>
                        </m:r>
                        <m:r>
                          <a:rPr kumimoji="1" lang="en-US" altLang="zh-CN" sz="2200" b="0" i="0" smtClean="0">
                            <a:solidFill>
                              <a:schemeClr val="tx1">
                                <a:lumMod val="95000"/>
                                <a:lumOff val="5000"/>
                              </a:schemeClr>
                            </a:solidFill>
                            <a:latin typeface="Cambria Math" panose="02040503050406030204" charset="0"/>
                            <a:ea typeface="黑体" panose="02010609060101010101" pitchFamily="49" charset="-122"/>
                          </a:rPr>
                          <m:t> </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𝑓</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𝑥</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𝑦</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oMath>
                    </m:oMathPara>
                  </a14:m>
                  <a:endParaRPr kumimoji="1" lang="zh-CN" altLang="en-US" sz="2200" dirty="0">
                    <a:solidFill>
                      <a:schemeClr val="tx1">
                        <a:lumMod val="95000"/>
                        <a:lumOff val="5000"/>
                      </a:schemeClr>
                    </a:solidFill>
                    <a:latin typeface="Cambria Math" panose="02040503050406030204" charset="0"/>
                    <a:ea typeface="黑体" panose="02010609060101010101" pitchFamily="49" charset="-122"/>
                  </a:endParaRPr>
                </a:p>
              </p:txBody>
            </p:sp>
          </mc:Choice>
          <mc:Fallback>
            <p:sp>
              <p:nvSpPr>
                <p:cNvPr id="13" name="Object 20"/>
                <p:cNvSpPr txBox="1">
                  <a:spLocks noRot="1" noChangeAspect="1" noMove="1" noResize="1" noEditPoints="1" noAdjustHandles="1" noChangeArrowheads="1" noChangeShapeType="1" noTextEdit="1"/>
                </p:cNvSpPr>
                <p:nvPr/>
              </p:nvSpPr>
              <p:spPr bwMode="auto">
                <a:xfrm>
                  <a:off x="4798178" y="3416882"/>
                  <a:ext cx="3270044" cy="508912"/>
                </a:xfrm>
                <a:prstGeom prst="rect">
                  <a:avLst/>
                </a:prstGeom>
                <a:blipFill rotWithShape="1">
                  <a:blip r:embed="rId9"/>
                </a:blipFill>
                <a:ln>
                  <a:noFill/>
                </a:ln>
                <a:effectLst/>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4" name="Object 21"/>
                <p:cNvSpPr txBox="1"/>
                <p:nvPr/>
              </p:nvSpPr>
              <p:spPr bwMode="auto">
                <a:xfrm>
                  <a:off x="5116954" y="3416882"/>
                  <a:ext cx="1704571" cy="406400"/>
                </a:xfrm>
                <a:prstGeom prst="rect">
                  <a:avLst/>
                </a:prstGeom>
                <a:noFill/>
                <a:ln>
                  <a:noFill/>
                </a:ln>
                <a:effectLst/>
              </p:spPr>
              <p:txBody>
                <a:bodyPr>
                  <a:noAutofit/>
                </a:bodyPr>
                <a:lstStyle/>
                <a:p>
                  <a14:m>
                    <m:oMathPara xmlns:m="http://schemas.openxmlformats.org/officeDocument/2006/math">
                      <m:oMathParaPr>
                        <m:jc m:val="left"/>
                      </m:oMathParaPr>
                      <m:oMath xmlns:m="http://schemas.openxmlformats.org/officeDocument/2006/math">
                        <m:r>
                          <a:rPr kumimoji="1" lang="zh-CN" altLang="en-US" sz="2200">
                            <a:solidFill>
                              <a:schemeClr val="tx1">
                                <a:lumMod val="95000"/>
                                <a:lumOff val="5000"/>
                              </a:schemeClr>
                            </a:solidFill>
                            <a:latin typeface="Cambria Math" panose="02040503050406030204" charset="0"/>
                            <a:ea typeface="黑体" panose="02010609060101010101" pitchFamily="49" charset="-122"/>
                          </a:rPr>
                          <m:t>𝑓</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𝑥</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𝑦</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m:rPr>
                            <m:sty m:val="p"/>
                          </m:rPr>
                          <a:rPr kumimoji="1" lang="zh-CN" altLang="en-US" sz="2200">
                            <a:solidFill>
                              <a:schemeClr val="tx1">
                                <a:lumMod val="95000"/>
                                <a:lumOff val="5000"/>
                              </a:schemeClr>
                            </a:solidFill>
                            <a:latin typeface="Cambria Math" panose="02040503050406030204" charset="0"/>
                            <a:ea typeface="黑体" panose="02010609060101010101" pitchFamily="49" charset="-122"/>
                          </a:rPr>
                          <m:t>Δ</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𝑦</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oMath>
                    </m:oMathPara>
                  </a14:m>
                  <a:endParaRPr kumimoji="1" lang="zh-CN" altLang="en-US" sz="2200" dirty="0">
                    <a:solidFill>
                      <a:schemeClr val="tx1">
                        <a:lumMod val="95000"/>
                        <a:lumOff val="5000"/>
                      </a:schemeClr>
                    </a:solidFill>
                    <a:latin typeface="Cambria Math" panose="02040503050406030204" charset="0"/>
                    <a:ea typeface="黑体" panose="02010609060101010101" pitchFamily="49" charset="-122"/>
                  </a:endParaRPr>
                </a:p>
              </p:txBody>
            </p:sp>
          </mc:Choice>
          <mc:Fallback>
            <p:sp>
              <p:nvSpPr>
                <p:cNvPr id="14" name="Object 21"/>
                <p:cNvSpPr txBox="1">
                  <a:spLocks noRot="1" noChangeAspect="1" noMove="1" noResize="1" noEditPoints="1" noAdjustHandles="1" noChangeArrowheads="1" noChangeShapeType="1" noTextEdit="1"/>
                </p:cNvSpPr>
                <p:nvPr/>
              </p:nvSpPr>
              <p:spPr bwMode="auto">
                <a:xfrm>
                  <a:off x="5116954" y="3416882"/>
                  <a:ext cx="1704571" cy="406400"/>
                </a:xfrm>
                <a:prstGeom prst="rect">
                  <a:avLst/>
                </a:prstGeom>
                <a:blipFill rotWithShape="1">
                  <a:blip r:embed="rId10"/>
                </a:blipFill>
                <a:ln>
                  <a:noFill/>
                </a:ln>
                <a:effectLst/>
              </p:spPr>
              <p:txBody>
                <a:bodyPr/>
                <a:lstStyle/>
                <a:p>
                  <a:r>
                    <a:rPr lang="zh-CN" altLang="en-US">
                      <a:noFill/>
                    </a:rPr>
                    <a:t> </a:t>
                  </a:r>
                </a:p>
              </p:txBody>
            </p:sp>
          </mc:Fallback>
        </mc:AlternateContent>
      </p:grpSp>
      <p:sp>
        <p:nvSpPr>
          <p:cNvPr id="16" name="Text Box 24"/>
          <p:cNvSpPr txBox="1">
            <a:spLocks noChangeArrowheads="1"/>
          </p:cNvSpPr>
          <p:nvPr/>
        </p:nvSpPr>
        <p:spPr bwMode="auto">
          <a:xfrm>
            <a:off x="4839578" y="869563"/>
            <a:ext cx="1304925" cy="5191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square">
            <a:spAutoFit/>
          </a:bodyPr>
          <a:lstStyle/>
          <a:p>
            <a:pPr marL="0" marR="0" lvl="0" indent="0" algn="l" defTabSz="914400" rtl="0" eaLnBrk="1" fontAlgn="base" latinLnBrk="0" hangingPunct="1">
              <a:lnSpc>
                <a:spcPct val="100000"/>
              </a:lnSpc>
              <a:spcBef>
                <a:spcPct val="50000"/>
              </a:spcBef>
              <a:spcAft>
                <a:spcPct val="0"/>
              </a:spcAft>
              <a:buClrTx/>
              <a:buSzTx/>
              <a:buFontTx/>
              <a:buNone/>
              <a:defRPr/>
            </a:pPr>
            <a:r>
              <a:rPr kumimoji="1" lang="zh-CN" altLang="en-US" sz="2800" dirty="0">
                <a:solidFill>
                  <a:schemeClr val="tx1">
                    <a:lumMod val="95000"/>
                    <a:lumOff val="5000"/>
                  </a:schemeClr>
                </a:solidFill>
                <a:latin typeface="Cambria Math" panose="02040503050406030204" charset="0"/>
                <a:ea typeface="黑体" panose="02010609060101010101" pitchFamily="49" charset="-122"/>
                <a:sym typeface="+mn-lt"/>
              </a:rPr>
              <a:t>若函数</a:t>
            </a:r>
            <a:endParaRPr kumimoji="1" lang="zh-CN" altLang="en-US" sz="2800" dirty="0">
              <a:solidFill>
                <a:schemeClr val="tx1">
                  <a:lumMod val="95000"/>
                  <a:lumOff val="5000"/>
                </a:schemeClr>
              </a:solidFill>
              <a:latin typeface="Cambria Math" panose="02040503050406030204" charset="0"/>
              <a:ea typeface="黑体" panose="02010609060101010101" pitchFamily="49" charset="-122"/>
              <a:sym typeface="+mn-lt"/>
            </a:endParaRPr>
          </a:p>
        </p:txBody>
      </p:sp>
      <mc:AlternateContent xmlns:mc="http://schemas.openxmlformats.org/markup-compatibility/2006">
        <mc:Choice xmlns:a14="http://schemas.microsoft.com/office/drawing/2010/main" Requires="a14">
          <p:sp>
            <p:nvSpPr>
              <p:cNvPr id="17" name="Object 25"/>
              <p:cNvSpPr txBox="1"/>
              <p:nvPr/>
            </p:nvSpPr>
            <p:spPr bwMode="auto">
              <a:xfrm>
                <a:off x="5968289" y="840989"/>
                <a:ext cx="1885949" cy="403225"/>
              </a:xfrm>
              <a:prstGeom prst="rect">
                <a:avLst/>
              </a:prstGeom>
              <a:noFill/>
              <a:ln>
                <a:noFill/>
              </a:ln>
              <a:effectLst/>
            </p:spPr>
            <p:txBody>
              <a:bodyPr>
                <a:noAutofit/>
              </a:bodyPr>
              <a:lstStyle/>
              <a:p>
                <a14:m>
                  <m:oMathPara xmlns:m="http://schemas.openxmlformats.org/officeDocument/2006/math">
                    <m:oMathParaPr>
                      <m:jc m:val="left"/>
                    </m:oMathParaPr>
                    <m:oMath xmlns:m="http://schemas.openxmlformats.org/officeDocument/2006/math">
                      <m:r>
                        <a:rPr kumimoji="1" lang="zh-CN" altLang="en-US" sz="2800">
                          <a:solidFill>
                            <a:schemeClr val="tx1">
                              <a:lumMod val="95000"/>
                              <a:lumOff val="5000"/>
                            </a:schemeClr>
                          </a:solidFill>
                          <a:latin typeface="Cambria Math" panose="02040503050406030204" charset="0"/>
                          <a:ea typeface="黑体" panose="02010609060101010101" pitchFamily="49" charset="-122"/>
                        </a:rPr>
                        <m:t>𝑧</m:t>
                      </m:r>
                      <m:r>
                        <a:rPr kumimoji="1" lang="zh-CN" altLang="en-US" sz="2800">
                          <a:solidFill>
                            <a:schemeClr val="tx1">
                              <a:lumMod val="95000"/>
                              <a:lumOff val="5000"/>
                            </a:schemeClr>
                          </a:solidFill>
                          <a:latin typeface="Cambria Math" panose="02040503050406030204" charset="0"/>
                          <a:ea typeface="黑体" panose="02010609060101010101" pitchFamily="49" charset="-122"/>
                        </a:rPr>
                        <m:t>=</m:t>
                      </m:r>
                      <m:r>
                        <a:rPr kumimoji="1" lang="zh-CN" altLang="en-US" sz="2800">
                          <a:solidFill>
                            <a:schemeClr val="tx1">
                              <a:lumMod val="95000"/>
                              <a:lumOff val="5000"/>
                            </a:schemeClr>
                          </a:solidFill>
                          <a:latin typeface="Cambria Math" panose="02040503050406030204" charset="0"/>
                          <a:ea typeface="黑体" panose="02010609060101010101" pitchFamily="49" charset="-122"/>
                        </a:rPr>
                        <m:t>𝑓</m:t>
                      </m:r>
                      <m:r>
                        <a:rPr kumimoji="1" lang="zh-CN" altLang="en-US" sz="2800">
                          <a:solidFill>
                            <a:schemeClr val="tx1">
                              <a:lumMod val="95000"/>
                              <a:lumOff val="5000"/>
                            </a:schemeClr>
                          </a:solidFill>
                          <a:latin typeface="Cambria Math" panose="02040503050406030204" charset="0"/>
                          <a:ea typeface="黑体" panose="02010609060101010101" pitchFamily="49" charset="-122"/>
                        </a:rPr>
                        <m:t>(</m:t>
                      </m:r>
                      <m:r>
                        <a:rPr kumimoji="1" lang="zh-CN" altLang="en-US" sz="2800">
                          <a:solidFill>
                            <a:schemeClr val="tx1">
                              <a:lumMod val="95000"/>
                              <a:lumOff val="5000"/>
                            </a:schemeClr>
                          </a:solidFill>
                          <a:latin typeface="Cambria Math" panose="02040503050406030204" charset="0"/>
                          <a:ea typeface="黑体" panose="02010609060101010101" pitchFamily="49" charset="-122"/>
                        </a:rPr>
                        <m:t>𝑥</m:t>
                      </m:r>
                      <m:r>
                        <a:rPr kumimoji="1" lang="zh-CN" altLang="en-US" sz="2800">
                          <a:solidFill>
                            <a:schemeClr val="tx1">
                              <a:lumMod val="95000"/>
                              <a:lumOff val="5000"/>
                            </a:schemeClr>
                          </a:solidFill>
                          <a:latin typeface="Cambria Math" panose="02040503050406030204" charset="0"/>
                          <a:ea typeface="黑体" panose="02010609060101010101" pitchFamily="49" charset="-122"/>
                        </a:rPr>
                        <m:t>,</m:t>
                      </m:r>
                      <m:r>
                        <a:rPr kumimoji="1" lang="zh-CN" altLang="en-US" sz="2800">
                          <a:solidFill>
                            <a:schemeClr val="tx1">
                              <a:lumMod val="95000"/>
                              <a:lumOff val="5000"/>
                            </a:schemeClr>
                          </a:solidFill>
                          <a:latin typeface="Cambria Math" panose="02040503050406030204" charset="0"/>
                          <a:ea typeface="黑体" panose="02010609060101010101" pitchFamily="49" charset="-122"/>
                        </a:rPr>
                        <m:t>𝑦</m:t>
                      </m:r>
                      <m:r>
                        <a:rPr kumimoji="1" lang="zh-CN" altLang="en-US" sz="2800">
                          <a:solidFill>
                            <a:schemeClr val="tx1">
                              <a:lumMod val="95000"/>
                              <a:lumOff val="5000"/>
                            </a:schemeClr>
                          </a:solidFill>
                          <a:latin typeface="Cambria Math" panose="02040503050406030204" charset="0"/>
                          <a:ea typeface="黑体" panose="02010609060101010101" pitchFamily="49" charset="-122"/>
                        </a:rPr>
                        <m:t>)</m:t>
                      </m:r>
                    </m:oMath>
                  </m:oMathPara>
                </a14:m>
                <a:endParaRPr kumimoji="1" lang="zh-CN" altLang="en-US" sz="2800" dirty="0">
                  <a:solidFill>
                    <a:schemeClr val="tx1">
                      <a:lumMod val="95000"/>
                      <a:lumOff val="5000"/>
                    </a:schemeClr>
                  </a:solidFill>
                  <a:latin typeface="Cambria Math" panose="02040503050406030204" charset="0"/>
                  <a:ea typeface="黑体" panose="02010609060101010101" pitchFamily="49" charset="-122"/>
                </a:endParaRPr>
              </a:p>
            </p:txBody>
          </p:sp>
        </mc:Choice>
        <mc:Fallback>
          <p:sp>
            <p:nvSpPr>
              <p:cNvPr id="17" name="Object 25"/>
              <p:cNvSpPr txBox="1">
                <a:spLocks noRot="1" noChangeAspect="1" noMove="1" noResize="1" noEditPoints="1" noAdjustHandles="1" noChangeArrowheads="1" noChangeShapeType="1" noTextEdit="1"/>
              </p:cNvSpPr>
              <p:nvPr/>
            </p:nvSpPr>
            <p:spPr bwMode="auto">
              <a:xfrm>
                <a:off x="5968289" y="840989"/>
                <a:ext cx="1885949" cy="403225"/>
              </a:xfrm>
              <a:prstGeom prst="rect">
                <a:avLst/>
              </a:prstGeom>
              <a:blipFill rotWithShape="1">
                <a:blip r:embed="rId11"/>
                <a:stretch>
                  <a:fillRect l="-30" t="-62" r="30" b="-17104"/>
                </a:stretch>
              </a:blipFill>
              <a:ln>
                <a:noFill/>
              </a:ln>
              <a:effectLst/>
            </p:spPr>
            <p:txBody>
              <a:bodyPr/>
              <a:lstStyle/>
              <a:p>
                <a:r>
                  <a:rPr lang="zh-CN" altLang="en-US">
                    <a:noFill/>
                  </a:rPr>
                  <a:t> </a:t>
                </a:r>
              </a:p>
            </p:txBody>
          </p:sp>
        </mc:Fallback>
      </mc:AlternateContent>
      <p:sp>
        <p:nvSpPr>
          <p:cNvPr id="18" name="Text Box 26"/>
          <p:cNvSpPr txBox="1">
            <a:spLocks noChangeArrowheads="1"/>
          </p:cNvSpPr>
          <p:nvPr/>
        </p:nvSpPr>
        <p:spPr bwMode="auto">
          <a:xfrm>
            <a:off x="7630336" y="874519"/>
            <a:ext cx="1673358" cy="52322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square">
            <a:spAutoFit/>
          </a:bodyPr>
          <a:lstStyle/>
          <a:p>
            <a:pPr marL="0" marR="0" lvl="0" indent="0" algn="l" defTabSz="914400" rtl="0" eaLnBrk="1" fontAlgn="base" latinLnBrk="0" hangingPunct="1">
              <a:lnSpc>
                <a:spcPct val="100000"/>
              </a:lnSpc>
              <a:spcBef>
                <a:spcPct val="50000"/>
              </a:spcBef>
              <a:spcAft>
                <a:spcPct val="0"/>
              </a:spcAft>
              <a:buClrTx/>
              <a:buSzTx/>
              <a:buFontTx/>
              <a:buNone/>
              <a:defRPr/>
            </a:pPr>
            <a:r>
              <a:rPr kumimoji="1" lang="zh-CN" altLang="en-US" sz="2800" dirty="0">
                <a:solidFill>
                  <a:schemeClr val="tx1">
                    <a:lumMod val="95000"/>
                    <a:lumOff val="5000"/>
                  </a:schemeClr>
                </a:solidFill>
                <a:latin typeface="Cambria Math" panose="02040503050406030204" charset="0"/>
                <a:ea typeface="黑体" panose="02010609060101010101" pitchFamily="49" charset="-122"/>
                <a:sym typeface="+mn-lt"/>
              </a:rPr>
              <a:t>的偏导数</a:t>
            </a:r>
            <a:endParaRPr kumimoji="1" lang="zh-CN" altLang="en-US" sz="2800" dirty="0">
              <a:solidFill>
                <a:schemeClr val="tx1">
                  <a:lumMod val="95000"/>
                  <a:lumOff val="5000"/>
                </a:schemeClr>
              </a:solidFill>
              <a:latin typeface="Cambria Math" panose="02040503050406030204" charset="0"/>
              <a:ea typeface="黑体" panose="02010609060101010101" pitchFamily="49" charset="-122"/>
              <a:sym typeface="+mn-lt"/>
            </a:endParaRPr>
          </a:p>
        </p:txBody>
      </p:sp>
      <mc:AlternateContent xmlns:mc="http://schemas.openxmlformats.org/markup-compatibility/2006">
        <mc:Choice xmlns:a14="http://schemas.microsoft.com/office/drawing/2010/main" Requires="a14">
          <p:sp>
            <p:nvSpPr>
              <p:cNvPr id="19" name="Object 27"/>
              <p:cNvSpPr txBox="1"/>
              <p:nvPr/>
            </p:nvSpPr>
            <p:spPr bwMode="auto">
              <a:xfrm>
                <a:off x="3126383" y="1600870"/>
                <a:ext cx="2754312" cy="457200"/>
              </a:xfrm>
              <a:prstGeom prst="rect">
                <a:avLst/>
              </a:prstGeom>
              <a:noFill/>
              <a:ln>
                <a:noFill/>
              </a:ln>
              <a:effectLst/>
            </p:spPr>
            <p:txBody>
              <a:bodyPr>
                <a:noAutofit/>
              </a:bodyPr>
              <a:lstStyle/>
              <a:p>
                <a14:m>
                  <m:oMathPara xmlns:m="http://schemas.openxmlformats.org/officeDocument/2006/math">
                    <m:oMathParaPr>
                      <m:jc m:val="left"/>
                    </m:oMathParaPr>
                    <m:oMath xmlns:m="http://schemas.openxmlformats.org/officeDocument/2006/math">
                      <m:r>
                        <a:rPr kumimoji="1" lang="zh-CN" altLang="en-US" sz="2800">
                          <a:solidFill>
                            <a:schemeClr val="tx1">
                              <a:lumMod val="95000"/>
                              <a:lumOff val="5000"/>
                            </a:schemeClr>
                          </a:solidFill>
                          <a:latin typeface="Cambria Math" panose="02040503050406030204" charset="0"/>
                          <a:ea typeface="黑体" panose="02010609060101010101" pitchFamily="49" charset="-122"/>
                        </a:rPr>
                        <m:t>在点</m:t>
                      </m:r>
                      <m:r>
                        <a:rPr kumimoji="1" lang="zh-CN" altLang="en-US" sz="2800">
                          <a:solidFill>
                            <a:schemeClr val="tx1">
                              <a:lumMod val="95000"/>
                              <a:lumOff val="5000"/>
                            </a:schemeClr>
                          </a:solidFill>
                          <a:latin typeface="Cambria Math" panose="02040503050406030204" charset="0"/>
                          <a:ea typeface="黑体" panose="02010609060101010101" pitchFamily="49" charset="-122"/>
                        </a:rPr>
                        <m:t> (</m:t>
                      </m:r>
                      <m:r>
                        <a:rPr kumimoji="1" lang="zh-CN" altLang="en-US" sz="2800">
                          <a:solidFill>
                            <a:schemeClr val="tx1">
                              <a:lumMod val="95000"/>
                              <a:lumOff val="5000"/>
                            </a:schemeClr>
                          </a:solidFill>
                          <a:latin typeface="Cambria Math" panose="02040503050406030204" charset="0"/>
                          <a:ea typeface="黑体" panose="02010609060101010101" pitchFamily="49" charset="-122"/>
                        </a:rPr>
                        <m:t>𝑥</m:t>
                      </m:r>
                      <m:r>
                        <a:rPr kumimoji="1" lang="zh-CN" altLang="en-US" sz="2800">
                          <a:solidFill>
                            <a:schemeClr val="tx1">
                              <a:lumMod val="95000"/>
                              <a:lumOff val="5000"/>
                            </a:schemeClr>
                          </a:solidFill>
                          <a:latin typeface="Cambria Math" panose="02040503050406030204" charset="0"/>
                          <a:ea typeface="黑体" panose="02010609060101010101" pitchFamily="49" charset="-122"/>
                        </a:rPr>
                        <m:t>,</m:t>
                      </m:r>
                      <m:r>
                        <a:rPr kumimoji="1" lang="zh-CN" altLang="en-US" sz="2800">
                          <a:solidFill>
                            <a:schemeClr val="tx1">
                              <a:lumMod val="95000"/>
                              <a:lumOff val="5000"/>
                            </a:schemeClr>
                          </a:solidFill>
                          <a:latin typeface="Cambria Math" panose="02040503050406030204" charset="0"/>
                          <a:ea typeface="黑体" panose="02010609060101010101" pitchFamily="49" charset="-122"/>
                        </a:rPr>
                        <m:t>𝑦</m:t>
                      </m:r>
                      <m:r>
                        <a:rPr kumimoji="1" lang="zh-CN" altLang="en-US" sz="2800">
                          <a:solidFill>
                            <a:schemeClr val="tx1">
                              <a:lumMod val="95000"/>
                              <a:lumOff val="5000"/>
                            </a:schemeClr>
                          </a:solidFill>
                          <a:latin typeface="Cambria Math" panose="02040503050406030204" charset="0"/>
                          <a:ea typeface="黑体" panose="02010609060101010101" pitchFamily="49" charset="-122"/>
                        </a:rPr>
                        <m:t>) </m:t>
                      </m:r>
                      <m:r>
                        <a:rPr kumimoji="1" lang="zh-CN" altLang="en-US" sz="2800">
                          <a:solidFill>
                            <a:schemeClr val="tx1">
                              <a:lumMod val="95000"/>
                              <a:lumOff val="5000"/>
                            </a:schemeClr>
                          </a:solidFill>
                          <a:latin typeface="Cambria Math" panose="02040503050406030204" charset="0"/>
                          <a:ea typeface="黑体" panose="02010609060101010101" pitchFamily="49" charset="-122"/>
                        </a:rPr>
                        <m:t>连续</m:t>
                      </m:r>
                      <m:r>
                        <a:rPr kumimoji="1" lang="zh-CN" altLang="en-US" sz="2800">
                          <a:solidFill>
                            <a:schemeClr val="tx1">
                              <a:lumMod val="95000"/>
                              <a:lumOff val="5000"/>
                            </a:schemeClr>
                          </a:solidFill>
                          <a:latin typeface="Cambria Math" panose="02040503050406030204" charset="0"/>
                          <a:ea typeface="黑体" panose="02010609060101010101" pitchFamily="49" charset="-122"/>
                        </a:rPr>
                        <m:t>,</m:t>
                      </m:r>
                    </m:oMath>
                  </m:oMathPara>
                </a14:m>
                <a:endParaRPr kumimoji="1" lang="zh-CN" altLang="en-US" sz="2800" dirty="0">
                  <a:solidFill>
                    <a:schemeClr val="tx1">
                      <a:lumMod val="95000"/>
                      <a:lumOff val="5000"/>
                    </a:schemeClr>
                  </a:solidFill>
                  <a:latin typeface="Cambria Math" panose="02040503050406030204" charset="0"/>
                  <a:ea typeface="黑体" panose="02010609060101010101" pitchFamily="49" charset="-122"/>
                </a:endParaRPr>
              </a:p>
            </p:txBody>
          </p:sp>
        </mc:Choice>
        <mc:Fallback>
          <p:sp>
            <p:nvSpPr>
              <p:cNvPr id="19" name="Object 27"/>
              <p:cNvSpPr txBox="1">
                <a:spLocks noRot="1" noChangeAspect="1" noMove="1" noResize="1" noEditPoints="1" noAdjustHandles="1" noChangeArrowheads="1" noChangeShapeType="1" noTextEdit="1"/>
              </p:cNvSpPr>
              <p:nvPr/>
            </p:nvSpPr>
            <p:spPr bwMode="auto">
              <a:xfrm>
                <a:off x="3126383" y="1600870"/>
                <a:ext cx="2754312" cy="457200"/>
              </a:xfrm>
              <a:prstGeom prst="rect">
                <a:avLst/>
              </a:prstGeom>
              <a:blipFill rotWithShape="1">
                <a:blip r:embed="rId12"/>
                <a:stretch>
                  <a:fillRect l="-10" t="-8" r="22" b="-4992"/>
                </a:stretch>
              </a:blipFill>
              <a:ln>
                <a:noFill/>
              </a:ln>
              <a:effectLst/>
            </p:spPr>
            <p:txBody>
              <a:bodyPr/>
              <a:lstStyle/>
              <a:p>
                <a:r>
                  <a:rPr lang="zh-CN" altLang="en-US">
                    <a:noFill/>
                  </a:rPr>
                  <a:t> </a:t>
                </a:r>
              </a:p>
            </p:txBody>
          </p:sp>
        </mc:Fallback>
      </mc:AlternateContent>
      <p:sp>
        <p:nvSpPr>
          <p:cNvPr id="20" name="Text Box 28"/>
          <p:cNvSpPr txBox="1">
            <a:spLocks noChangeArrowheads="1"/>
          </p:cNvSpPr>
          <p:nvPr/>
        </p:nvSpPr>
        <p:spPr bwMode="auto">
          <a:xfrm>
            <a:off x="5752144" y="1595460"/>
            <a:ext cx="3657600" cy="51911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marL="0" marR="0" lvl="0" indent="0" algn="l" defTabSz="914400" rtl="0" eaLnBrk="1" fontAlgn="base" latinLnBrk="0" hangingPunct="1">
              <a:lnSpc>
                <a:spcPct val="100000"/>
              </a:lnSpc>
              <a:spcBef>
                <a:spcPct val="50000"/>
              </a:spcBef>
              <a:spcAft>
                <a:spcPct val="0"/>
              </a:spcAft>
              <a:buClrTx/>
              <a:buSzTx/>
              <a:buFontTx/>
              <a:buNone/>
              <a:defRPr/>
            </a:pPr>
            <a:r>
              <a:rPr kumimoji="1" lang="zh-CN" altLang="en-US" sz="2800" dirty="0">
                <a:solidFill>
                  <a:schemeClr val="tx1">
                    <a:lumMod val="95000"/>
                    <a:lumOff val="5000"/>
                  </a:schemeClr>
                </a:solidFill>
                <a:latin typeface="Cambria Math" panose="02040503050406030204" charset="0"/>
                <a:ea typeface="黑体" panose="02010609060101010101" pitchFamily="49" charset="-122"/>
                <a:sym typeface="+mn-lt"/>
              </a:rPr>
              <a:t>则函数在该点可微分</a:t>
            </a:r>
            <a:r>
              <a:rPr kumimoji="1" lang="en-US" altLang="zh-CN" sz="2800" dirty="0">
                <a:solidFill>
                  <a:schemeClr val="tx1">
                    <a:lumMod val="95000"/>
                    <a:lumOff val="5000"/>
                  </a:schemeClr>
                </a:solidFill>
                <a:latin typeface="Cambria Math" panose="02040503050406030204" charset="0"/>
                <a:ea typeface="黑体" panose="02010609060101010101" pitchFamily="49" charset="-122"/>
                <a:sym typeface="+mn-lt"/>
              </a:rPr>
              <a:t>.</a:t>
            </a:r>
            <a:endParaRPr kumimoji="1" lang="en-US" altLang="zh-CN" sz="2800" dirty="0">
              <a:solidFill>
                <a:schemeClr val="tx1">
                  <a:lumMod val="95000"/>
                  <a:lumOff val="5000"/>
                </a:schemeClr>
              </a:solidFill>
              <a:latin typeface="Cambria Math" panose="02040503050406030204" charset="0"/>
              <a:ea typeface="黑体" panose="02010609060101010101" pitchFamily="49" charset="-122"/>
              <a:sym typeface="+mn-lt"/>
            </a:endParaRPr>
          </a:p>
        </p:txBody>
      </p:sp>
      <p:grpSp>
        <p:nvGrpSpPr>
          <p:cNvPr id="3" name="组合 2"/>
          <p:cNvGrpSpPr/>
          <p:nvPr/>
        </p:nvGrpSpPr>
        <p:grpSpPr>
          <a:xfrm>
            <a:off x="3524795" y="4819937"/>
            <a:ext cx="5059792" cy="539949"/>
            <a:chOff x="3524795" y="4819937"/>
            <a:chExt cx="5059792" cy="539949"/>
          </a:xfrm>
        </p:grpSpPr>
        <mc:AlternateContent xmlns:mc="http://schemas.openxmlformats.org/markup-compatibility/2006">
          <mc:Choice xmlns:a14="http://schemas.microsoft.com/office/drawing/2010/main" Requires="a14">
            <p:sp>
              <p:nvSpPr>
                <p:cNvPr id="8" name="Object 8"/>
                <p:cNvSpPr txBox="1"/>
                <p:nvPr/>
              </p:nvSpPr>
              <p:spPr bwMode="auto">
                <a:xfrm>
                  <a:off x="3524795" y="4821525"/>
                  <a:ext cx="2792412" cy="444500"/>
                </a:xfrm>
                <a:prstGeom prst="rect">
                  <a:avLst/>
                </a:prstGeom>
                <a:noFill/>
                <a:ln>
                  <a:noFill/>
                </a:ln>
                <a:effectLst/>
              </p:spPr>
              <p:txBody>
                <a:bodyPr>
                  <a:noAutofit/>
                </a:bodyPr>
                <a:lstStyle/>
                <a:p>
                  <a14:m>
                    <m:oMathPara xmlns:m="http://schemas.openxmlformats.org/officeDocument/2006/math">
                      <m:oMathParaPr>
                        <m:jc m:val="left"/>
                      </m:oMathParaPr>
                      <m:oMath xmlns:m="http://schemas.openxmlformats.org/officeDocument/2006/math">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sSub>
                          <m:sSubPr>
                            <m:ctrlPr>
                              <a:rPr kumimoji="1" lang="zh-CN" altLang="en-US" sz="2200" i="1">
                                <a:solidFill>
                                  <a:schemeClr val="tx1">
                                    <a:lumMod val="95000"/>
                                    <a:lumOff val="5000"/>
                                  </a:schemeClr>
                                </a:solidFill>
                                <a:latin typeface="Cambria Math" panose="02040503050406030204" charset="0"/>
                                <a:ea typeface="黑体" panose="02010609060101010101" pitchFamily="49" charset="-122"/>
                              </a:rPr>
                            </m:ctrlPr>
                          </m:sSubPr>
                          <m:e>
                            <m:r>
                              <a:rPr kumimoji="1" lang="zh-CN" altLang="en-US" sz="2200">
                                <a:solidFill>
                                  <a:schemeClr val="tx1">
                                    <a:lumMod val="95000"/>
                                    <a:lumOff val="5000"/>
                                  </a:schemeClr>
                                </a:solidFill>
                                <a:latin typeface="Cambria Math" panose="02040503050406030204" charset="0"/>
                                <a:ea typeface="黑体" panose="02010609060101010101" pitchFamily="49" charset="-122"/>
                              </a:rPr>
                              <m:t>𝑓</m:t>
                            </m:r>
                          </m:e>
                          <m:sub>
                            <m:r>
                              <a:rPr kumimoji="1" lang="zh-CN" altLang="en-US" sz="2200">
                                <a:solidFill>
                                  <a:schemeClr val="tx1">
                                    <a:lumMod val="95000"/>
                                    <a:lumOff val="5000"/>
                                  </a:schemeClr>
                                </a:solidFill>
                                <a:latin typeface="Cambria Math" panose="02040503050406030204" charset="0"/>
                                <a:ea typeface="黑体" panose="02010609060101010101" pitchFamily="49" charset="-122"/>
                              </a:rPr>
                              <m:t>𝑥</m:t>
                            </m:r>
                          </m:sub>
                        </m:sSub>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𝑥</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𝑦</m:t>
                        </m:r>
                        <m:r>
                          <a:rPr kumimoji="1" lang="zh-CN" altLang="en-US" sz="2200">
                            <a:solidFill>
                              <a:schemeClr val="tx1">
                                <a:lumMod val="95000"/>
                                <a:lumOff val="5000"/>
                              </a:schemeClr>
                            </a:solidFill>
                            <a:latin typeface="Cambria Math" panose="02040503050406030204" charset="0"/>
                            <a:ea typeface="黑体" panose="02010609060101010101" pitchFamily="49" charset="-122"/>
                          </a:rPr>
                          <m:t>)+ ]</m:t>
                        </m:r>
                        <m:r>
                          <m:rPr>
                            <m:sty m:val="p"/>
                          </m:rPr>
                          <a:rPr kumimoji="1" lang="zh-CN" altLang="en-US" sz="2200">
                            <a:solidFill>
                              <a:schemeClr val="tx1">
                                <a:lumMod val="95000"/>
                                <a:lumOff val="5000"/>
                              </a:schemeClr>
                            </a:solidFill>
                            <a:latin typeface="Cambria Math" panose="02040503050406030204" charset="0"/>
                            <a:ea typeface="黑体" panose="02010609060101010101" pitchFamily="49" charset="-122"/>
                          </a:rPr>
                          <m:t>Δ</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𝑥</m:t>
                        </m:r>
                      </m:oMath>
                    </m:oMathPara>
                  </a14:m>
                  <a:endParaRPr kumimoji="1" lang="zh-CN" altLang="en-US" sz="2200" dirty="0">
                    <a:solidFill>
                      <a:schemeClr val="tx1">
                        <a:lumMod val="95000"/>
                        <a:lumOff val="5000"/>
                      </a:schemeClr>
                    </a:solidFill>
                    <a:latin typeface="Cambria Math" panose="02040503050406030204" charset="0"/>
                    <a:ea typeface="黑体" panose="02010609060101010101" pitchFamily="49" charset="-122"/>
                  </a:endParaRPr>
                </a:p>
              </p:txBody>
            </p:sp>
          </mc:Choice>
          <mc:Fallback>
            <p:sp>
              <p:nvSpPr>
                <p:cNvPr id="8" name="Object 8"/>
                <p:cNvSpPr txBox="1">
                  <a:spLocks noRot="1" noChangeAspect="1" noMove="1" noResize="1" noEditPoints="1" noAdjustHandles="1" noChangeArrowheads="1" noChangeShapeType="1" noTextEdit="1"/>
                </p:cNvSpPr>
                <p:nvPr/>
              </p:nvSpPr>
              <p:spPr bwMode="auto">
                <a:xfrm>
                  <a:off x="3524795" y="4821525"/>
                  <a:ext cx="2792412" cy="444500"/>
                </a:xfrm>
                <a:prstGeom prst="rect">
                  <a:avLst/>
                </a:prstGeom>
                <a:blipFill rotWithShape="1">
                  <a:blip r:embed="rId13"/>
                </a:blipFill>
                <a:ln>
                  <a:noFill/>
                </a:ln>
                <a:effectLst/>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5" name="Object 22"/>
                <p:cNvSpPr txBox="1"/>
                <p:nvPr/>
              </p:nvSpPr>
              <p:spPr bwMode="auto">
                <a:xfrm>
                  <a:off x="5766775" y="4819937"/>
                  <a:ext cx="2817812" cy="508000"/>
                </a:xfrm>
                <a:prstGeom prst="rect">
                  <a:avLst/>
                </a:prstGeom>
                <a:noFill/>
                <a:ln>
                  <a:noFill/>
                </a:ln>
                <a:effectLst/>
              </p:spPr>
              <p:txBody>
                <a:bodyPr>
                  <a:noAutofit/>
                </a:bodyPr>
                <a:lstStyle/>
                <a:p>
                  <a14:m>
                    <m:oMathPara xmlns:m="http://schemas.openxmlformats.org/officeDocument/2006/math">
                      <m:oMathParaPr>
                        <m:jc m:val="left"/>
                      </m:oMathParaPr>
                      <m:oMath xmlns:m="http://schemas.openxmlformats.org/officeDocument/2006/math">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sSub>
                          <m:sSubPr>
                            <m:ctrlPr>
                              <a:rPr kumimoji="1" lang="zh-CN" altLang="en-US" sz="2200" i="1">
                                <a:solidFill>
                                  <a:schemeClr val="tx1">
                                    <a:lumMod val="95000"/>
                                    <a:lumOff val="5000"/>
                                  </a:schemeClr>
                                </a:solidFill>
                                <a:latin typeface="Cambria Math" panose="02040503050406030204" charset="0"/>
                                <a:ea typeface="黑体" panose="02010609060101010101" pitchFamily="49" charset="-122"/>
                              </a:rPr>
                            </m:ctrlPr>
                          </m:sSubPr>
                          <m:e>
                            <m:r>
                              <a:rPr kumimoji="1" lang="zh-CN" altLang="en-US" sz="2200">
                                <a:solidFill>
                                  <a:schemeClr val="tx1">
                                    <a:lumMod val="95000"/>
                                    <a:lumOff val="5000"/>
                                  </a:schemeClr>
                                </a:solidFill>
                                <a:latin typeface="Cambria Math" panose="02040503050406030204" charset="0"/>
                                <a:ea typeface="黑体" panose="02010609060101010101" pitchFamily="49" charset="-122"/>
                              </a:rPr>
                              <m:t>𝑓</m:t>
                            </m:r>
                          </m:e>
                          <m:sub>
                            <m:r>
                              <a:rPr kumimoji="1" lang="zh-CN" altLang="en-US" sz="2200">
                                <a:solidFill>
                                  <a:schemeClr val="tx1">
                                    <a:lumMod val="95000"/>
                                    <a:lumOff val="5000"/>
                                  </a:schemeClr>
                                </a:solidFill>
                                <a:latin typeface="Cambria Math" panose="02040503050406030204" charset="0"/>
                                <a:ea typeface="黑体" panose="02010609060101010101" pitchFamily="49" charset="-122"/>
                              </a:rPr>
                              <m:t>𝑦</m:t>
                            </m:r>
                          </m:sub>
                        </m:sSub>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𝑥</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𝑦</m:t>
                        </m:r>
                        <m:r>
                          <a:rPr kumimoji="1" lang="zh-CN" altLang="en-US" sz="2200">
                            <a:solidFill>
                              <a:schemeClr val="tx1">
                                <a:lumMod val="95000"/>
                                <a:lumOff val="5000"/>
                              </a:schemeClr>
                            </a:solidFill>
                            <a:latin typeface="Cambria Math" panose="02040503050406030204" charset="0"/>
                            <a:ea typeface="黑体" panose="02010609060101010101" pitchFamily="49" charset="-122"/>
                          </a:rPr>
                          <m:t>)+ ]</m:t>
                        </m:r>
                        <m:r>
                          <m:rPr>
                            <m:sty m:val="p"/>
                          </m:rPr>
                          <a:rPr kumimoji="1" lang="zh-CN" altLang="en-US" sz="2200">
                            <a:solidFill>
                              <a:schemeClr val="tx1">
                                <a:lumMod val="95000"/>
                                <a:lumOff val="5000"/>
                              </a:schemeClr>
                            </a:solidFill>
                            <a:latin typeface="Cambria Math" panose="02040503050406030204" charset="0"/>
                            <a:ea typeface="黑体" panose="02010609060101010101" pitchFamily="49" charset="-122"/>
                          </a:rPr>
                          <m:t>Δ</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𝑦</m:t>
                        </m:r>
                      </m:oMath>
                    </m:oMathPara>
                  </a14:m>
                  <a:endParaRPr kumimoji="1" lang="zh-CN" altLang="en-US" sz="2200" dirty="0">
                    <a:solidFill>
                      <a:schemeClr val="tx1">
                        <a:lumMod val="95000"/>
                        <a:lumOff val="5000"/>
                      </a:schemeClr>
                    </a:solidFill>
                    <a:latin typeface="Cambria Math" panose="02040503050406030204" charset="0"/>
                    <a:ea typeface="黑体" panose="02010609060101010101" pitchFamily="49" charset="-122"/>
                  </a:endParaRPr>
                </a:p>
              </p:txBody>
            </p:sp>
          </mc:Choice>
          <mc:Fallback>
            <p:sp>
              <p:nvSpPr>
                <p:cNvPr id="15" name="Object 22"/>
                <p:cNvSpPr txBox="1">
                  <a:spLocks noRot="1" noChangeAspect="1" noMove="1" noResize="1" noEditPoints="1" noAdjustHandles="1" noChangeArrowheads="1" noChangeShapeType="1" noTextEdit="1"/>
                </p:cNvSpPr>
                <p:nvPr/>
              </p:nvSpPr>
              <p:spPr bwMode="auto">
                <a:xfrm>
                  <a:off x="5766775" y="4819937"/>
                  <a:ext cx="2817812" cy="508000"/>
                </a:xfrm>
                <a:prstGeom prst="rect">
                  <a:avLst/>
                </a:prstGeom>
                <a:blipFill rotWithShape="1">
                  <a:blip r:embed="rId14"/>
                </a:blipFill>
                <a:ln>
                  <a:noFill/>
                </a:ln>
                <a:effectLst/>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21" name="Object 33"/>
                <p:cNvSpPr txBox="1"/>
                <p:nvPr/>
              </p:nvSpPr>
              <p:spPr bwMode="auto">
                <a:xfrm>
                  <a:off x="5042200" y="4861410"/>
                  <a:ext cx="297061" cy="364730"/>
                </a:xfrm>
                <a:prstGeom prst="rect">
                  <a:avLst/>
                </a:prstGeom>
                <a:noFill/>
                <a:ln>
                  <a:noFill/>
                </a:ln>
                <a:effectLst/>
              </p:spPr>
              <p:txBody>
                <a:bodyPr>
                  <a:noAutofit/>
                </a:bodyPr>
                <a:lstStyle/>
                <a:p>
                  <a14:m>
                    <m:oMathPara xmlns:m="http://schemas.openxmlformats.org/officeDocument/2006/math">
                      <m:oMathParaPr>
                        <m:jc m:val="left"/>
                      </m:oMathParaPr>
                      <m:oMath xmlns:m="http://schemas.openxmlformats.org/officeDocument/2006/math">
                        <m:r>
                          <a:rPr kumimoji="1" lang="zh-CN" altLang="en-US" sz="2200">
                            <a:solidFill>
                              <a:schemeClr val="tx1">
                                <a:lumMod val="95000"/>
                                <a:lumOff val="5000"/>
                              </a:schemeClr>
                            </a:solidFill>
                            <a:latin typeface="Cambria Math" panose="02040503050406030204" charset="0"/>
                            <a:ea typeface="黑体" panose="02010609060101010101" pitchFamily="49" charset="-122"/>
                          </a:rPr>
                          <m:t>𝛼</m:t>
                        </m:r>
                      </m:oMath>
                    </m:oMathPara>
                  </a14:m>
                  <a:endParaRPr kumimoji="1" lang="zh-CN" altLang="en-US" sz="2200" dirty="0">
                    <a:solidFill>
                      <a:schemeClr val="tx1">
                        <a:lumMod val="95000"/>
                        <a:lumOff val="5000"/>
                      </a:schemeClr>
                    </a:solidFill>
                    <a:latin typeface="Cambria Math" panose="02040503050406030204" charset="0"/>
                    <a:ea typeface="黑体" panose="02010609060101010101" pitchFamily="49" charset="-122"/>
                  </a:endParaRPr>
                </a:p>
              </p:txBody>
            </p:sp>
          </mc:Choice>
          <mc:Fallback>
            <p:sp>
              <p:nvSpPr>
                <p:cNvPr id="21" name="Object 33"/>
                <p:cNvSpPr txBox="1">
                  <a:spLocks noRot="1" noChangeAspect="1" noMove="1" noResize="1" noEditPoints="1" noAdjustHandles="1" noChangeArrowheads="1" noChangeShapeType="1" noTextEdit="1"/>
                </p:cNvSpPr>
                <p:nvPr/>
              </p:nvSpPr>
              <p:spPr bwMode="auto">
                <a:xfrm>
                  <a:off x="5042200" y="4861410"/>
                  <a:ext cx="297061" cy="364730"/>
                </a:xfrm>
                <a:prstGeom prst="rect">
                  <a:avLst/>
                </a:prstGeom>
                <a:blipFill rotWithShape="1">
                  <a:blip r:embed="rId15"/>
                </a:blipFill>
                <a:ln>
                  <a:noFill/>
                </a:ln>
                <a:effectLst/>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22" name="Object 34"/>
                <p:cNvSpPr txBox="1"/>
                <p:nvPr/>
              </p:nvSpPr>
              <p:spPr bwMode="auto">
                <a:xfrm>
                  <a:off x="7240326" y="4861410"/>
                  <a:ext cx="421141" cy="498476"/>
                </a:xfrm>
                <a:prstGeom prst="rect">
                  <a:avLst/>
                </a:prstGeom>
                <a:noFill/>
                <a:ln>
                  <a:noFill/>
                </a:ln>
                <a:effectLst/>
              </p:spPr>
              <p:txBody>
                <a:bodyPr>
                  <a:noAutofit/>
                </a:bodyPr>
                <a:lstStyle/>
                <a:p>
                  <a14:m>
                    <m:oMathPara xmlns:m="http://schemas.openxmlformats.org/officeDocument/2006/math">
                      <m:oMathParaPr>
                        <m:jc m:val="left"/>
                      </m:oMathParaPr>
                      <m:oMath xmlns:m="http://schemas.openxmlformats.org/officeDocument/2006/math">
                        <m:r>
                          <a:rPr kumimoji="1" lang="zh-CN" altLang="en-US" sz="2200">
                            <a:solidFill>
                              <a:schemeClr val="tx1">
                                <a:lumMod val="95000"/>
                                <a:lumOff val="5000"/>
                              </a:schemeClr>
                            </a:solidFill>
                            <a:latin typeface="Cambria Math" panose="02040503050406030204" charset="0"/>
                            <a:ea typeface="黑体" panose="02010609060101010101" pitchFamily="49" charset="-122"/>
                          </a:rPr>
                          <m:t>𝛽</m:t>
                        </m:r>
                      </m:oMath>
                    </m:oMathPara>
                  </a14:m>
                  <a:endParaRPr kumimoji="1" lang="zh-CN" altLang="en-US" sz="2200" dirty="0">
                    <a:solidFill>
                      <a:schemeClr val="tx1">
                        <a:lumMod val="95000"/>
                        <a:lumOff val="5000"/>
                      </a:schemeClr>
                    </a:solidFill>
                    <a:latin typeface="Cambria Math" panose="02040503050406030204" charset="0"/>
                    <a:ea typeface="黑体" panose="02010609060101010101" pitchFamily="49" charset="-122"/>
                  </a:endParaRPr>
                </a:p>
              </p:txBody>
            </p:sp>
          </mc:Choice>
          <mc:Fallback>
            <p:sp>
              <p:nvSpPr>
                <p:cNvPr id="22" name="Object 34"/>
                <p:cNvSpPr txBox="1">
                  <a:spLocks noRot="1" noChangeAspect="1" noMove="1" noResize="1" noEditPoints="1" noAdjustHandles="1" noChangeArrowheads="1" noChangeShapeType="1" noTextEdit="1"/>
                </p:cNvSpPr>
                <p:nvPr/>
              </p:nvSpPr>
              <p:spPr bwMode="auto">
                <a:xfrm>
                  <a:off x="7240326" y="4861410"/>
                  <a:ext cx="421141" cy="498476"/>
                </a:xfrm>
                <a:prstGeom prst="rect">
                  <a:avLst/>
                </a:prstGeom>
                <a:blipFill rotWithShape="1">
                  <a:blip r:embed="rId16"/>
                </a:blipFill>
                <a:ln>
                  <a:noFill/>
                </a:ln>
                <a:effectLst/>
              </p:spPr>
              <p:txBody>
                <a:bodyPr/>
                <a:lstStyle/>
                <a:p>
                  <a:r>
                    <a:rPr lang="zh-CN" altLang="en-US">
                      <a:noFill/>
                    </a:rPr>
                    <a:t> </a:t>
                  </a:r>
                </a:p>
              </p:txBody>
            </p:sp>
          </mc:Fallback>
        </mc:AlternateContent>
      </p:grpSp>
      <mc:AlternateContent xmlns:mc="http://schemas.openxmlformats.org/markup-compatibility/2006">
        <mc:Choice xmlns:a14="http://schemas.microsoft.com/office/drawing/2010/main" Requires="a14">
          <p:sp>
            <p:nvSpPr>
              <p:cNvPr id="23" name="Object 42"/>
              <p:cNvSpPr txBox="1"/>
              <p:nvPr/>
            </p:nvSpPr>
            <p:spPr bwMode="auto">
              <a:xfrm>
                <a:off x="3819545" y="5820204"/>
                <a:ext cx="2817811" cy="898525"/>
              </a:xfrm>
              <a:prstGeom prst="rect">
                <a:avLst/>
              </a:prstGeom>
              <a:noFill/>
              <a:ln>
                <a:noFill/>
              </a:ln>
              <a:effectLst/>
            </p:spPr>
            <p:txBody>
              <a:bodyPr>
                <a:noAutofit/>
              </a:bodyPr>
              <a:lstStyle/>
              <a:p>
                <a14:m>
                  <m:oMathPara xmlns:m="http://schemas.openxmlformats.org/officeDocument/2006/math">
                    <m:oMathParaPr>
                      <m:jc m:val="left"/>
                    </m:oMathParaPr>
                    <m:oMath xmlns:m="http://schemas.openxmlformats.org/officeDocument/2006/math">
                      <m:func>
                        <m:funcPr>
                          <m:ctrlPr>
                            <a:rPr kumimoji="1" lang="zh-CN" altLang="en-US" sz="2200" i="1">
                              <a:solidFill>
                                <a:schemeClr val="tx1">
                                  <a:lumMod val="95000"/>
                                  <a:lumOff val="5000"/>
                                </a:schemeClr>
                              </a:solidFill>
                              <a:latin typeface="Cambria Math" panose="02040503050406030204" charset="0"/>
                              <a:ea typeface="黑体" panose="02010609060101010101" pitchFamily="49" charset="-122"/>
                            </a:rPr>
                          </m:ctrlPr>
                        </m:funcPr>
                        <m:fName>
                          <m:limLow>
                            <m:limLowPr>
                              <m:ctrlPr>
                                <a:rPr kumimoji="1" lang="zh-CN" altLang="en-US" sz="2400" i="1">
                                  <a:solidFill>
                                    <a:schemeClr val="tx1">
                                      <a:lumMod val="95000"/>
                                      <a:lumOff val="5000"/>
                                    </a:schemeClr>
                                  </a:solidFill>
                                  <a:latin typeface="Cambria Math" panose="02040503050406030204" charset="0"/>
                                  <a:ea typeface="黑体" panose="02010609060101010101" pitchFamily="49" charset="-122"/>
                                </a:rPr>
                              </m:ctrlPr>
                            </m:limLowPr>
                            <m:e>
                              <m:r>
                                <m:rPr>
                                  <m:sty m:val="p"/>
                                </m:rPr>
                                <a:rPr kumimoji="1" lang="zh-CN" altLang="en-US" sz="2400">
                                  <a:solidFill>
                                    <a:schemeClr val="tx1">
                                      <a:lumMod val="95000"/>
                                      <a:lumOff val="5000"/>
                                    </a:schemeClr>
                                  </a:solidFill>
                                  <a:latin typeface="Cambria Math" panose="02040503050406030204" charset="0"/>
                                  <a:ea typeface="黑体" panose="02010609060101010101" pitchFamily="49" charset="-122"/>
                                </a:rPr>
                                <m:t>lim</m:t>
                              </m:r>
                            </m:e>
                            <m:lim>
                              <m:r>
                                <a:rPr kumimoji="1" lang="zh-CN" altLang="en-US" sz="2400">
                                  <a:latin typeface="Cambria Math" panose="02040503050406030204" charset="0"/>
                                  <a:ea typeface="黑体" panose="02010609060101010101" pitchFamily="49" charset="-122"/>
                                  <a:cs typeface="Cambria Math" panose="02040503050406030204" charset="0"/>
                                </a:rPr>
                                <m:t>(</m:t>
                              </m:r>
                              <m:r>
                                <m:rPr>
                                  <m:sty m:val="p"/>
                                </m:rPr>
                                <a:rPr kumimoji="1" lang="zh-CN" altLang="en-US" sz="2400">
                                  <a:solidFill>
                                    <a:schemeClr val="tx1">
                                      <a:lumMod val="95000"/>
                                      <a:lumOff val="5000"/>
                                    </a:schemeClr>
                                  </a:solidFill>
                                  <a:latin typeface="Cambria Math" panose="02040503050406030204" charset="0"/>
                                  <a:ea typeface="黑体" panose="02010609060101010101" pitchFamily="49" charset="-122"/>
                                </a:rPr>
                                <m:t>Δ</m:t>
                              </m:r>
                              <m:r>
                                <a:rPr kumimoji="1" lang="zh-CN" altLang="en-US" sz="2400">
                                  <a:latin typeface="Cambria Math" panose="02040503050406030204" charset="0"/>
                                  <a:ea typeface="黑体" panose="02010609060101010101" pitchFamily="49" charset="-122"/>
                                  <a:cs typeface="Cambria Math" panose="02040503050406030204" charset="0"/>
                                </a:rPr>
                                <m:t>𝑥</m:t>
                              </m:r>
                              <m:r>
                                <a:rPr kumimoji="1" lang="zh-CN" altLang="en-US" sz="2400">
                                  <a:latin typeface="Cambria Math" panose="02040503050406030204" charset="0"/>
                                  <a:ea typeface="黑体" panose="02010609060101010101" pitchFamily="49" charset="-122"/>
                                  <a:cs typeface="Cambria Math" panose="02040503050406030204" charset="0"/>
                                </a:rPr>
                                <m:t>,</m:t>
                              </m:r>
                              <m:r>
                                <m:rPr>
                                  <m:sty m:val="p"/>
                                </m:rPr>
                                <a:rPr kumimoji="1" lang="zh-CN" altLang="en-US" sz="2400">
                                  <a:solidFill>
                                    <a:schemeClr val="tx1">
                                      <a:lumMod val="95000"/>
                                      <a:lumOff val="5000"/>
                                    </a:schemeClr>
                                  </a:solidFill>
                                  <a:latin typeface="Cambria Math" panose="02040503050406030204" charset="0"/>
                                  <a:ea typeface="黑体" panose="02010609060101010101" pitchFamily="49" charset="-122"/>
                                </a:rPr>
                                <m:t>Δ</m:t>
                              </m:r>
                              <m:r>
                                <a:rPr kumimoji="1" lang="zh-CN" altLang="en-US" sz="2400">
                                  <a:latin typeface="Cambria Math" panose="02040503050406030204" charset="0"/>
                                  <a:ea typeface="黑体" panose="02010609060101010101" pitchFamily="49" charset="-122"/>
                                  <a:cs typeface="Cambria Math" panose="02040503050406030204" charset="0"/>
                                </a:rPr>
                                <m:t>𝑦</m:t>
                              </m:r>
                              <m:r>
                                <a:rPr kumimoji="1" lang="zh-CN" altLang="en-US" sz="2400">
                                  <a:latin typeface="Cambria Math" panose="02040503050406030204" charset="0"/>
                                  <a:ea typeface="黑体" panose="02010609060101010101" pitchFamily="49" charset="-122"/>
                                  <a:cs typeface="Cambria Math" panose="02040503050406030204" charset="0"/>
                                </a:rPr>
                                <m:t>)→(</m:t>
                              </m:r>
                              <m:r>
                                <a:rPr kumimoji="1" lang="en-US" altLang="zh-CN" sz="2400" i="1">
                                  <a:latin typeface="Cambria Math" panose="02040503050406030204" charset="0"/>
                                  <a:ea typeface="黑体" panose="02010609060101010101" pitchFamily="49" charset="-122"/>
                                  <a:cs typeface="Cambria Math" panose="02040503050406030204" charset="0"/>
                                </a:rPr>
                                <m:t>0</m:t>
                              </m:r>
                              <m:r>
                                <a:rPr kumimoji="1" lang="zh-CN" altLang="en-US" sz="2400">
                                  <a:latin typeface="Cambria Math" panose="02040503050406030204" charset="0"/>
                                  <a:ea typeface="黑体" panose="02010609060101010101" pitchFamily="49" charset="-122"/>
                                  <a:cs typeface="Cambria Math" panose="02040503050406030204" charset="0"/>
                                </a:rPr>
                                <m:t>,</m:t>
                              </m:r>
                              <m:r>
                                <a:rPr kumimoji="1" lang="en-US" altLang="zh-CN" sz="2400" i="1">
                                  <a:latin typeface="Cambria Math" panose="02040503050406030204" charset="0"/>
                                  <a:ea typeface="黑体" panose="02010609060101010101" pitchFamily="49" charset="-122"/>
                                  <a:cs typeface="Cambria Math" panose="02040503050406030204" charset="0"/>
                                </a:rPr>
                                <m:t>0</m:t>
                              </m:r>
                              <m:r>
                                <a:rPr kumimoji="1" lang="zh-CN" altLang="en-US" sz="2400">
                                  <a:latin typeface="Cambria Math" panose="02040503050406030204" charset="0"/>
                                  <a:ea typeface="黑体" panose="02010609060101010101" pitchFamily="49" charset="-122"/>
                                  <a:cs typeface="Cambria Math" panose="02040503050406030204" charset="0"/>
                                </a:rPr>
                                <m:t>)</m:t>
                              </m:r>
                            </m:lim>
                          </m:limLow>
                        </m:fName>
                        <m:e>
                          <m:r>
                            <a:rPr kumimoji="1" lang="zh-CN" altLang="en-US" sz="2200">
                              <a:solidFill>
                                <a:schemeClr val="tx1">
                                  <a:lumMod val="95000"/>
                                  <a:lumOff val="5000"/>
                                </a:schemeClr>
                              </a:solidFill>
                              <a:latin typeface="Cambria Math" panose="02040503050406030204" charset="0"/>
                              <a:ea typeface="黑体" panose="02010609060101010101" pitchFamily="49" charset="-122"/>
                            </a:rPr>
                            <m:t>𝛽</m:t>
                          </m:r>
                        </m:e>
                      </m:func>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rPr>
                        <m:t>0</m:t>
                      </m:r>
                    </m:oMath>
                  </m:oMathPara>
                </a14:m>
                <a:endParaRPr kumimoji="1" lang="zh-CN" altLang="en-US" sz="2200" dirty="0">
                  <a:solidFill>
                    <a:schemeClr val="tx1">
                      <a:lumMod val="95000"/>
                      <a:lumOff val="5000"/>
                    </a:schemeClr>
                  </a:solidFill>
                  <a:latin typeface="Cambria Math" panose="02040503050406030204" charset="0"/>
                  <a:ea typeface="黑体" panose="02010609060101010101" pitchFamily="49" charset="-122"/>
                </a:endParaRPr>
              </a:p>
            </p:txBody>
          </p:sp>
        </mc:Choice>
        <mc:Fallback>
          <p:sp>
            <p:nvSpPr>
              <p:cNvPr id="23" name="Object 42"/>
              <p:cNvSpPr txBox="1">
                <a:spLocks noRot="1" noChangeAspect="1" noMove="1" noResize="1" noEditPoints="1" noAdjustHandles="1" noChangeArrowheads="1" noChangeShapeType="1" noTextEdit="1"/>
              </p:cNvSpPr>
              <p:nvPr/>
            </p:nvSpPr>
            <p:spPr bwMode="auto">
              <a:xfrm>
                <a:off x="3819545" y="5820204"/>
                <a:ext cx="2817811" cy="898525"/>
              </a:xfrm>
              <a:prstGeom prst="rect">
                <a:avLst/>
              </a:prstGeom>
              <a:blipFill rotWithShape="1">
                <a:blip r:embed="rId17"/>
                <a:stretch>
                  <a:fillRect l="-1" t="-48" r="12" b="48"/>
                </a:stretch>
              </a:blipFill>
              <a:ln>
                <a:noFill/>
              </a:ln>
              <a:effectLst/>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24" name="Object 43"/>
              <p:cNvSpPr txBox="1"/>
              <p:nvPr/>
            </p:nvSpPr>
            <p:spPr bwMode="auto">
              <a:xfrm>
                <a:off x="3814150" y="5367822"/>
                <a:ext cx="3297544" cy="974725"/>
              </a:xfrm>
              <a:prstGeom prst="rect">
                <a:avLst/>
              </a:prstGeom>
              <a:noFill/>
              <a:ln>
                <a:noFill/>
              </a:ln>
              <a:effectLst/>
            </p:spPr>
            <p:txBody>
              <a:bodyPr>
                <a:noAutofit/>
              </a:bodyPr>
              <a:lstStyle/>
              <a:p>
                <a14:m>
                  <m:oMathPara xmlns:m="http://schemas.openxmlformats.org/officeDocument/2006/math">
                    <m:oMathParaPr>
                      <m:jc m:val="left"/>
                    </m:oMathParaPr>
                    <m:oMath xmlns:m="http://schemas.openxmlformats.org/officeDocument/2006/math">
                      <m:func>
                        <m:funcPr>
                          <m:ctrlPr>
                            <a:rPr kumimoji="1" lang="zh-CN" altLang="en-US" sz="2200" i="1">
                              <a:solidFill>
                                <a:schemeClr val="tx1">
                                  <a:lumMod val="95000"/>
                                  <a:lumOff val="5000"/>
                                </a:schemeClr>
                              </a:solidFill>
                              <a:latin typeface="Cambria Math" panose="02040503050406030204" charset="0"/>
                              <a:ea typeface="黑体" panose="02010609060101010101" pitchFamily="49" charset="-122"/>
                            </a:rPr>
                          </m:ctrlPr>
                        </m:funcPr>
                        <m:fName>
                          <m:limLow>
                            <m:limLowPr>
                              <m:ctrlPr>
                                <a:rPr kumimoji="1" lang="zh-CN" altLang="en-US" sz="2400" i="1">
                                  <a:solidFill>
                                    <a:schemeClr val="tx1">
                                      <a:lumMod val="95000"/>
                                      <a:lumOff val="5000"/>
                                    </a:schemeClr>
                                  </a:solidFill>
                                  <a:latin typeface="Cambria Math" panose="02040503050406030204" charset="0"/>
                                  <a:ea typeface="黑体" panose="02010609060101010101" pitchFamily="49" charset="-122"/>
                                </a:rPr>
                              </m:ctrlPr>
                            </m:limLowPr>
                            <m:e>
                              <m:r>
                                <m:rPr>
                                  <m:sty m:val="p"/>
                                </m:rPr>
                                <a:rPr kumimoji="1" lang="zh-CN" altLang="en-US" sz="2400">
                                  <a:solidFill>
                                    <a:schemeClr val="tx1">
                                      <a:lumMod val="95000"/>
                                      <a:lumOff val="5000"/>
                                    </a:schemeClr>
                                  </a:solidFill>
                                  <a:latin typeface="Cambria Math" panose="02040503050406030204" charset="0"/>
                                  <a:ea typeface="黑体" panose="02010609060101010101" pitchFamily="49" charset="-122"/>
                                </a:rPr>
                                <m:t>lim</m:t>
                              </m:r>
                            </m:e>
                            <m:lim>
                              <m:r>
                                <a:rPr kumimoji="1" lang="zh-CN" altLang="en-US" sz="2400">
                                  <a:latin typeface="Cambria Math" panose="02040503050406030204" charset="0"/>
                                  <a:ea typeface="黑体" panose="02010609060101010101" pitchFamily="49" charset="-122"/>
                                  <a:cs typeface="Cambria Math" panose="02040503050406030204" charset="0"/>
                                </a:rPr>
                                <m:t>(</m:t>
                              </m:r>
                              <m:r>
                                <m:rPr>
                                  <m:sty m:val="p"/>
                                </m:rPr>
                                <a:rPr kumimoji="1" lang="zh-CN" altLang="en-US" sz="2400">
                                  <a:solidFill>
                                    <a:schemeClr val="tx1">
                                      <a:lumMod val="95000"/>
                                      <a:lumOff val="5000"/>
                                    </a:schemeClr>
                                  </a:solidFill>
                                  <a:latin typeface="Cambria Math" panose="02040503050406030204" charset="0"/>
                                  <a:ea typeface="黑体" panose="02010609060101010101" pitchFamily="49" charset="-122"/>
                                </a:rPr>
                                <m:t>Δ</m:t>
                              </m:r>
                              <m:r>
                                <a:rPr kumimoji="1" lang="zh-CN" altLang="en-US" sz="2400">
                                  <a:latin typeface="Cambria Math" panose="02040503050406030204" charset="0"/>
                                  <a:ea typeface="黑体" panose="02010609060101010101" pitchFamily="49" charset="-122"/>
                                  <a:cs typeface="Cambria Math" panose="02040503050406030204" charset="0"/>
                                </a:rPr>
                                <m:t>𝑥</m:t>
                              </m:r>
                              <m:r>
                                <a:rPr kumimoji="1" lang="zh-CN" altLang="en-US" sz="2400">
                                  <a:latin typeface="Cambria Math" panose="02040503050406030204" charset="0"/>
                                  <a:ea typeface="黑体" panose="02010609060101010101" pitchFamily="49" charset="-122"/>
                                  <a:cs typeface="Cambria Math" panose="02040503050406030204" charset="0"/>
                                </a:rPr>
                                <m:t>,</m:t>
                              </m:r>
                              <m:r>
                                <m:rPr>
                                  <m:sty m:val="p"/>
                                </m:rPr>
                                <a:rPr kumimoji="1" lang="zh-CN" altLang="en-US" sz="2400">
                                  <a:solidFill>
                                    <a:schemeClr val="tx1">
                                      <a:lumMod val="95000"/>
                                      <a:lumOff val="5000"/>
                                    </a:schemeClr>
                                  </a:solidFill>
                                  <a:latin typeface="Cambria Math" panose="02040503050406030204" charset="0"/>
                                  <a:ea typeface="黑体" panose="02010609060101010101" pitchFamily="49" charset="-122"/>
                                </a:rPr>
                                <m:t>Δ</m:t>
                              </m:r>
                              <m:r>
                                <a:rPr kumimoji="1" lang="zh-CN" altLang="en-US" sz="2400">
                                  <a:latin typeface="Cambria Math" panose="02040503050406030204" charset="0"/>
                                  <a:ea typeface="黑体" panose="02010609060101010101" pitchFamily="49" charset="-122"/>
                                  <a:cs typeface="Cambria Math" panose="02040503050406030204" charset="0"/>
                                </a:rPr>
                                <m:t>𝑦</m:t>
                              </m:r>
                              <m:r>
                                <a:rPr kumimoji="1" lang="zh-CN" altLang="en-US" sz="2400">
                                  <a:latin typeface="Cambria Math" panose="02040503050406030204" charset="0"/>
                                  <a:ea typeface="黑体" panose="02010609060101010101" pitchFamily="49" charset="-122"/>
                                  <a:cs typeface="Cambria Math" panose="02040503050406030204" charset="0"/>
                                </a:rPr>
                                <m:t>)→(</m:t>
                              </m:r>
                              <m:r>
                                <a:rPr kumimoji="1" lang="en-US" altLang="zh-CN" sz="2400" i="1">
                                  <a:latin typeface="Cambria Math" panose="02040503050406030204" charset="0"/>
                                  <a:ea typeface="黑体" panose="02010609060101010101" pitchFamily="49" charset="-122"/>
                                  <a:cs typeface="Cambria Math" panose="02040503050406030204" charset="0"/>
                                </a:rPr>
                                <m:t>0</m:t>
                              </m:r>
                              <m:r>
                                <a:rPr kumimoji="1" lang="zh-CN" altLang="en-US" sz="2400">
                                  <a:latin typeface="Cambria Math" panose="02040503050406030204" charset="0"/>
                                  <a:ea typeface="黑体" panose="02010609060101010101" pitchFamily="49" charset="-122"/>
                                  <a:cs typeface="Cambria Math" panose="02040503050406030204" charset="0"/>
                                </a:rPr>
                                <m:t>,</m:t>
                              </m:r>
                              <m:r>
                                <a:rPr kumimoji="1" lang="en-US" altLang="zh-CN" sz="2400" i="1">
                                  <a:latin typeface="Cambria Math" panose="02040503050406030204" charset="0"/>
                                  <a:ea typeface="黑体" panose="02010609060101010101" pitchFamily="49" charset="-122"/>
                                  <a:cs typeface="Cambria Math" panose="02040503050406030204" charset="0"/>
                                </a:rPr>
                                <m:t>0</m:t>
                              </m:r>
                              <m:r>
                                <a:rPr kumimoji="1" lang="zh-CN" altLang="en-US" sz="2400">
                                  <a:latin typeface="Cambria Math" panose="02040503050406030204" charset="0"/>
                                  <a:ea typeface="黑体" panose="02010609060101010101" pitchFamily="49" charset="-122"/>
                                  <a:cs typeface="Cambria Math" panose="02040503050406030204" charset="0"/>
                                </a:rPr>
                                <m:t>)</m:t>
                              </m:r>
                            </m:lim>
                          </m:limLow>
                        </m:fName>
                        <m:e>
                          <m:r>
                            <a:rPr kumimoji="1" lang="zh-CN" altLang="en-US" sz="2200">
                              <a:solidFill>
                                <a:schemeClr val="tx1">
                                  <a:lumMod val="95000"/>
                                  <a:lumOff val="5000"/>
                                </a:schemeClr>
                              </a:solidFill>
                              <a:latin typeface="Cambria Math" panose="02040503050406030204" charset="0"/>
                              <a:ea typeface="黑体" panose="02010609060101010101" pitchFamily="49" charset="-122"/>
                            </a:rPr>
                            <m:t>𝛼</m:t>
                          </m:r>
                        </m:e>
                      </m:func>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rPr>
                        <m:t>0</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oMath>
                  </m:oMathPara>
                </a14:m>
                <a:endParaRPr kumimoji="1" lang="zh-CN" altLang="en-US" sz="2200" dirty="0">
                  <a:solidFill>
                    <a:schemeClr val="tx1">
                      <a:lumMod val="95000"/>
                      <a:lumOff val="5000"/>
                    </a:schemeClr>
                  </a:solidFill>
                  <a:latin typeface="Cambria Math" panose="02040503050406030204" charset="0"/>
                  <a:ea typeface="黑体" panose="02010609060101010101" pitchFamily="49" charset="-122"/>
                </a:endParaRPr>
              </a:p>
            </p:txBody>
          </p:sp>
        </mc:Choice>
        <mc:Fallback>
          <p:sp>
            <p:nvSpPr>
              <p:cNvPr id="24" name="Object 43"/>
              <p:cNvSpPr txBox="1">
                <a:spLocks noRot="1" noChangeAspect="1" noMove="1" noResize="1" noEditPoints="1" noAdjustHandles="1" noChangeArrowheads="1" noChangeShapeType="1" noTextEdit="1"/>
              </p:cNvSpPr>
              <p:nvPr/>
            </p:nvSpPr>
            <p:spPr bwMode="auto">
              <a:xfrm>
                <a:off x="3814150" y="5367822"/>
                <a:ext cx="3297544" cy="974725"/>
              </a:xfrm>
              <a:prstGeom prst="rect">
                <a:avLst/>
              </a:prstGeom>
              <a:blipFill rotWithShape="1">
                <a:blip r:embed="rId18"/>
                <a:stretch>
                  <a:fillRect l="-10" t="-17" r="10" b="17"/>
                </a:stretch>
              </a:blipFill>
              <a:ln>
                <a:noFill/>
              </a:ln>
              <a:effectLst/>
            </p:spPr>
            <p:txBody>
              <a:bodyPr/>
              <a:lstStyle/>
              <a:p>
                <a:r>
                  <a:rPr lang="zh-CN" altLang="en-US">
                    <a:noFill/>
                  </a:rPr>
                  <a:t> </a:t>
                </a:r>
              </a:p>
            </p:txBody>
          </p:sp>
        </mc:Fallback>
      </mc:AlternateContent>
      <p:grpSp>
        <p:nvGrpSpPr>
          <p:cNvPr id="9" name="组合 8"/>
          <p:cNvGrpSpPr/>
          <p:nvPr/>
        </p:nvGrpSpPr>
        <p:grpSpPr>
          <a:xfrm>
            <a:off x="2020213" y="913166"/>
            <a:ext cx="3549650" cy="449580"/>
            <a:chOff x="1553" y="3802"/>
            <a:chExt cx="5590" cy="708"/>
          </a:xfrm>
        </p:grpSpPr>
        <p:sp>
          <p:nvSpPr>
            <p:cNvPr id="25" name="圆角矩形 3"/>
            <p:cNvSpPr/>
            <p:nvPr/>
          </p:nvSpPr>
          <p:spPr>
            <a:xfrm>
              <a:off x="1553" y="3803"/>
              <a:ext cx="1757" cy="707"/>
            </a:xfrm>
            <a:prstGeom prst="roundRect">
              <a:avLst/>
            </a:prstGeom>
            <a:solidFill>
              <a:srgbClr val="0492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endParaRPr>
            </a:p>
          </p:txBody>
        </p:sp>
        <p:sp>
          <p:nvSpPr>
            <p:cNvPr id="26" name="Text Box 28"/>
            <p:cNvSpPr txBox="1">
              <a:spLocks noChangeArrowheads="1"/>
            </p:cNvSpPr>
            <p:nvPr/>
          </p:nvSpPr>
          <p:spPr bwMode="auto">
            <a:xfrm>
              <a:off x="1710" y="3802"/>
              <a:ext cx="5433" cy="67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lIns="0" tIns="0" bIns="0">
              <a:spAutoFit/>
            </a:bodyPr>
            <a:lstStyle>
              <a:lvl1pPr>
                <a:lnSpc>
                  <a:spcPct val="85000"/>
                </a:lnSpc>
                <a:defRPr kumimoji="1" sz="2800" b="1">
                  <a:solidFill>
                    <a:schemeClr val="tx2"/>
                  </a:solidFill>
                  <a:latin typeface="Times New Roman" panose="02020603050405020304" pitchFamily="18" charset="0"/>
                  <a:ea typeface="楷体_GB2312" pitchFamily="49" charset="-122"/>
                </a:defRPr>
              </a:lvl1pPr>
              <a:lvl2pPr marL="742950" indent="-285750">
                <a:lnSpc>
                  <a:spcPct val="85000"/>
                </a:lnSpc>
                <a:defRPr kumimoji="1" sz="2800" b="1">
                  <a:solidFill>
                    <a:schemeClr val="tx2"/>
                  </a:solidFill>
                  <a:latin typeface="Times New Roman" panose="02020603050405020304" pitchFamily="18" charset="0"/>
                  <a:ea typeface="楷体_GB2312" pitchFamily="49" charset="-122"/>
                </a:defRPr>
              </a:lvl2pPr>
              <a:lvl3pPr marL="1143000" indent="-228600">
                <a:lnSpc>
                  <a:spcPct val="85000"/>
                </a:lnSpc>
                <a:defRPr kumimoji="1" sz="2800" b="1">
                  <a:solidFill>
                    <a:schemeClr val="tx2"/>
                  </a:solidFill>
                  <a:latin typeface="Times New Roman" panose="02020603050405020304" pitchFamily="18" charset="0"/>
                  <a:ea typeface="楷体_GB2312" pitchFamily="49" charset="-122"/>
                </a:defRPr>
              </a:lvl3pPr>
              <a:lvl4pPr marL="1600200" indent="-228600">
                <a:lnSpc>
                  <a:spcPct val="85000"/>
                </a:lnSpc>
                <a:defRPr kumimoji="1" sz="2800" b="1">
                  <a:solidFill>
                    <a:schemeClr val="tx2"/>
                  </a:solidFill>
                  <a:latin typeface="Times New Roman" panose="02020603050405020304" pitchFamily="18" charset="0"/>
                  <a:ea typeface="楷体_GB2312" pitchFamily="49" charset="-122"/>
                </a:defRPr>
              </a:lvl4pPr>
              <a:lvl5pPr marL="2057400" indent="-228600">
                <a:lnSpc>
                  <a:spcPct val="85000"/>
                </a:lnSpc>
                <a:defRPr kumimoji="1" sz="2800" b="1">
                  <a:solidFill>
                    <a:schemeClr val="tx2"/>
                  </a:solidFill>
                  <a:latin typeface="Times New Roman" panose="02020603050405020304" pitchFamily="18" charset="0"/>
                  <a:ea typeface="楷体_GB2312" pitchFamily="49" charset="-122"/>
                </a:defRPr>
              </a:lvl5pPr>
              <a:lvl6pPr marL="2514600" indent="-228600" eaLnBrk="0" fontAlgn="base" hangingPunct="0">
                <a:lnSpc>
                  <a:spcPct val="85000"/>
                </a:lnSpc>
                <a:spcBef>
                  <a:spcPct val="0"/>
                </a:spcBef>
                <a:spcAft>
                  <a:spcPct val="0"/>
                </a:spcAft>
                <a:defRPr kumimoji="1" sz="2800" b="1">
                  <a:solidFill>
                    <a:schemeClr val="tx2"/>
                  </a:solidFill>
                  <a:latin typeface="Times New Roman" panose="02020603050405020304" pitchFamily="18" charset="0"/>
                  <a:ea typeface="楷体_GB2312" pitchFamily="49" charset="-122"/>
                </a:defRPr>
              </a:lvl6pPr>
              <a:lvl7pPr marL="2971800" indent="-228600" eaLnBrk="0" fontAlgn="base" hangingPunct="0">
                <a:lnSpc>
                  <a:spcPct val="85000"/>
                </a:lnSpc>
                <a:spcBef>
                  <a:spcPct val="0"/>
                </a:spcBef>
                <a:spcAft>
                  <a:spcPct val="0"/>
                </a:spcAft>
                <a:defRPr kumimoji="1" sz="2800" b="1">
                  <a:solidFill>
                    <a:schemeClr val="tx2"/>
                  </a:solidFill>
                  <a:latin typeface="Times New Roman" panose="02020603050405020304" pitchFamily="18" charset="0"/>
                  <a:ea typeface="楷体_GB2312" pitchFamily="49" charset="-122"/>
                </a:defRPr>
              </a:lvl7pPr>
              <a:lvl8pPr marL="3429000" indent="-228600" eaLnBrk="0" fontAlgn="base" hangingPunct="0">
                <a:lnSpc>
                  <a:spcPct val="85000"/>
                </a:lnSpc>
                <a:spcBef>
                  <a:spcPct val="0"/>
                </a:spcBef>
                <a:spcAft>
                  <a:spcPct val="0"/>
                </a:spcAft>
                <a:defRPr kumimoji="1" sz="2800" b="1">
                  <a:solidFill>
                    <a:schemeClr val="tx2"/>
                  </a:solidFill>
                  <a:latin typeface="Times New Roman" panose="02020603050405020304" pitchFamily="18" charset="0"/>
                  <a:ea typeface="楷体_GB2312" pitchFamily="49" charset="-122"/>
                </a:defRPr>
              </a:lvl8pPr>
              <a:lvl9pPr marL="3886200" indent="-228600" eaLnBrk="0" fontAlgn="base" hangingPunct="0">
                <a:lnSpc>
                  <a:spcPct val="85000"/>
                </a:lnSpc>
                <a:spcBef>
                  <a:spcPct val="0"/>
                </a:spcBef>
                <a:spcAft>
                  <a:spcPct val="0"/>
                </a:spcAft>
                <a:defRPr kumimoji="1" sz="2800" b="1">
                  <a:solidFill>
                    <a:schemeClr val="tx2"/>
                  </a:solidFill>
                  <a:latin typeface="Times New Roman" panose="02020603050405020304" pitchFamily="18" charset="0"/>
                  <a:ea typeface="楷体_GB2312" pitchFamily="49" charset="-122"/>
                </a:defRPr>
              </a:lvl9pPr>
            </a:lstStyle>
            <a:p>
              <a:pPr marL="0" marR="0" lvl="0" indent="0" defTabSz="914400" eaLnBrk="1" fontAlgn="base" latinLnBrk="0" hangingPunct="1">
                <a:lnSpc>
                  <a:spcPct val="100000"/>
                </a:lnSpc>
                <a:spcBef>
                  <a:spcPct val="50000"/>
                </a:spcBef>
                <a:spcAft>
                  <a:spcPct val="0"/>
                </a:spcAft>
                <a:buClrTx/>
                <a:buSzTx/>
                <a:defRPr/>
              </a:pPr>
              <a:r>
                <a:rPr kumimoji="1" lang="zh-CN" altLang="en-US" i="0" u="none" strike="noStrike" kern="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定理</a:t>
              </a:r>
              <a:r>
                <a:rPr lang="en-US" altLang="zh-CN" kern="0"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2</a:t>
              </a:r>
              <a:r>
                <a:rPr kumimoji="1" lang="en-US" altLang="zh-CN" sz="2800" dirty="0">
                  <a:solidFill>
                    <a:srgbClr val="4A7BA8"/>
                  </a:solidFill>
                  <a:latin typeface="Cambria Math" panose="02040503050406030204" charset="0"/>
                  <a:ea typeface="黑体" panose="02010609060101010101" pitchFamily="49" charset="-122"/>
                  <a:cs typeface="+mn-cs"/>
                  <a:sym typeface="+mn-lt"/>
                </a:rPr>
                <a:t>  </a:t>
              </a:r>
              <a:r>
                <a:rPr kumimoji="1" lang="en-US" altLang="zh-CN" sz="2800" dirty="0">
                  <a:solidFill>
                    <a:srgbClr val="00926A"/>
                  </a:solidFill>
                  <a:latin typeface="Cambria Math" panose="02040503050406030204" charset="0"/>
                  <a:ea typeface="黑体" panose="02010609060101010101" pitchFamily="49" charset="-122"/>
                  <a:cs typeface="+mn-cs"/>
                  <a:sym typeface="+mn-lt"/>
                </a:rPr>
                <a:t>(</a:t>
              </a:r>
              <a:r>
                <a:rPr kumimoji="1" lang="zh-CN" altLang="en-US" sz="2800" b="1" dirty="0">
                  <a:solidFill>
                    <a:srgbClr val="00926A"/>
                  </a:solidFill>
                  <a:latin typeface="Cambria Math" panose="02040503050406030204" charset="0"/>
                  <a:ea typeface="黑体" panose="02010609060101010101" pitchFamily="49" charset="-122"/>
                  <a:cs typeface="+mn-cs"/>
                  <a:sym typeface="+mn-lt"/>
                </a:rPr>
                <a:t>充分</a:t>
              </a:r>
              <a:r>
                <a:rPr kumimoji="1" lang="zh-CN" altLang="en-US" sz="2800" dirty="0">
                  <a:solidFill>
                    <a:srgbClr val="00926A"/>
                  </a:solidFill>
                  <a:latin typeface="Cambria Math" panose="02040503050406030204" charset="0"/>
                  <a:ea typeface="黑体" panose="02010609060101010101" pitchFamily="49" charset="-122"/>
                  <a:cs typeface="+mn-cs"/>
                  <a:sym typeface="+mn-lt"/>
                </a:rPr>
                <a:t>条件</a:t>
              </a:r>
              <a:r>
                <a:rPr kumimoji="1" lang="en-US" altLang="zh-CN" sz="2800" dirty="0">
                  <a:solidFill>
                    <a:srgbClr val="00926A"/>
                  </a:solidFill>
                  <a:latin typeface="Cambria Math" panose="02040503050406030204" charset="0"/>
                  <a:ea typeface="黑体" panose="02010609060101010101" pitchFamily="49" charset="-122"/>
                  <a:cs typeface="+mn-cs"/>
                  <a:sym typeface="+mn-lt"/>
                </a:rPr>
                <a:t>)</a:t>
              </a:r>
              <a:endParaRPr kumimoji="1" lang="en-US" altLang="zh-CN" i="0" u="none" strike="noStrike" kern="0" cap="none" spc="0" normalizeH="0" baseline="0" noProof="0" dirty="0">
                <a:ln>
                  <a:noFill/>
                </a:ln>
                <a:solidFill>
                  <a:srgbClr val="00926A"/>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left)">
                                      <p:cBhvr>
                                        <p:cTn id="7" dur="500"/>
                                        <p:tgtEl>
                                          <p:spTgt spid="9"/>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16"/>
                                        </p:tgtEl>
                                        <p:attrNameLst>
                                          <p:attrName>style.visibility</p:attrName>
                                        </p:attrNameLst>
                                      </p:cBhvr>
                                      <p:to>
                                        <p:strVal val="visible"/>
                                      </p:to>
                                    </p:set>
                                    <p:animEffect transition="in" filter="wipe(left)">
                                      <p:cBhvr>
                                        <p:cTn id="10" dur="500"/>
                                        <p:tgtEl>
                                          <p:spTgt spid="16"/>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17"/>
                                        </p:tgtEl>
                                        <p:attrNameLst>
                                          <p:attrName>style.visibility</p:attrName>
                                        </p:attrNameLst>
                                      </p:cBhvr>
                                      <p:to>
                                        <p:strVal val="visible"/>
                                      </p:to>
                                    </p:set>
                                    <p:animEffect transition="in" filter="wipe(left)">
                                      <p:cBhvr>
                                        <p:cTn id="13" dur="500"/>
                                        <p:tgtEl>
                                          <p:spTgt spid="17"/>
                                        </p:tgtEl>
                                      </p:cBhvr>
                                    </p:animEffect>
                                  </p:childTnLst>
                                </p:cTn>
                              </p:par>
                              <p:par>
                                <p:cTn id="14" presetID="22" presetClass="entr" presetSubtype="8" fill="hold" grpId="0" nodeType="withEffect">
                                  <p:stCondLst>
                                    <p:cond delay="0"/>
                                  </p:stCondLst>
                                  <p:childTnLst>
                                    <p:set>
                                      <p:cBhvr>
                                        <p:cTn id="15" dur="1" fill="hold">
                                          <p:stCondLst>
                                            <p:cond delay="0"/>
                                          </p:stCondLst>
                                        </p:cTn>
                                        <p:tgtEl>
                                          <p:spTgt spid="18"/>
                                        </p:tgtEl>
                                        <p:attrNameLst>
                                          <p:attrName>style.visibility</p:attrName>
                                        </p:attrNameLst>
                                      </p:cBhvr>
                                      <p:to>
                                        <p:strVal val="visible"/>
                                      </p:to>
                                    </p:set>
                                    <p:animEffect transition="in" filter="wipe(left)">
                                      <p:cBhvr>
                                        <p:cTn id="16" dur="500"/>
                                        <p:tgtEl>
                                          <p:spTgt spid="18"/>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4"/>
                                        </p:tgtEl>
                                        <p:attrNameLst>
                                          <p:attrName>style.visibility</p:attrName>
                                        </p:attrNameLst>
                                      </p:cBhvr>
                                      <p:to>
                                        <p:strVal val="visible"/>
                                      </p:to>
                                    </p:set>
                                    <p:animEffect transition="in" filter="wipe(left)">
                                      <p:cBhvr>
                                        <p:cTn id="21" dur="500"/>
                                        <p:tgtEl>
                                          <p:spTgt spid="4"/>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grpId="0" nodeType="clickEffect">
                                  <p:stCondLst>
                                    <p:cond delay="0"/>
                                  </p:stCondLst>
                                  <p:childTnLst>
                                    <p:set>
                                      <p:cBhvr>
                                        <p:cTn id="25" dur="1" fill="hold">
                                          <p:stCondLst>
                                            <p:cond delay="0"/>
                                          </p:stCondLst>
                                        </p:cTn>
                                        <p:tgtEl>
                                          <p:spTgt spid="19"/>
                                        </p:tgtEl>
                                        <p:attrNameLst>
                                          <p:attrName>style.visibility</p:attrName>
                                        </p:attrNameLst>
                                      </p:cBhvr>
                                      <p:to>
                                        <p:strVal val="visible"/>
                                      </p:to>
                                    </p:set>
                                    <p:animEffect transition="in" filter="wipe(left)">
                                      <p:cBhvr>
                                        <p:cTn id="26" dur="500"/>
                                        <p:tgtEl>
                                          <p:spTgt spid="19"/>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grpId="0" nodeType="clickEffect">
                                  <p:stCondLst>
                                    <p:cond delay="0"/>
                                  </p:stCondLst>
                                  <p:childTnLst>
                                    <p:set>
                                      <p:cBhvr>
                                        <p:cTn id="30" dur="1" fill="hold">
                                          <p:stCondLst>
                                            <p:cond delay="0"/>
                                          </p:stCondLst>
                                        </p:cTn>
                                        <p:tgtEl>
                                          <p:spTgt spid="20"/>
                                        </p:tgtEl>
                                        <p:attrNameLst>
                                          <p:attrName>style.visibility</p:attrName>
                                        </p:attrNameLst>
                                      </p:cBhvr>
                                      <p:to>
                                        <p:strVal val="visible"/>
                                      </p:to>
                                    </p:set>
                                    <p:animEffect transition="in" filter="wipe(left)">
                                      <p:cBhvr>
                                        <p:cTn id="31" dur="500"/>
                                        <p:tgtEl>
                                          <p:spTgt spid="20"/>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8" fill="hold" grpId="0" nodeType="clickEffect">
                                  <p:stCondLst>
                                    <p:cond delay="0"/>
                                  </p:stCondLst>
                                  <p:childTnLst>
                                    <p:set>
                                      <p:cBhvr>
                                        <p:cTn id="35" dur="1" fill="hold">
                                          <p:stCondLst>
                                            <p:cond delay="0"/>
                                          </p:stCondLst>
                                        </p:cTn>
                                        <p:tgtEl>
                                          <p:spTgt spid="5"/>
                                        </p:tgtEl>
                                        <p:attrNameLst>
                                          <p:attrName>style.visibility</p:attrName>
                                        </p:attrNameLst>
                                      </p:cBhvr>
                                      <p:to>
                                        <p:strVal val="visible"/>
                                      </p:to>
                                    </p:set>
                                    <p:animEffect transition="in" filter="wipe(left)">
                                      <p:cBhvr>
                                        <p:cTn id="36" dur="500"/>
                                        <p:tgtEl>
                                          <p:spTgt spid="5"/>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8" fill="hold" grpId="0" nodeType="clickEffect">
                                  <p:stCondLst>
                                    <p:cond delay="0"/>
                                  </p:stCondLst>
                                  <p:childTnLst>
                                    <p:set>
                                      <p:cBhvr>
                                        <p:cTn id="40" dur="1" fill="hold">
                                          <p:stCondLst>
                                            <p:cond delay="0"/>
                                          </p:stCondLst>
                                        </p:cTn>
                                        <p:tgtEl>
                                          <p:spTgt spid="6"/>
                                        </p:tgtEl>
                                        <p:attrNameLst>
                                          <p:attrName>style.visibility</p:attrName>
                                        </p:attrNameLst>
                                      </p:cBhvr>
                                      <p:to>
                                        <p:strVal val="visible"/>
                                      </p:to>
                                    </p:set>
                                    <p:animEffect transition="in" filter="wipe(left)">
                                      <p:cBhvr>
                                        <p:cTn id="41" dur="500"/>
                                        <p:tgtEl>
                                          <p:spTgt spid="6"/>
                                        </p:tgtEl>
                                      </p:cBhvr>
                                    </p:animEffect>
                                  </p:childTnLst>
                                </p:cTn>
                              </p:par>
                            </p:childTnLst>
                          </p:cTn>
                        </p:par>
                        <p:par>
                          <p:cTn id="42" fill="hold">
                            <p:stCondLst>
                              <p:cond delay="500"/>
                            </p:stCondLst>
                            <p:childTnLst>
                              <p:par>
                                <p:cTn id="43" presetID="22" presetClass="entr" presetSubtype="8" fill="hold" nodeType="afterEffect">
                                  <p:stCondLst>
                                    <p:cond delay="0"/>
                                  </p:stCondLst>
                                  <p:childTnLst>
                                    <p:set>
                                      <p:cBhvr>
                                        <p:cTn id="44" dur="1" fill="hold">
                                          <p:stCondLst>
                                            <p:cond delay="0"/>
                                          </p:stCondLst>
                                        </p:cTn>
                                        <p:tgtEl>
                                          <p:spTgt spid="29"/>
                                        </p:tgtEl>
                                        <p:attrNameLst>
                                          <p:attrName>style.visibility</p:attrName>
                                        </p:attrNameLst>
                                      </p:cBhvr>
                                      <p:to>
                                        <p:strVal val="visible"/>
                                      </p:to>
                                    </p:set>
                                    <p:animEffect transition="in" filter="wipe(left)">
                                      <p:cBhvr>
                                        <p:cTn id="45" dur="500"/>
                                        <p:tgtEl>
                                          <p:spTgt spid="29"/>
                                        </p:tgtEl>
                                      </p:cBhvr>
                                    </p:animEffect>
                                  </p:childTnLst>
                                </p:cTn>
                              </p:par>
                            </p:childTnLst>
                          </p:cTn>
                        </p:par>
                        <p:par>
                          <p:cTn id="46" fill="hold">
                            <p:stCondLst>
                              <p:cond delay="1000"/>
                            </p:stCondLst>
                            <p:childTnLst>
                              <p:par>
                                <p:cTn id="47" presetID="22" presetClass="entr" presetSubtype="8" fill="hold" nodeType="afterEffect">
                                  <p:stCondLst>
                                    <p:cond delay="0"/>
                                  </p:stCondLst>
                                  <p:childTnLst>
                                    <p:set>
                                      <p:cBhvr>
                                        <p:cTn id="48" dur="1" fill="hold">
                                          <p:stCondLst>
                                            <p:cond delay="0"/>
                                          </p:stCondLst>
                                        </p:cTn>
                                        <p:tgtEl>
                                          <p:spTgt spid="30"/>
                                        </p:tgtEl>
                                        <p:attrNameLst>
                                          <p:attrName>style.visibility</p:attrName>
                                        </p:attrNameLst>
                                      </p:cBhvr>
                                      <p:to>
                                        <p:strVal val="visible"/>
                                      </p:to>
                                    </p:set>
                                    <p:animEffect transition="in" filter="wipe(left)">
                                      <p:cBhvr>
                                        <p:cTn id="49" dur="500"/>
                                        <p:tgtEl>
                                          <p:spTgt spid="30"/>
                                        </p:tgtEl>
                                      </p:cBhvr>
                                    </p:animEffect>
                                  </p:childTnLst>
                                </p:cTn>
                              </p:par>
                            </p:childTnLst>
                          </p:cTn>
                        </p:par>
                      </p:childTnLst>
                    </p:cTn>
                  </p:par>
                  <p:par>
                    <p:cTn id="50" fill="hold">
                      <p:stCondLst>
                        <p:cond delay="indefinite"/>
                      </p:stCondLst>
                      <p:childTnLst>
                        <p:par>
                          <p:cTn id="51" fill="hold">
                            <p:stCondLst>
                              <p:cond delay="0"/>
                            </p:stCondLst>
                            <p:childTnLst>
                              <p:par>
                                <p:cTn id="52" presetID="22" presetClass="entr" presetSubtype="8" fill="hold" grpId="0" nodeType="clickEffect">
                                  <p:stCondLst>
                                    <p:cond delay="0"/>
                                  </p:stCondLst>
                                  <p:childTnLst>
                                    <p:set>
                                      <p:cBhvr>
                                        <p:cTn id="53" dur="1" fill="hold">
                                          <p:stCondLst>
                                            <p:cond delay="0"/>
                                          </p:stCondLst>
                                        </p:cTn>
                                        <p:tgtEl>
                                          <p:spTgt spid="11"/>
                                        </p:tgtEl>
                                        <p:attrNameLst>
                                          <p:attrName>style.visibility</p:attrName>
                                        </p:attrNameLst>
                                      </p:cBhvr>
                                      <p:to>
                                        <p:strVal val="visible"/>
                                      </p:to>
                                    </p:set>
                                    <p:animEffect transition="in" filter="wipe(left)">
                                      <p:cBhvr>
                                        <p:cTn id="54" dur="500"/>
                                        <p:tgtEl>
                                          <p:spTgt spid="11"/>
                                        </p:tgtEl>
                                      </p:cBhvr>
                                    </p:animEffect>
                                  </p:childTnLst>
                                </p:cTn>
                              </p:par>
                            </p:childTnLst>
                          </p:cTn>
                        </p:par>
                      </p:childTnLst>
                    </p:cTn>
                  </p:par>
                  <p:par>
                    <p:cTn id="55" fill="hold">
                      <p:stCondLst>
                        <p:cond delay="indefinite"/>
                      </p:stCondLst>
                      <p:childTnLst>
                        <p:par>
                          <p:cTn id="56" fill="hold">
                            <p:stCondLst>
                              <p:cond delay="0"/>
                            </p:stCondLst>
                            <p:childTnLst>
                              <p:par>
                                <p:cTn id="57" presetID="22" presetClass="entr" presetSubtype="8" fill="hold" grpId="0" nodeType="clickEffect">
                                  <p:stCondLst>
                                    <p:cond delay="0"/>
                                  </p:stCondLst>
                                  <p:childTnLst>
                                    <p:set>
                                      <p:cBhvr>
                                        <p:cTn id="58" dur="1" fill="hold">
                                          <p:stCondLst>
                                            <p:cond delay="0"/>
                                          </p:stCondLst>
                                        </p:cTn>
                                        <p:tgtEl>
                                          <p:spTgt spid="10"/>
                                        </p:tgtEl>
                                        <p:attrNameLst>
                                          <p:attrName>style.visibility</p:attrName>
                                        </p:attrNameLst>
                                      </p:cBhvr>
                                      <p:to>
                                        <p:strVal val="visible"/>
                                      </p:to>
                                    </p:set>
                                    <p:animEffect transition="in" filter="wipe(left)">
                                      <p:cBhvr>
                                        <p:cTn id="59" dur="500"/>
                                        <p:tgtEl>
                                          <p:spTgt spid="10"/>
                                        </p:tgtEl>
                                      </p:cBhvr>
                                    </p:animEffect>
                                  </p:childTnLst>
                                </p:cTn>
                              </p:par>
                            </p:childTnLst>
                          </p:cTn>
                        </p:par>
                      </p:childTnLst>
                    </p:cTn>
                  </p:par>
                  <p:par>
                    <p:cTn id="60" fill="hold">
                      <p:stCondLst>
                        <p:cond delay="indefinite"/>
                      </p:stCondLst>
                      <p:childTnLst>
                        <p:par>
                          <p:cTn id="61" fill="hold">
                            <p:stCondLst>
                              <p:cond delay="0"/>
                            </p:stCondLst>
                            <p:childTnLst>
                              <p:par>
                                <p:cTn id="62" presetID="22" presetClass="entr" presetSubtype="8" fill="hold" grpId="0" nodeType="clickEffect">
                                  <p:stCondLst>
                                    <p:cond delay="0"/>
                                  </p:stCondLst>
                                  <p:childTnLst>
                                    <p:set>
                                      <p:cBhvr>
                                        <p:cTn id="63" dur="1" fill="hold">
                                          <p:stCondLst>
                                            <p:cond delay="0"/>
                                          </p:stCondLst>
                                        </p:cTn>
                                        <p:tgtEl>
                                          <p:spTgt spid="7"/>
                                        </p:tgtEl>
                                        <p:attrNameLst>
                                          <p:attrName>style.visibility</p:attrName>
                                        </p:attrNameLst>
                                      </p:cBhvr>
                                      <p:to>
                                        <p:strVal val="visible"/>
                                      </p:to>
                                    </p:set>
                                    <p:animEffect transition="in" filter="wipe(left)">
                                      <p:cBhvr>
                                        <p:cTn id="64" dur="500"/>
                                        <p:tgtEl>
                                          <p:spTgt spid="7"/>
                                        </p:tgtEl>
                                      </p:cBhvr>
                                    </p:animEffect>
                                  </p:childTnLst>
                                </p:cTn>
                              </p:par>
                            </p:childTnLst>
                          </p:cTn>
                        </p:par>
                        <p:par>
                          <p:cTn id="65" fill="hold">
                            <p:stCondLst>
                              <p:cond delay="500"/>
                            </p:stCondLst>
                            <p:childTnLst>
                              <p:par>
                                <p:cTn id="66" presetID="22" presetClass="entr" presetSubtype="8" fill="hold" nodeType="afterEffect">
                                  <p:stCondLst>
                                    <p:cond delay="0"/>
                                  </p:stCondLst>
                                  <p:childTnLst>
                                    <p:set>
                                      <p:cBhvr>
                                        <p:cTn id="67" dur="1" fill="hold">
                                          <p:stCondLst>
                                            <p:cond delay="0"/>
                                          </p:stCondLst>
                                        </p:cTn>
                                        <p:tgtEl>
                                          <p:spTgt spid="3"/>
                                        </p:tgtEl>
                                        <p:attrNameLst>
                                          <p:attrName>style.visibility</p:attrName>
                                        </p:attrNameLst>
                                      </p:cBhvr>
                                      <p:to>
                                        <p:strVal val="visible"/>
                                      </p:to>
                                    </p:set>
                                    <p:animEffect transition="in" filter="wipe(left)">
                                      <p:cBhvr>
                                        <p:cTn id="68" dur="500"/>
                                        <p:tgtEl>
                                          <p:spTgt spid="3"/>
                                        </p:tgtEl>
                                      </p:cBhvr>
                                    </p:animEffect>
                                  </p:childTnLst>
                                </p:cTn>
                              </p:par>
                            </p:childTnLst>
                          </p:cTn>
                        </p:par>
                      </p:childTnLst>
                    </p:cTn>
                  </p:par>
                  <p:par>
                    <p:cTn id="69" fill="hold">
                      <p:stCondLst>
                        <p:cond delay="indefinite"/>
                      </p:stCondLst>
                      <p:childTnLst>
                        <p:par>
                          <p:cTn id="70" fill="hold">
                            <p:stCondLst>
                              <p:cond delay="0"/>
                            </p:stCondLst>
                            <p:childTnLst>
                              <p:par>
                                <p:cTn id="71" presetID="22" presetClass="entr" presetSubtype="8" fill="hold" grpId="0" nodeType="clickEffect">
                                  <p:stCondLst>
                                    <p:cond delay="0"/>
                                  </p:stCondLst>
                                  <p:childTnLst>
                                    <p:set>
                                      <p:cBhvr>
                                        <p:cTn id="72" dur="1" fill="hold">
                                          <p:stCondLst>
                                            <p:cond delay="0"/>
                                          </p:stCondLst>
                                        </p:cTn>
                                        <p:tgtEl>
                                          <p:spTgt spid="61"/>
                                        </p:tgtEl>
                                        <p:attrNameLst>
                                          <p:attrName>style.visibility</p:attrName>
                                        </p:attrNameLst>
                                      </p:cBhvr>
                                      <p:to>
                                        <p:strVal val="visible"/>
                                      </p:to>
                                    </p:set>
                                    <p:animEffect transition="in" filter="wipe(left)">
                                      <p:cBhvr>
                                        <p:cTn id="73" dur="500"/>
                                        <p:tgtEl>
                                          <p:spTgt spid="61"/>
                                        </p:tgtEl>
                                      </p:cBhvr>
                                    </p:animEffect>
                                  </p:childTnLst>
                                </p:cTn>
                              </p:par>
                            </p:childTnLst>
                          </p:cTn>
                        </p:par>
                        <p:par>
                          <p:cTn id="74" fill="hold">
                            <p:stCondLst>
                              <p:cond delay="500"/>
                            </p:stCondLst>
                            <p:childTnLst>
                              <p:par>
                                <p:cTn id="75" presetID="22" presetClass="entr" presetSubtype="8" fill="hold" grpId="0" nodeType="afterEffect">
                                  <p:stCondLst>
                                    <p:cond delay="0"/>
                                  </p:stCondLst>
                                  <p:childTnLst>
                                    <p:set>
                                      <p:cBhvr>
                                        <p:cTn id="76" dur="1" fill="hold">
                                          <p:stCondLst>
                                            <p:cond delay="0"/>
                                          </p:stCondLst>
                                        </p:cTn>
                                        <p:tgtEl>
                                          <p:spTgt spid="24"/>
                                        </p:tgtEl>
                                        <p:attrNameLst>
                                          <p:attrName>style.visibility</p:attrName>
                                        </p:attrNameLst>
                                      </p:cBhvr>
                                      <p:to>
                                        <p:strVal val="visible"/>
                                      </p:to>
                                    </p:set>
                                    <p:animEffect transition="in" filter="wipe(left)">
                                      <p:cBhvr>
                                        <p:cTn id="77" dur="500"/>
                                        <p:tgtEl>
                                          <p:spTgt spid="24"/>
                                        </p:tgtEl>
                                      </p:cBhvr>
                                    </p:animEffect>
                                  </p:childTnLst>
                                </p:cTn>
                              </p:par>
                            </p:childTnLst>
                          </p:cTn>
                        </p:par>
                        <p:par>
                          <p:cTn id="78" fill="hold">
                            <p:stCondLst>
                              <p:cond delay="1000"/>
                            </p:stCondLst>
                            <p:childTnLst>
                              <p:par>
                                <p:cTn id="79" presetID="22" presetClass="entr" presetSubtype="8" fill="hold" grpId="0" nodeType="afterEffect">
                                  <p:stCondLst>
                                    <p:cond delay="0"/>
                                  </p:stCondLst>
                                  <p:childTnLst>
                                    <p:set>
                                      <p:cBhvr>
                                        <p:cTn id="80" dur="1" fill="hold">
                                          <p:stCondLst>
                                            <p:cond delay="0"/>
                                          </p:stCondLst>
                                        </p:cTn>
                                        <p:tgtEl>
                                          <p:spTgt spid="23"/>
                                        </p:tgtEl>
                                        <p:attrNameLst>
                                          <p:attrName>style.visibility</p:attrName>
                                        </p:attrNameLst>
                                      </p:cBhvr>
                                      <p:to>
                                        <p:strVal val="visible"/>
                                      </p:to>
                                    </p:set>
                                    <p:animEffect transition="in" filter="wipe(left)">
                                      <p:cBhvr>
                                        <p:cTn id="81"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 grpId="0"/>
      <p:bldP spid="4" grpId="0"/>
      <p:bldP spid="5" grpId="0"/>
      <p:bldP spid="6" grpId="0"/>
      <p:bldP spid="7" grpId="0" animBg="1"/>
      <p:bldP spid="10" grpId="0"/>
      <p:bldP spid="11" grpId="0"/>
      <p:bldP spid="16" grpId="0"/>
      <p:bldP spid="17" grpId="0"/>
      <p:bldP spid="18" grpId="0"/>
      <p:bldP spid="19" grpId="0"/>
      <p:bldP spid="20" grpId="0"/>
      <p:bldP spid="23" grpId="0"/>
      <p:bldP spid="24"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图文框 38"/>
          <p:cNvSpPr/>
          <p:nvPr/>
        </p:nvSpPr>
        <p:spPr>
          <a:xfrm rot="5400000">
            <a:off x="2705095" y="-2639699"/>
            <a:ext cx="6858001" cy="12137397"/>
          </a:xfrm>
          <a:prstGeom prst="frame">
            <a:avLst>
              <a:gd name="adj1" fmla="val 50000"/>
            </a:avLst>
          </a:prstGeom>
          <a:gradFill flip="none" rotWithShape="1">
            <a:gsLst>
              <a:gs pos="100000">
                <a:srgbClr val="007434">
                  <a:alpha val="10000"/>
                </a:srgbClr>
              </a:gs>
              <a:gs pos="4000">
                <a:schemeClr val="bg1">
                  <a:alpha val="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latin typeface="字魂36号-正文宋楷" panose="00000500000000000000" pitchFamily="2" charset="-122"/>
              <a:ea typeface="字魂36号-正文宋楷" panose="00000500000000000000" pitchFamily="2" charset="-122"/>
            </a:endParaRPr>
          </a:p>
        </p:txBody>
      </p:sp>
      <p:sp>
        <p:nvSpPr>
          <p:cNvPr id="40" name="矩形 39"/>
          <p:cNvSpPr/>
          <p:nvPr/>
        </p:nvSpPr>
        <p:spPr>
          <a:xfrm rot="16200000" flipH="1">
            <a:off x="-3338945" y="3338945"/>
            <a:ext cx="6858000" cy="180109"/>
          </a:xfrm>
          <a:prstGeom prst="rect">
            <a:avLst/>
          </a:prstGeom>
          <a:gradFill flip="none" rotWithShape="1">
            <a:gsLst>
              <a:gs pos="100000">
                <a:srgbClr val="2C8894">
                  <a:alpha val="55000"/>
                </a:srgbClr>
              </a:gs>
              <a:gs pos="55000">
                <a:srgbClr val="389479">
                  <a:alpha val="87000"/>
                </a:srgbClr>
              </a:gs>
              <a:gs pos="0">
                <a:srgbClr val="3F9B67"/>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mc:Choice xmlns:a14="http://schemas.microsoft.com/office/drawing/2010/main" Requires="a14">
          <p:sp>
            <p:nvSpPr>
              <p:cNvPr id="2" name="Object 10"/>
              <p:cNvSpPr txBox="1"/>
              <p:nvPr/>
            </p:nvSpPr>
            <p:spPr bwMode="auto">
              <a:xfrm>
                <a:off x="3328595" y="1306191"/>
                <a:ext cx="6991350" cy="458788"/>
              </a:xfrm>
              <a:prstGeom prst="rect">
                <a:avLst/>
              </a:prstGeom>
              <a:noFill/>
              <a:ln>
                <a:noFill/>
              </a:ln>
              <a:effectLst/>
            </p:spPr>
            <p:txBody>
              <a:bodyPr>
                <a:noAutofit/>
              </a:bodyPr>
              <a:lstStyle/>
              <a:p>
                <a14:m>
                  <m:oMathPara xmlns:m="http://schemas.openxmlformats.org/officeDocument/2006/math">
                    <m:oMathParaPr>
                      <m:jc m:val="left"/>
                    </m:oMathParaPr>
                    <m:oMath xmlns:m="http://schemas.openxmlformats.org/officeDocument/2006/math">
                      <m:r>
                        <m:rPr>
                          <m:sty m:val="p"/>
                        </m:rPr>
                        <a:rPr kumimoji="1" lang="zh-CN" altLang="en-US" sz="2200">
                          <a:solidFill>
                            <a:schemeClr val="tx1">
                              <a:lumMod val="95000"/>
                              <a:lumOff val="5000"/>
                            </a:schemeClr>
                          </a:solidFill>
                          <a:latin typeface="Cambria Math" panose="02040503050406030204" charset="0"/>
                          <a:ea typeface="黑体" panose="02010609060101010101" pitchFamily="49" charset="-122"/>
                        </a:rPr>
                        <m:t>Δ</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𝑧</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sSub>
                        <m:sSubPr>
                          <m:ctrlPr>
                            <a:rPr kumimoji="1" lang="zh-CN" altLang="en-US" sz="2200" i="1">
                              <a:solidFill>
                                <a:schemeClr val="tx1">
                                  <a:lumMod val="95000"/>
                                  <a:lumOff val="5000"/>
                                </a:schemeClr>
                              </a:solidFill>
                              <a:latin typeface="Cambria Math" panose="02040503050406030204" charset="0"/>
                              <a:ea typeface="黑体" panose="02010609060101010101" pitchFamily="49" charset="-122"/>
                            </a:rPr>
                          </m:ctrlPr>
                        </m:sSubPr>
                        <m:e>
                          <m:r>
                            <a:rPr kumimoji="1" lang="zh-CN" altLang="en-US" sz="2200">
                              <a:solidFill>
                                <a:schemeClr val="tx1">
                                  <a:lumMod val="95000"/>
                                  <a:lumOff val="5000"/>
                                </a:schemeClr>
                              </a:solidFill>
                              <a:latin typeface="Cambria Math" panose="02040503050406030204" charset="0"/>
                              <a:ea typeface="黑体" panose="02010609060101010101" pitchFamily="49" charset="-122"/>
                            </a:rPr>
                            <m:t>𝑓</m:t>
                          </m:r>
                        </m:e>
                        <m:sub>
                          <m:r>
                            <a:rPr kumimoji="1" lang="zh-CN" altLang="en-US" sz="2200">
                              <a:solidFill>
                                <a:schemeClr val="tx1">
                                  <a:lumMod val="95000"/>
                                  <a:lumOff val="5000"/>
                                </a:schemeClr>
                              </a:solidFill>
                              <a:latin typeface="Cambria Math" panose="02040503050406030204" charset="0"/>
                              <a:ea typeface="黑体" panose="02010609060101010101" pitchFamily="49" charset="-122"/>
                            </a:rPr>
                            <m:t>𝑥</m:t>
                          </m:r>
                        </m:sub>
                      </m:sSub>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𝑥</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𝑦</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m:rPr>
                          <m:sty m:val="p"/>
                        </m:rPr>
                        <a:rPr kumimoji="1" lang="zh-CN" altLang="en-US" sz="2200">
                          <a:solidFill>
                            <a:schemeClr val="tx1">
                              <a:lumMod val="95000"/>
                              <a:lumOff val="5000"/>
                            </a:schemeClr>
                          </a:solidFill>
                          <a:latin typeface="Cambria Math" panose="02040503050406030204" charset="0"/>
                          <a:ea typeface="黑体" panose="02010609060101010101" pitchFamily="49" charset="-122"/>
                        </a:rPr>
                        <m:t>Δ</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𝑥</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sSub>
                        <m:sSubPr>
                          <m:ctrlPr>
                            <a:rPr kumimoji="1" lang="zh-CN" altLang="en-US" sz="2200" i="1">
                              <a:solidFill>
                                <a:schemeClr val="tx1">
                                  <a:lumMod val="95000"/>
                                  <a:lumOff val="5000"/>
                                </a:schemeClr>
                              </a:solidFill>
                              <a:latin typeface="Cambria Math" panose="02040503050406030204" charset="0"/>
                              <a:ea typeface="黑体" panose="02010609060101010101" pitchFamily="49" charset="-122"/>
                            </a:rPr>
                          </m:ctrlPr>
                        </m:sSubPr>
                        <m:e>
                          <m:r>
                            <a:rPr kumimoji="1" lang="zh-CN" altLang="en-US" sz="2200">
                              <a:solidFill>
                                <a:schemeClr val="tx1">
                                  <a:lumMod val="95000"/>
                                  <a:lumOff val="5000"/>
                                </a:schemeClr>
                              </a:solidFill>
                              <a:latin typeface="Cambria Math" panose="02040503050406030204" charset="0"/>
                              <a:ea typeface="黑体" panose="02010609060101010101" pitchFamily="49" charset="-122"/>
                            </a:rPr>
                            <m:t>𝑓</m:t>
                          </m:r>
                        </m:e>
                        <m:sub>
                          <m:r>
                            <a:rPr kumimoji="1" lang="zh-CN" altLang="en-US" sz="2200">
                              <a:solidFill>
                                <a:schemeClr val="tx1">
                                  <a:lumMod val="95000"/>
                                  <a:lumOff val="5000"/>
                                </a:schemeClr>
                              </a:solidFill>
                              <a:latin typeface="Cambria Math" panose="02040503050406030204" charset="0"/>
                              <a:ea typeface="黑体" panose="02010609060101010101" pitchFamily="49" charset="-122"/>
                            </a:rPr>
                            <m:t>𝑦</m:t>
                          </m:r>
                        </m:sub>
                      </m:sSub>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𝑥</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𝑦</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m:rPr>
                          <m:sty m:val="p"/>
                        </m:rPr>
                        <a:rPr kumimoji="1" lang="zh-CN" altLang="en-US" sz="2200">
                          <a:solidFill>
                            <a:schemeClr val="tx1">
                              <a:lumMod val="95000"/>
                              <a:lumOff val="5000"/>
                            </a:schemeClr>
                          </a:solidFill>
                          <a:latin typeface="Cambria Math" panose="02040503050406030204" charset="0"/>
                          <a:ea typeface="黑体" panose="02010609060101010101" pitchFamily="49" charset="-122"/>
                        </a:rPr>
                        <m:t>Δ</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𝑦</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𝛼</m:t>
                      </m:r>
                      <m:r>
                        <m:rPr>
                          <m:sty m:val="p"/>
                        </m:rPr>
                        <a:rPr kumimoji="1" lang="zh-CN" altLang="en-US" sz="2200">
                          <a:solidFill>
                            <a:schemeClr val="tx1">
                              <a:lumMod val="95000"/>
                              <a:lumOff val="5000"/>
                            </a:schemeClr>
                          </a:solidFill>
                          <a:latin typeface="Cambria Math" panose="02040503050406030204" charset="0"/>
                          <a:ea typeface="黑体" panose="02010609060101010101" pitchFamily="49" charset="-122"/>
                        </a:rPr>
                        <m:t>Δ</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𝑥</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𝛽</m:t>
                      </m:r>
                      <m:r>
                        <m:rPr>
                          <m:sty m:val="p"/>
                        </m:rPr>
                        <a:rPr kumimoji="1" lang="zh-CN" altLang="en-US" sz="2200">
                          <a:solidFill>
                            <a:schemeClr val="tx1">
                              <a:lumMod val="95000"/>
                              <a:lumOff val="5000"/>
                            </a:schemeClr>
                          </a:solidFill>
                          <a:latin typeface="Cambria Math" panose="02040503050406030204" charset="0"/>
                          <a:ea typeface="黑体" panose="02010609060101010101" pitchFamily="49" charset="-122"/>
                        </a:rPr>
                        <m:t>Δ</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𝑦</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oMath>
                  </m:oMathPara>
                </a14:m>
                <a:endParaRPr kumimoji="1" lang="zh-CN" altLang="en-US" sz="2200" dirty="0">
                  <a:solidFill>
                    <a:schemeClr val="tx1">
                      <a:lumMod val="95000"/>
                      <a:lumOff val="5000"/>
                    </a:schemeClr>
                  </a:solidFill>
                  <a:latin typeface="Cambria Math" panose="02040503050406030204" charset="0"/>
                  <a:ea typeface="黑体" panose="02010609060101010101" pitchFamily="49" charset="-122"/>
                </a:endParaRPr>
              </a:p>
            </p:txBody>
          </p:sp>
        </mc:Choice>
        <mc:Fallback>
          <p:sp>
            <p:nvSpPr>
              <p:cNvPr id="2" name="Object 10"/>
              <p:cNvSpPr txBox="1">
                <a:spLocks noRot="1" noChangeAspect="1" noMove="1" noResize="1" noEditPoints="1" noAdjustHandles="1" noChangeArrowheads="1" noChangeShapeType="1" noTextEdit="1"/>
              </p:cNvSpPr>
              <p:nvPr/>
            </p:nvSpPr>
            <p:spPr bwMode="auto">
              <a:xfrm>
                <a:off x="3328595" y="1306191"/>
                <a:ext cx="6991350" cy="458788"/>
              </a:xfrm>
              <a:prstGeom prst="rect">
                <a:avLst/>
              </a:prstGeom>
              <a:blipFill rotWithShape="1">
                <a:blip r:embed="rId1"/>
                <a:stretch>
                  <a:fillRect l="-8" t="-138" r="8" b="68"/>
                </a:stretch>
              </a:blipFill>
              <a:ln>
                <a:noFill/>
              </a:ln>
              <a:effectLst/>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3" name="Object 11"/>
              <p:cNvSpPr txBox="1"/>
              <p:nvPr/>
            </p:nvSpPr>
            <p:spPr bwMode="auto">
              <a:xfrm>
                <a:off x="2408555" y="4427220"/>
                <a:ext cx="4372610" cy="458470"/>
              </a:xfrm>
              <a:prstGeom prst="rect">
                <a:avLst/>
              </a:prstGeom>
              <a:noFill/>
              <a:ln>
                <a:noFill/>
              </a:ln>
              <a:effectLst/>
            </p:spPr>
            <p:txBody>
              <a:bodyPr>
                <a:noAutofit/>
              </a:bodyPr>
              <a:lstStyle/>
              <a:p>
                <a14:m>
                  <m:oMathPara xmlns:m="http://schemas.openxmlformats.org/officeDocument/2006/math">
                    <m:oMathParaPr>
                      <m:jc m:val="left"/>
                    </m:oMathParaPr>
                    <m:oMath xmlns:m="http://schemas.openxmlformats.org/officeDocument/2006/math">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m:rPr>
                          <m:sty m:val="p"/>
                        </m:rPr>
                        <a:rPr kumimoji="1" lang="zh-CN" altLang="en-US" sz="2200">
                          <a:solidFill>
                            <a:schemeClr val="tx1">
                              <a:lumMod val="95000"/>
                              <a:lumOff val="5000"/>
                            </a:schemeClr>
                          </a:solidFill>
                          <a:latin typeface="Cambria Math" panose="02040503050406030204" charset="0"/>
                          <a:ea typeface="黑体" panose="02010609060101010101" pitchFamily="49" charset="-122"/>
                        </a:rPr>
                        <m:t>Δ</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𝑧</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sSub>
                        <m:sSubPr>
                          <m:ctrlPr>
                            <a:rPr kumimoji="1" lang="zh-CN" altLang="en-US" sz="2200" i="1">
                              <a:solidFill>
                                <a:schemeClr val="tx1">
                                  <a:lumMod val="95000"/>
                                  <a:lumOff val="5000"/>
                                </a:schemeClr>
                              </a:solidFill>
                              <a:latin typeface="Cambria Math" panose="02040503050406030204" charset="0"/>
                              <a:ea typeface="黑体" panose="02010609060101010101" pitchFamily="49" charset="-122"/>
                            </a:rPr>
                          </m:ctrlPr>
                        </m:sSubPr>
                        <m:e>
                          <m:r>
                            <a:rPr kumimoji="1" lang="zh-CN" altLang="en-US" sz="2200">
                              <a:solidFill>
                                <a:schemeClr val="tx1">
                                  <a:lumMod val="95000"/>
                                  <a:lumOff val="5000"/>
                                </a:schemeClr>
                              </a:solidFill>
                              <a:latin typeface="Cambria Math" panose="02040503050406030204" charset="0"/>
                              <a:ea typeface="黑体" panose="02010609060101010101" pitchFamily="49" charset="-122"/>
                            </a:rPr>
                            <m:t>𝑓</m:t>
                          </m:r>
                        </m:e>
                        <m:sub>
                          <m:r>
                            <a:rPr kumimoji="1" lang="zh-CN" altLang="en-US" sz="2200">
                              <a:solidFill>
                                <a:schemeClr val="tx1">
                                  <a:lumMod val="95000"/>
                                  <a:lumOff val="5000"/>
                                </a:schemeClr>
                              </a:solidFill>
                              <a:latin typeface="Cambria Math" panose="02040503050406030204" charset="0"/>
                              <a:ea typeface="黑体" panose="02010609060101010101" pitchFamily="49" charset="-122"/>
                            </a:rPr>
                            <m:t>𝑥</m:t>
                          </m:r>
                        </m:sub>
                      </m:sSub>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𝑥</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𝑦</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m:rPr>
                          <m:sty m:val="p"/>
                        </m:rPr>
                        <a:rPr kumimoji="1" lang="zh-CN" altLang="en-US" sz="2200">
                          <a:solidFill>
                            <a:schemeClr val="tx1">
                              <a:lumMod val="95000"/>
                              <a:lumOff val="5000"/>
                            </a:schemeClr>
                          </a:solidFill>
                          <a:latin typeface="Cambria Math" panose="02040503050406030204" charset="0"/>
                          <a:ea typeface="黑体" panose="02010609060101010101" pitchFamily="49" charset="-122"/>
                        </a:rPr>
                        <m:t>Δ</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𝑥</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sSub>
                        <m:sSubPr>
                          <m:ctrlPr>
                            <a:rPr kumimoji="1" lang="zh-CN" altLang="en-US" sz="2200" i="1">
                              <a:solidFill>
                                <a:schemeClr val="tx1">
                                  <a:lumMod val="95000"/>
                                  <a:lumOff val="5000"/>
                                </a:schemeClr>
                              </a:solidFill>
                              <a:latin typeface="Cambria Math" panose="02040503050406030204" charset="0"/>
                              <a:ea typeface="黑体" panose="02010609060101010101" pitchFamily="49" charset="-122"/>
                            </a:rPr>
                          </m:ctrlPr>
                        </m:sSubPr>
                        <m:e>
                          <m:r>
                            <a:rPr kumimoji="1" lang="zh-CN" altLang="en-US" sz="2200">
                              <a:solidFill>
                                <a:schemeClr val="tx1">
                                  <a:lumMod val="95000"/>
                                  <a:lumOff val="5000"/>
                                </a:schemeClr>
                              </a:solidFill>
                              <a:latin typeface="Cambria Math" panose="02040503050406030204" charset="0"/>
                              <a:ea typeface="黑体" panose="02010609060101010101" pitchFamily="49" charset="-122"/>
                            </a:rPr>
                            <m:t>𝑓</m:t>
                          </m:r>
                        </m:e>
                        <m:sub>
                          <m:r>
                            <a:rPr kumimoji="1" lang="zh-CN" altLang="en-US" sz="2200">
                              <a:solidFill>
                                <a:schemeClr val="tx1">
                                  <a:lumMod val="95000"/>
                                  <a:lumOff val="5000"/>
                                </a:schemeClr>
                              </a:solidFill>
                              <a:latin typeface="Cambria Math" panose="02040503050406030204" charset="0"/>
                              <a:ea typeface="黑体" panose="02010609060101010101" pitchFamily="49" charset="-122"/>
                            </a:rPr>
                            <m:t>𝑦</m:t>
                          </m:r>
                        </m:sub>
                      </m:sSub>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𝑥</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𝑦</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m:rPr>
                          <m:sty m:val="p"/>
                        </m:rPr>
                        <a:rPr kumimoji="1" lang="zh-CN" altLang="en-US" sz="2200">
                          <a:solidFill>
                            <a:schemeClr val="tx1">
                              <a:lumMod val="95000"/>
                              <a:lumOff val="5000"/>
                            </a:schemeClr>
                          </a:solidFill>
                          <a:latin typeface="Cambria Math" panose="02040503050406030204" charset="0"/>
                          <a:ea typeface="黑体" panose="02010609060101010101" pitchFamily="49" charset="-122"/>
                        </a:rPr>
                        <m:t>Δ</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𝑦</m:t>
                      </m:r>
                    </m:oMath>
                  </m:oMathPara>
                </a14:m>
                <a:endParaRPr kumimoji="1" lang="zh-CN" altLang="en-US" sz="2200" dirty="0">
                  <a:solidFill>
                    <a:schemeClr val="tx1">
                      <a:lumMod val="95000"/>
                      <a:lumOff val="5000"/>
                    </a:schemeClr>
                  </a:solidFill>
                  <a:latin typeface="Cambria Math" panose="02040503050406030204" charset="0"/>
                  <a:ea typeface="黑体" panose="02010609060101010101" pitchFamily="49" charset="-122"/>
                </a:endParaRPr>
              </a:p>
            </p:txBody>
          </p:sp>
        </mc:Choice>
        <mc:Fallback>
          <p:sp>
            <p:nvSpPr>
              <p:cNvPr id="3" name="Object 11"/>
              <p:cNvSpPr txBox="1">
                <a:spLocks noRot="1" noChangeAspect="1" noMove="1" noResize="1" noEditPoints="1" noAdjustHandles="1" noChangeArrowheads="1" noChangeShapeType="1" noTextEdit="1"/>
              </p:cNvSpPr>
              <p:nvPr/>
            </p:nvSpPr>
            <p:spPr bwMode="auto">
              <a:xfrm>
                <a:off x="2408555" y="4427220"/>
                <a:ext cx="4372610" cy="458470"/>
              </a:xfrm>
              <a:prstGeom prst="rect">
                <a:avLst/>
              </a:prstGeom>
              <a:blipFill rotWithShape="1">
                <a:blip r:embed="rId2"/>
                <a:stretch>
                  <a:fillRect/>
                </a:stretch>
              </a:blipFill>
              <a:ln>
                <a:noFill/>
              </a:ln>
              <a:effectLst/>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4" name="Object 12"/>
              <p:cNvSpPr txBox="1"/>
              <p:nvPr/>
            </p:nvSpPr>
            <p:spPr bwMode="auto">
              <a:xfrm>
                <a:off x="2898775" y="2111257"/>
                <a:ext cx="3882326" cy="950913"/>
              </a:xfrm>
              <a:prstGeom prst="rect">
                <a:avLst/>
              </a:prstGeom>
              <a:noFill/>
              <a:ln>
                <a:noFill/>
              </a:ln>
              <a:effectLst/>
            </p:spPr>
            <p:txBody>
              <a:bodyPr>
                <a:noAutofit/>
              </a:bodyPr>
              <a:lstStyle/>
              <a:p>
                <a14:m>
                  <m:oMathPara xmlns:m="http://schemas.openxmlformats.org/officeDocument/2006/math">
                    <m:oMathParaPr>
                      <m:jc m:val="left"/>
                    </m:oMathParaPr>
                    <m:oMath xmlns:m="http://schemas.openxmlformats.org/officeDocument/2006/math">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rPr>
                        <m:t>0</m:t>
                      </m:r>
                      <m:r>
                        <m:rPr>
                          <m:nor/>
                        </m:rPr>
                        <a:rPr lang="en-US" altLang="zh-CN" sz="2200" dirty="0">
                          <a:latin typeface="宋体" panose="02010600030101010101" pitchFamily="2" charset="-122"/>
                        </a:rPr>
                        <m:t>≤</m:t>
                      </m:r>
                      <m:d>
                        <m:dPr>
                          <m:begChr m:val="|"/>
                          <m:endChr m:val="|"/>
                          <m:ctrlPr>
                            <a:rPr kumimoji="1" lang="zh-CN" altLang="en-US" sz="2200" i="1">
                              <a:solidFill>
                                <a:schemeClr val="tx1">
                                  <a:lumMod val="95000"/>
                                  <a:lumOff val="5000"/>
                                </a:schemeClr>
                              </a:solidFill>
                              <a:latin typeface="Cambria Math" panose="02040503050406030204" charset="0"/>
                              <a:ea typeface="黑体" panose="02010609060101010101" pitchFamily="49" charset="-122"/>
                            </a:rPr>
                          </m:ctrlPr>
                        </m:dPr>
                        <m:e>
                          <m:f>
                            <m:fPr>
                              <m:ctrlPr>
                                <a:rPr kumimoji="1" lang="zh-CN" altLang="en-US" sz="2200" i="1">
                                  <a:solidFill>
                                    <a:schemeClr val="tx1">
                                      <a:lumMod val="95000"/>
                                      <a:lumOff val="5000"/>
                                    </a:schemeClr>
                                  </a:solidFill>
                                  <a:latin typeface="Cambria Math" panose="02040503050406030204" charset="0"/>
                                  <a:ea typeface="黑体" panose="02010609060101010101" pitchFamily="49" charset="-122"/>
                                </a:rPr>
                              </m:ctrlPr>
                            </m:fPr>
                            <m:num>
                              <m:r>
                                <a:rPr kumimoji="1" lang="zh-CN" altLang="en-US" sz="2200">
                                  <a:solidFill>
                                    <a:schemeClr val="tx1">
                                      <a:lumMod val="95000"/>
                                      <a:lumOff val="5000"/>
                                    </a:schemeClr>
                                  </a:solidFill>
                                  <a:latin typeface="Cambria Math" panose="02040503050406030204" charset="0"/>
                                  <a:ea typeface="黑体" panose="02010609060101010101" pitchFamily="49" charset="-122"/>
                                </a:rPr>
                                <m:t>𝛼</m:t>
                              </m:r>
                              <m:r>
                                <m:rPr>
                                  <m:sty m:val="p"/>
                                </m:rPr>
                                <a:rPr kumimoji="1" lang="zh-CN" altLang="en-US" sz="2200">
                                  <a:solidFill>
                                    <a:schemeClr val="tx1">
                                      <a:lumMod val="95000"/>
                                      <a:lumOff val="5000"/>
                                    </a:schemeClr>
                                  </a:solidFill>
                                  <a:latin typeface="Cambria Math" panose="02040503050406030204" charset="0"/>
                                  <a:ea typeface="黑体" panose="02010609060101010101" pitchFamily="49" charset="-122"/>
                                </a:rPr>
                                <m:t>Δ</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𝑥</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𝛽</m:t>
                              </m:r>
                              <m:r>
                                <m:rPr>
                                  <m:sty m:val="p"/>
                                </m:rPr>
                                <a:rPr kumimoji="1" lang="zh-CN" altLang="en-US" sz="2200">
                                  <a:solidFill>
                                    <a:schemeClr val="tx1">
                                      <a:lumMod val="95000"/>
                                      <a:lumOff val="5000"/>
                                    </a:schemeClr>
                                  </a:solidFill>
                                  <a:latin typeface="Cambria Math" panose="02040503050406030204" charset="0"/>
                                  <a:ea typeface="黑体" panose="02010609060101010101" pitchFamily="49" charset="-122"/>
                                </a:rPr>
                                <m:t>Δ</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𝑦</m:t>
                              </m:r>
                            </m:num>
                            <m:den>
                              <m:r>
                                <a:rPr kumimoji="1" lang="zh-CN" altLang="en-US" sz="2200">
                                  <a:solidFill>
                                    <a:schemeClr val="tx1">
                                      <a:lumMod val="95000"/>
                                      <a:lumOff val="5000"/>
                                    </a:schemeClr>
                                  </a:solidFill>
                                  <a:latin typeface="Cambria Math" panose="02040503050406030204" charset="0"/>
                                  <a:ea typeface="黑体" panose="02010609060101010101" pitchFamily="49" charset="-122"/>
                                </a:rPr>
                                <m:t>𝜌</m:t>
                              </m:r>
                            </m:den>
                          </m:f>
                        </m:e>
                      </m:d>
                      <m:r>
                        <m:rPr>
                          <m:nor/>
                        </m:rPr>
                        <a:rPr lang="en-US" altLang="zh-CN" sz="2200" dirty="0">
                          <a:latin typeface="宋体" panose="02010600030101010101" pitchFamily="2" charset="-122"/>
                        </a:rPr>
                        <m:t>≤</m:t>
                      </m:r>
                      <m:d>
                        <m:dPr>
                          <m:begChr m:val="|"/>
                          <m:endChr m:val="|"/>
                          <m:ctrlPr>
                            <a:rPr kumimoji="1" lang="zh-CN" altLang="en-US" sz="2200" i="1">
                              <a:solidFill>
                                <a:schemeClr val="tx1">
                                  <a:lumMod val="95000"/>
                                  <a:lumOff val="5000"/>
                                </a:schemeClr>
                              </a:solidFill>
                              <a:latin typeface="Cambria Math" panose="02040503050406030204" charset="0"/>
                              <a:ea typeface="黑体" panose="02010609060101010101" pitchFamily="49" charset="-122"/>
                            </a:rPr>
                          </m:ctrlPr>
                        </m:dPr>
                        <m:e>
                          <m:r>
                            <a:rPr kumimoji="1" lang="zh-CN" altLang="en-US" sz="2200">
                              <a:solidFill>
                                <a:schemeClr val="tx1">
                                  <a:lumMod val="95000"/>
                                  <a:lumOff val="5000"/>
                                </a:schemeClr>
                              </a:solidFill>
                              <a:latin typeface="Cambria Math" panose="02040503050406030204" charset="0"/>
                              <a:ea typeface="黑体" panose="02010609060101010101" pitchFamily="49" charset="-122"/>
                            </a:rPr>
                            <m:t>𝛼</m:t>
                          </m:r>
                        </m:e>
                      </m:d>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d>
                        <m:dPr>
                          <m:begChr m:val="|"/>
                          <m:endChr m:val="|"/>
                          <m:ctrlPr>
                            <a:rPr kumimoji="1" lang="zh-CN" altLang="en-US" sz="2200" i="1">
                              <a:solidFill>
                                <a:schemeClr val="tx1">
                                  <a:lumMod val="95000"/>
                                  <a:lumOff val="5000"/>
                                </a:schemeClr>
                              </a:solidFill>
                              <a:latin typeface="Cambria Math" panose="02040503050406030204" charset="0"/>
                              <a:ea typeface="黑体" panose="02010609060101010101" pitchFamily="49" charset="-122"/>
                            </a:rPr>
                          </m:ctrlPr>
                        </m:dPr>
                        <m:e>
                          <m:r>
                            <a:rPr kumimoji="1" lang="zh-CN" altLang="en-US" sz="2200">
                              <a:solidFill>
                                <a:schemeClr val="tx1">
                                  <a:lumMod val="95000"/>
                                  <a:lumOff val="5000"/>
                                </a:schemeClr>
                              </a:solidFill>
                              <a:latin typeface="Cambria Math" panose="02040503050406030204" charset="0"/>
                              <a:ea typeface="黑体" panose="02010609060101010101" pitchFamily="49" charset="-122"/>
                            </a:rPr>
                            <m:t>𝛽</m:t>
                          </m:r>
                        </m:e>
                      </m:d>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oMath>
                  </m:oMathPara>
                </a14:m>
                <a:endParaRPr kumimoji="1" lang="zh-CN" altLang="en-US" sz="2200" dirty="0">
                  <a:solidFill>
                    <a:schemeClr val="tx1">
                      <a:lumMod val="95000"/>
                      <a:lumOff val="5000"/>
                    </a:schemeClr>
                  </a:solidFill>
                  <a:latin typeface="Cambria Math" panose="02040503050406030204" charset="0"/>
                  <a:ea typeface="黑体" panose="02010609060101010101" pitchFamily="49" charset="-122"/>
                </a:endParaRPr>
              </a:p>
            </p:txBody>
          </p:sp>
        </mc:Choice>
        <mc:Fallback>
          <p:sp>
            <p:nvSpPr>
              <p:cNvPr id="4" name="Object 12"/>
              <p:cNvSpPr txBox="1">
                <a:spLocks noRot="1" noChangeAspect="1" noMove="1" noResize="1" noEditPoints="1" noAdjustHandles="1" noChangeArrowheads="1" noChangeShapeType="1" noTextEdit="1"/>
              </p:cNvSpPr>
              <p:nvPr/>
            </p:nvSpPr>
            <p:spPr bwMode="auto">
              <a:xfrm>
                <a:off x="2898775" y="2111257"/>
                <a:ext cx="3882326" cy="950913"/>
              </a:xfrm>
              <a:prstGeom prst="rect">
                <a:avLst/>
              </a:prstGeom>
              <a:blipFill rotWithShape="1">
                <a:blip r:embed="rId3"/>
                <a:stretch>
                  <a:fillRect t="-54" r="15" b="21"/>
                </a:stretch>
              </a:blipFill>
              <a:ln>
                <a:noFill/>
              </a:ln>
              <a:effectLst/>
            </p:spPr>
            <p:txBody>
              <a:bodyPr/>
              <a:lstStyle/>
              <a:p>
                <a:r>
                  <a:rPr lang="zh-CN" altLang="en-US">
                    <a:noFill/>
                  </a:rPr>
                  <a:t> </a:t>
                </a:r>
              </a:p>
            </p:txBody>
          </p:sp>
        </mc:Fallback>
      </mc:AlternateContent>
      <p:sp>
        <p:nvSpPr>
          <p:cNvPr id="5" name="Text Box 14"/>
          <p:cNvSpPr txBox="1">
            <a:spLocks noChangeArrowheads="1"/>
          </p:cNvSpPr>
          <p:nvPr/>
        </p:nvSpPr>
        <p:spPr bwMode="auto">
          <a:xfrm>
            <a:off x="2898775" y="5161640"/>
            <a:ext cx="1828800" cy="43088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marL="0" marR="0" lvl="0" indent="0" algn="l" defTabSz="914400" rtl="0" eaLnBrk="1" fontAlgn="base" latinLnBrk="0" hangingPunct="1">
              <a:lnSpc>
                <a:spcPct val="100000"/>
              </a:lnSpc>
              <a:spcBef>
                <a:spcPct val="50000"/>
              </a:spcBef>
              <a:spcAft>
                <a:spcPct val="0"/>
              </a:spcAft>
              <a:buClrTx/>
              <a:buSzTx/>
              <a:buFontTx/>
              <a:buNone/>
              <a:defRPr/>
            </a:pPr>
            <a:r>
              <a:rPr kumimoji="1" lang="zh-CN" altLang="en-US" sz="2200" dirty="0">
                <a:solidFill>
                  <a:schemeClr val="tx1">
                    <a:lumMod val="95000"/>
                    <a:lumOff val="5000"/>
                  </a:schemeClr>
                </a:solidFill>
                <a:latin typeface="Cambria Math" panose="02040503050406030204" charset="0"/>
                <a:ea typeface="黑体" panose="02010609060101010101" pitchFamily="49" charset="-122"/>
                <a:sym typeface="+mn-lt"/>
              </a:rPr>
              <a:t>故函数</a:t>
            </a:r>
            <a:endParaRPr kumimoji="1" lang="zh-CN" altLang="en-US" sz="2200" dirty="0">
              <a:solidFill>
                <a:schemeClr val="tx1">
                  <a:lumMod val="95000"/>
                  <a:lumOff val="5000"/>
                </a:schemeClr>
              </a:solidFill>
              <a:latin typeface="Cambria Math" panose="02040503050406030204" charset="0"/>
              <a:ea typeface="黑体" panose="02010609060101010101" pitchFamily="49" charset="-122"/>
              <a:sym typeface="+mn-lt"/>
            </a:endParaRPr>
          </a:p>
        </p:txBody>
      </p:sp>
      <mc:AlternateContent xmlns:mc="http://schemas.openxmlformats.org/markup-compatibility/2006">
        <mc:Choice xmlns:a14="http://schemas.microsoft.com/office/drawing/2010/main" Requires="a14">
          <p:sp>
            <p:nvSpPr>
              <p:cNvPr id="6" name="Object 15"/>
              <p:cNvSpPr txBox="1"/>
              <p:nvPr/>
            </p:nvSpPr>
            <p:spPr bwMode="auto">
              <a:xfrm>
                <a:off x="3834582" y="5122079"/>
                <a:ext cx="1691188" cy="514346"/>
              </a:xfrm>
              <a:prstGeom prst="rect">
                <a:avLst/>
              </a:prstGeom>
              <a:noFill/>
              <a:ln>
                <a:noFill/>
              </a:ln>
              <a:effectLst/>
            </p:spPr>
            <p:txBody>
              <a:bodyPr>
                <a:noAutofit/>
              </a:bodyPr>
              <a:lstStyle/>
              <a:p>
                <a14:m>
                  <m:oMathPara xmlns:m="http://schemas.openxmlformats.org/officeDocument/2006/math">
                    <m:oMathParaPr>
                      <m:jc m:val="left"/>
                    </m:oMathParaPr>
                    <m:oMath xmlns:m="http://schemas.openxmlformats.org/officeDocument/2006/math">
                      <m:r>
                        <a:rPr kumimoji="1" lang="zh-CN" altLang="en-US" sz="2200">
                          <a:solidFill>
                            <a:schemeClr val="tx1">
                              <a:lumMod val="95000"/>
                              <a:lumOff val="5000"/>
                            </a:schemeClr>
                          </a:solidFill>
                          <a:latin typeface="Cambria Math" panose="02040503050406030204" charset="0"/>
                          <a:ea typeface="黑体" panose="02010609060101010101" pitchFamily="49" charset="-122"/>
                        </a:rPr>
                        <m:t>𝑧</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𝑓</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𝑥</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𝑦</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oMath>
                  </m:oMathPara>
                </a14:m>
                <a:endParaRPr kumimoji="1" lang="zh-CN" altLang="en-US" sz="2200" dirty="0">
                  <a:solidFill>
                    <a:schemeClr val="tx1">
                      <a:lumMod val="95000"/>
                      <a:lumOff val="5000"/>
                    </a:schemeClr>
                  </a:solidFill>
                  <a:latin typeface="Cambria Math" panose="02040503050406030204" charset="0"/>
                  <a:ea typeface="黑体" panose="02010609060101010101" pitchFamily="49" charset="-122"/>
                </a:endParaRPr>
              </a:p>
            </p:txBody>
          </p:sp>
        </mc:Choice>
        <mc:Fallback>
          <p:sp>
            <p:nvSpPr>
              <p:cNvPr id="6" name="Object 15"/>
              <p:cNvSpPr txBox="1">
                <a:spLocks noRot="1" noChangeAspect="1" noMove="1" noResize="1" noEditPoints="1" noAdjustHandles="1" noChangeArrowheads="1" noChangeShapeType="1" noTextEdit="1"/>
              </p:cNvSpPr>
              <p:nvPr/>
            </p:nvSpPr>
            <p:spPr bwMode="auto">
              <a:xfrm>
                <a:off x="3834582" y="5122079"/>
                <a:ext cx="1691188" cy="514346"/>
              </a:xfrm>
              <a:prstGeom prst="rect">
                <a:avLst/>
              </a:prstGeom>
              <a:blipFill rotWithShape="1">
                <a:blip r:embed="rId4"/>
                <a:stretch>
                  <a:fillRect l="-27" t="-33" b="32"/>
                </a:stretch>
              </a:blipFill>
              <a:ln>
                <a:noFill/>
              </a:ln>
              <a:effectLst/>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7" name="Object 16"/>
              <p:cNvSpPr txBox="1"/>
              <p:nvPr/>
            </p:nvSpPr>
            <p:spPr bwMode="auto">
              <a:xfrm>
                <a:off x="5942497" y="5130013"/>
                <a:ext cx="829025" cy="474360"/>
              </a:xfrm>
              <a:prstGeom prst="rect">
                <a:avLst/>
              </a:prstGeom>
              <a:noFill/>
              <a:ln>
                <a:noFill/>
              </a:ln>
              <a:effectLst/>
            </p:spPr>
            <p:txBody>
              <a:bodyPr>
                <a:noAutofit/>
              </a:bodyPr>
              <a:lstStyle/>
              <a:p>
                <a14:m>
                  <m:oMathPara xmlns:m="http://schemas.openxmlformats.org/officeDocument/2006/math">
                    <m:oMathParaPr>
                      <m:jc m:val="left"/>
                    </m:oMathParaPr>
                    <m:oMath xmlns:m="http://schemas.openxmlformats.org/officeDocument/2006/math">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𝑥</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𝑦</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oMath>
                  </m:oMathPara>
                </a14:m>
                <a:endParaRPr kumimoji="1" lang="zh-CN" altLang="en-US" sz="2200" dirty="0">
                  <a:solidFill>
                    <a:schemeClr val="tx1">
                      <a:lumMod val="95000"/>
                      <a:lumOff val="5000"/>
                    </a:schemeClr>
                  </a:solidFill>
                  <a:latin typeface="Cambria Math" panose="02040503050406030204" charset="0"/>
                  <a:ea typeface="黑体" panose="02010609060101010101" pitchFamily="49" charset="-122"/>
                </a:endParaRPr>
              </a:p>
            </p:txBody>
          </p:sp>
        </mc:Choice>
        <mc:Fallback>
          <p:sp>
            <p:nvSpPr>
              <p:cNvPr id="7" name="Object 16"/>
              <p:cNvSpPr txBox="1">
                <a:spLocks noRot="1" noChangeAspect="1" noMove="1" noResize="1" noEditPoints="1" noAdjustHandles="1" noChangeArrowheads="1" noChangeShapeType="1" noTextEdit="1"/>
              </p:cNvSpPr>
              <p:nvPr/>
            </p:nvSpPr>
            <p:spPr bwMode="auto">
              <a:xfrm>
                <a:off x="5942497" y="5130013"/>
                <a:ext cx="829025" cy="474360"/>
              </a:xfrm>
              <a:prstGeom prst="rect">
                <a:avLst/>
              </a:prstGeom>
              <a:blipFill rotWithShape="1">
                <a:blip r:embed="rId5"/>
                <a:stretch>
                  <a:fillRect l="-20" t="-102" r="62" b="105"/>
                </a:stretch>
              </a:blipFill>
              <a:ln>
                <a:noFill/>
              </a:ln>
              <a:effectLst/>
            </p:spPr>
            <p:txBody>
              <a:bodyPr/>
              <a:lstStyle/>
              <a:p>
                <a:r>
                  <a:rPr lang="zh-CN" altLang="en-US">
                    <a:noFill/>
                  </a:rPr>
                  <a:t> </a:t>
                </a:r>
              </a:p>
            </p:txBody>
          </p:sp>
        </mc:Fallback>
      </mc:AlternateContent>
      <p:sp>
        <p:nvSpPr>
          <p:cNvPr id="8" name="Text Box 29"/>
          <p:cNvSpPr txBox="1">
            <a:spLocks noChangeArrowheads="1"/>
          </p:cNvSpPr>
          <p:nvPr/>
        </p:nvSpPr>
        <p:spPr bwMode="auto">
          <a:xfrm>
            <a:off x="5266975" y="5149570"/>
            <a:ext cx="829025" cy="43088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square">
            <a:spAutoFit/>
          </a:bodyPr>
          <a:lstStyle/>
          <a:p>
            <a:pPr marL="0" marR="0" lvl="0" indent="0" algn="l" defTabSz="914400" rtl="0" eaLnBrk="1" fontAlgn="base" latinLnBrk="0" hangingPunct="1">
              <a:lnSpc>
                <a:spcPct val="100000"/>
              </a:lnSpc>
              <a:spcBef>
                <a:spcPct val="50000"/>
              </a:spcBef>
              <a:spcAft>
                <a:spcPct val="0"/>
              </a:spcAft>
              <a:buClrTx/>
              <a:buSzTx/>
              <a:buFontTx/>
              <a:buNone/>
              <a:defRPr/>
            </a:pPr>
            <a:r>
              <a:rPr kumimoji="1" lang="zh-CN" altLang="en-US" sz="2200" dirty="0">
                <a:solidFill>
                  <a:schemeClr val="tx1">
                    <a:lumMod val="95000"/>
                    <a:lumOff val="5000"/>
                  </a:schemeClr>
                </a:solidFill>
                <a:latin typeface="Cambria Math" panose="02040503050406030204" charset="0"/>
                <a:ea typeface="黑体" panose="02010609060101010101" pitchFamily="49" charset="-122"/>
                <a:sym typeface="+mn-lt"/>
              </a:rPr>
              <a:t>在点</a:t>
            </a:r>
            <a:endParaRPr kumimoji="1" lang="zh-CN" altLang="en-US" sz="2200" dirty="0">
              <a:solidFill>
                <a:schemeClr val="tx1">
                  <a:lumMod val="95000"/>
                  <a:lumOff val="5000"/>
                </a:schemeClr>
              </a:solidFill>
              <a:latin typeface="Cambria Math" panose="02040503050406030204" charset="0"/>
              <a:ea typeface="黑体" panose="02010609060101010101" pitchFamily="49" charset="-122"/>
              <a:sym typeface="+mn-lt"/>
            </a:endParaRPr>
          </a:p>
        </p:txBody>
      </p:sp>
      <p:sp>
        <p:nvSpPr>
          <p:cNvPr id="9" name="Text Box 30"/>
          <p:cNvSpPr txBox="1">
            <a:spLocks noChangeArrowheads="1"/>
          </p:cNvSpPr>
          <p:nvPr/>
        </p:nvSpPr>
        <p:spPr bwMode="auto">
          <a:xfrm>
            <a:off x="6638058" y="5161335"/>
            <a:ext cx="770817" cy="43088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square">
            <a:spAutoFit/>
          </a:bodyPr>
          <a:lstStyle/>
          <a:p>
            <a:pPr marL="0" marR="0" lvl="0" indent="0" algn="l" defTabSz="914400" rtl="0" eaLnBrk="1" fontAlgn="base" latinLnBrk="0" hangingPunct="1">
              <a:lnSpc>
                <a:spcPct val="100000"/>
              </a:lnSpc>
              <a:spcBef>
                <a:spcPct val="50000"/>
              </a:spcBef>
              <a:spcAft>
                <a:spcPct val="0"/>
              </a:spcAft>
              <a:buClrTx/>
              <a:buSzTx/>
              <a:buFontTx/>
              <a:buNone/>
              <a:defRPr/>
            </a:pPr>
            <a:r>
              <a:rPr kumimoji="1" lang="zh-CN" altLang="en-US" sz="2200" dirty="0">
                <a:solidFill>
                  <a:schemeClr val="tx1">
                    <a:lumMod val="95000"/>
                    <a:lumOff val="5000"/>
                  </a:schemeClr>
                </a:solidFill>
                <a:latin typeface="Cambria Math" panose="02040503050406030204" charset="0"/>
                <a:ea typeface="黑体" panose="02010609060101010101" pitchFamily="49" charset="-122"/>
                <a:sym typeface="+mn-lt"/>
              </a:rPr>
              <a:t>可微</a:t>
            </a:r>
            <a:r>
              <a:rPr kumimoji="1" lang="en-US" altLang="zh-CN" sz="2200" dirty="0">
                <a:solidFill>
                  <a:schemeClr val="tx1">
                    <a:lumMod val="95000"/>
                    <a:lumOff val="5000"/>
                  </a:schemeClr>
                </a:solidFill>
                <a:latin typeface="Cambria Math" panose="02040503050406030204" charset="0"/>
                <a:ea typeface="黑体" panose="02010609060101010101" pitchFamily="49" charset="-122"/>
                <a:sym typeface="+mn-lt"/>
              </a:rPr>
              <a:t>.</a:t>
            </a:r>
            <a:endParaRPr kumimoji="1" lang="en-US" altLang="zh-CN" sz="2200" dirty="0">
              <a:solidFill>
                <a:schemeClr val="tx1">
                  <a:lumMod val="95000"/>
                  <a:lumOff val="5000"/>
                </a:schemeClr>
              </a:solidFill>
              <a:latin typeface="Cambria Math" panose="02040503050406030204" charset="0"/>
              <a:ea typeface="黑体" panose="02010609060101010101" pitchFamily="49" charset="-122"/>
              <a:sym typeface="+mn-lt"/>
            </a:endParaRPr>
          </a:p>
        </p:txBody>
      </p:sp>
      <mc:AlternateContent xmlns:mc="http://schemas.openxmlformats.org/markup-compatibility/2006">
        <mc:Choice xmlns:a14="http://schemas.microsoft.com/office/drawing/2010/main" Requires="a14">
          <p:sp>
            <p:nvSpPr>
              <p:cNvPr id="10" name="Object 48"/>
              <p:cNvSpPr txBox="1"/>
              <p:nvPr/>
            </p:nvSpPr>
            <p:spPr bwMode="auto">
              <a:xfrm>
                <a:off x="6645275" y="4427178"/>
                <a:ext cx="1112838" cy="458787"/>
              </a:xfrm>
              <a:prstGeom prst="rect">
                <a:avLst/>
              </a:prstGeom>
              <a:noFill/>
              <a:ln>
                <a:noFill/>
              </a:ln>
              <a:effectLst/>
            </p:spPr>
            <p:txBody>
              <a:bodyPr>
                <a:noAutofit/>
              </a:bodyPr>
              <a:lstStyle/>
              <a:p>
                <a14:m>
                  <m:oMathPara xmlns:m="http://schemas.openxmlformats.org/officeDocument/2006/math">
                    <m:oMathParaPr>
                      <m:jc m:val="left"/>
                    </m:oMathParaPr>
                    <m:oMath xmlns:m="http://schemas.openxmlformats.org/officeDocument/2006/math">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𝑜</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𝜌</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oMath>
                  </m:oMathPara>
                </a14:m>
                <a:endParaRPr kumimoji="1" lang="zh-CN" altLang="en-US" sz="2200" dirty="0">
                  <a:solidFill>
                    <a:schemeClr val="tx1">
                      <a:lumMod val="95000"/>
                      <a:lumOff val="5000"/>
                    </a:schemeClr>
                  </a:solidFill>
                  <a:latin typeface="Cambria Math" panose="02040503050406030204" charset="0"/>
                  <a:ea typeface="黑体" panose="02010609060101010101" pitchFamily="49" charset="-122"/>
                </a:endParaRPr>
              </a:p>
            </p:txBody>
          </p:sp>
        </mc:Choice>
        <mc:Fallback>
          <p:sp>
            <p:nvSpPr>
              <p:cNvPr id="10" name="Object 48"/>
              <p:cNvSpPr txBox="1">
                <a:spLocks noRot="1" noChangeAspect="1" noMove="1" noResize="1" noEditPoints="1" noAdjustHandles="1" noChangeArrowheads="1" noChangeShapeType="1" noTextEdit="1"/>
              </p:cNvSpPr>
              <p:nvPr/>
            </p:nvSpPr>
            <p:spPr bwMode="auto">
              <a:xfrm>
                <a:off x="6645275" y="4427178"/>
                <a:ext cx="1112838" cy="458787"/>
              </a:xfrm>
              <a:prstGeom prst="rect">
                <a:avLst/>
              </a:prstGeom>
              <a:blipFill rotWithShape="1">
                <a:blip r:embed="rId6"/>
                <a:stretch>
                  <a:fillRect t="-129" r="29" b="60"/>
                </a:stretch>
              </a:blipFill>
              <a:ln>
                <a:noFill/>
              </a:ln>
              <a:effectLst/>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1" name="Object 10"/>
              <p:cNvSpPr txBox="1"/>
              <p:nvPr/>
            </p:nvSpPr>
            <p:spPr bwMode="auto">
              <a:xfrm>
                <a:off x="2898775" y="3226621"/>
                <a:ext cx="3686291" cy="950913"/>
              </a:xfrm>
              <a:prstGeom prst="rect">
                <a:avLst/>
              </a:prstGeom>
              <a:noFill/>
              <a:ln>
                <a:noFill/>
              </a:ln>
              <a:effectLst/>
            </p:spPr>
            <p:txBody>
              <a:bodyPr>
                <a:noAutofit/>
              </a:bodyPr>
              <a:lstStyle/>
              <a:p>
                <a14:m>
                  <m:oMathPara xmlns:m="http://schemas.openxmlformats.org/officeDocument/2006/math">
                    <m:oMathParaPr>
                      <m:jc m:val="left"/>
                    </m:oMathParaPr>
                    <m:oMath xmlns:m="http://schemas.openxmlformats.org/officeDocument/2006/math">
                      <m:r>
                        <a:rPr kumimoji="1" lang="zh-CN" altLang="en-US" sz="2200" smtClean="0">
                          <a:solidFill>
                            <a:schemeClr val="tx1">
                              <a:lumMod val="95000"/>
                              <a:lumOff val="5000"/>
                            </a:schemeClr>
                          </a:solidFill>
                          <a:latin typeface="Cambria Math" panose="02040503050406030204" charset="0"/>
                          <a:ea typeface="黑体" panose="02010609060101010101" pitchFamily="49" charset="-122"/>
                        </a:rPr>
                        <m:t>∴</m:t>
                      </m:r>
                      <m:r>
                        <a:rPr kumimoji="1" lang="en-US" altLang="zh-CN" sz="2200" b="0" i="0" smtClean="0">
                          <a:solidFill>
                            <a:schemeClr val="tx1">
                              <a:lumMod val="95000"/>
                              <a:lumOff val="5000"/>
                            </a:schemeClr>
                          </a:solidFill>
                          <a:latin typeface="Cambria Math" panose="02040503050406030204" charset="0"/>
                          <a:ea typeface="黑体" panose="02010609060101010101" pitchFamily="49" charset="-122"/>
                        </a:rPr>
                        <m:t> </m:t>
                      </m:r>
                      <m:func>
                        <m:funcPr>
                          <m:ctrlPr>
                            <a:rPr kumimoji="1" lang="zh-CN" altLang="en-US" sz="2200" i="1">
                              <a:solidFill>
                                <a:schemeClr val="tx1">
                                  <a:lumMod val="95000"/>
                                  <a:lumOff val="5000"/>
                                </a:schemeClr>
                              </a:solidFill>
                              <a:latin typeface="Cambria Math" panose="02040503050406030204" charset="0"/>
                              <a:ea typeface="黑体" panose="02010609060101010101" pitchFamily="49" charset="-122"/>
                            </a:rPr>
                          </m:ctrlPr>
                        </m:funcPr>
                        <m:fName>
                          <m:limLow>
                            <m:limLowPr>
                              <m:ctrlPr>
                                <a:rPr kumimoji="1" lang="zh-CN" altLang="en-US" sz="2200" i="1">
                                  <a:solidFill>
                                    <a:schemeClr val="tx1">
                                      <a:lumMod val="95000"/>
                                      <a:lumOff val="5000"/>
                                    </a:schemeClr>
                                  </a:solidFill>
                                  <a:latin typeface="Cambria Math" panose="02040503050406030204" charset="0"/>
                                  <a:ea typeface="黑体" panose="02010609060101010101" pitchFamily="49" charset="-122"/>
                                </a:rPr>
                              </m:ctrlPr>
                            </m:limLowPr>
                            <m:e>
                              <m:r>
                                <m:rPr>
                                  <m:sty m:val="p"/>
                                </m:rPr>
                                <a:rPr kumimoji="1" lang="zh-CN" altLang="en-US" sz="2200">
                                  <a:solidFill>
                                    <a:schemeClr val="tx1">
                                      <a:lumMod val="95000"/>
                                      <a:lumOff val="5000"/>
                                    </a:schemeClr>
                                  </a:solidFill>
                                  <a:latin typeface="Cambria Math" panose="02040503050406030204" charset="0"/>
                                  <a:ea typeface="黑体" panose="02010609060101010101" pitchFamily="49" charset="-122"/>
                                </a:rPr>
                                <m:t>lim</m:t>
                              </m:r>
                            </m:e>
                            <m:lim>
                              <m:r>
                                <a:rPr kumimoji="1" lang="zh-CN" altLang="en-US" sz="2200">
                                  <a:solidFill>
                                    <a:schemeClr val="tx1">
                                      <a:lumMod val="95000"/>
                                      <a:lumOff val="5000"/>
                                    </a:schemeClr>
                                  </a:solidFill>
                                  <a:latin typeface="Cambria Math" panose="02040503050406030204" charset="0"/>
                                  <a:ea typeface="黑体" panose="02010609060101010101" pitchFamily="49" charset="-122"/>
                                </a:rPr>
                                <m:t>𝜌</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rPr>
                                <m:t>0</m:t>
                              </m:r>
                            </m:lim>
                          </m:limLow>
                        </m:fName>
                        <m:e>
                          <m:f>
                            <m:fPr>
                              <m:ctrlPr>
                                <a:rPr kumimoji="1" lang="zh-CN" altLang="en-US" sz="2200" i="1">
                                  <a:solidFill>
                                    <a:schemeClr val="tx1">
                                      <a:lumMod val="95000"/>
                                      <a:lumOff val="5000"/>
                                    </a:schemeClr>
                                  </a:solidFill>
                                  <a:latin typeface="Cambria Math" panose="02040503050406030204" charset="0"/>
                                  <a:ea typeface="黑体" panose="02010609060101010101" pitchFamily="49" charset="-122"/>
                                </a:rPr>
                              </m:ctrlPr>
                            </m:fPr>
                            <m:num>
                              <m:r>
                                <a:rPr kumimoji="1" lang="zh-CN" altLang="en-US" sz="2200">
                                  <a:solidFill>
                                    <a:schemeClr val="tx1">
                                      <a:lumMod val="95000"/>
                                      <a:lumOff val="5000"/>
                                    </a:schemeClr>
                                  </a:solidFill>
                                  <a:latin typeface="Cambria Math" panose="02040503050406030204" charset="0"/>
                                  <a:ea typeface="黑体" panose="02010609060101010101" pitchFamily="49" charset="-122"/>
                                </a:rPr>
                                <m:t>𝛼</m:t>
                              </m:r>
                              <m:r>
                                <m:rPr>
                                  <m:sty m:val="p"/>
                                </m:rPr>
                                <a:rPr kumimoji="1" lang="zh-CN" altLang="en-US" sz="2200">
                                  <a:solidFill>
                                    <a:schemeClr val="tx1">
                                      <a:lumMod val="95000"/>
                                      <a:lumOff val="5000"/>
                                    </a:schemeClr>
                                  </a:solidFill>
                                  <a:latin typeface="Cambria Math" panose="02040503050406030204" charset="0"/>
                                  <a:ea typeface="黑体" panose="02010609060101010101" pitchFamily="49" charset="-122"/>
                                </a:rPr>
                                <m:t>Δ</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𝑥</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𝛽</m:t>
                              </m:r>
                              <m:r>
                                <m:rPr>
                                  <m:sty m:val="p"/>
                                </m:rPr>
                                <a:rPr kumimoji="1" lang="zh-CN" altLang="en-US" sz="2200">
                                  <a:solidFill>
                                    <a:schemeClr val="tx1">
                                      <a:lumMod val="95000"/>
                                      <a:lumOff val="5000"/>
                                    </a:schemeClr>
                                  </a:solidFill>
                                  <a:latin typeface="Cambria Math" panose="02040503050406030204" charset="0"/>
                                  <a:ea typeface="黑体" panose="02010609060101010101" pitchFamily="49" charset="-122"/>
                                </a:rPr>
                                <m:t>Δ</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𝑦</m:t>
                              </m:r>
                            </m:num>
                            <m:den>
                              <m:rad>
                                <m:radPr>
                                  <m:degHide m:val="on"/>
                                  <m:ctrlPr>
                                    <a:rPr kumimoji="1" lang="zh-CN" altLang="en-US" sz="2200" i="1">
                                      <a:solidFill>
                                        <a:schemeClr val="tx1">
                                          <a:lumMod val="95000"/>
                                          <a:lumOff val="5000"/>
                                        </a:schemeClr>
                                      </a:solidFill>
                                      <a:latin typeface="Cambria Math" panose="02040503050406030204" charset="0"/>
                                      <a:ea typeface="黑体" panose="02010609060101010101" pitchFamily="49" charset="-122"/>
                                    </a:rPr>
                                  </m:ctrlPr>
                                </m:radPr>
                                <m:deg/>
                                <m:e>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m:rPr>
                                      <m:sty m:val="p"/>
                                    </m:rPr>
                                    <a:rPr kumimoji="1" lang="zh-CN" altLang="en-US" sz="2200">
                                      <a:solidFill>
                                        <a:schemeClr val="tx1">
                                          <a:lumMod val="95000"/>
                                          <a:lumOff val="5000"/>
                                        </a:schemeClr>
                                      </a:solidFill>
                                      <a:latin typeface="Cambria Math" panose="02040503050406030204" charset="0"/>
                                      <a:ea typeface="黑体" panose="02010609060101010101" pitchFamily="49" charset="-122"/>
                                    </a:rPr>
                                    <m:t>Δ</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𝑥</m:t>
                                  </m:r>
                                  <m:sSup>
                                    <m:sSupPr>
                                      <m:ctrlPr>
                                        <a:rPr kumimoji="1" lang="zh-CN" altLang="en-US" sz="2200" i="1">
                                          <a:solidFill>
                                            <a:schemeClr val="tx1">
                                              <a:lumMod val="95000"/>
                                              <a:lumOff val="5000"/>
                                            </a:schemeClr>
                                          </a:solidFill>
                                          <a:latin typeface="Cambria Math" panose="02040503050406030204" charset="0"/>
                                          <a:ea typeface="黑体" panose="02010609060101010101" pitchFamily="49" charset="-122"/>
                                        </a:rPr>
                                      </m:ctrlPr>
                                    </m:sSupPr>
                                    <m:e>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e>
                                    <m:sup>
                                      <m:r>
                                        <a:rPr kumimoji="1" lang="zh-CN" altLang="en-US" sz="2200">
                                          <a:solidFill>
                                            <a:schemeClr val="tx1">
                                              <a:lumMod val="95000"/>
                                              <a:lumOff val="5000"/>
                                            </a:schemeClr>
                                          </a:solidFill>
                                          <a:latin typeface="Cambria Math" panose="02040503050406030204" charset="0"/>
                                          <a:ea typeface="黑体" panose="02010609060101010101" pitchFamily="49" charset="-122"/>
                                        </a:rPr>
                                        <m:t>2</m:t>
                                      </m:r>
                                    </m:sup>
                                  </m:sSup>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m:rPr>
                                      <m:sty m:val="p"/>
                                    </m:rPr>
                                    <a:rPr kumimoji="1" lang="zh-CN" altLang="en-US" sz="2200">
                                      <a:solidFill>
                                        <a:schemeClr val="tx1">
                                          <a:lumMod val="95000"/>
                                          <a:lumOff val="5000"/>
                                        </a:schemeClr>
                                      </a:solidFill>
                                      <a:latin typeface="Cambria Math" panose="02040503050406030204" charset="0"/>
                                      <a:ea typeface="黑体" panose="02010609060101010101" pitchFamily="49" charset="-122"/>
                                    </a:rPr>
                                    <m:t>Δ</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𝑦</m:t>
                                  </m:r>
                                  <m:sSup>
                                    <m:sSupPr>
                                      <m:ctrlPr>
                                        <a:rPr kumimoji="1" lang="zh-CN" altLang="en-US" sz="2200" i="1">
                                          <a:solidFill>
                                            <a:schemeClr val="tx1">
                                              <a:lumMod val="95000"/>
                                              <a:lumOff val="5000"/>
                                            </a:schemeClr>
                                          </a:solidFill>
                                          <a:latin typeface="Cambria Math" panose="02040503050406030204" charset="0"/>
                                          <a:ea typeface="黑体" panose="02010609060101010101" pitchFamily="49" charset="-122"/>
                                        </a:rPr>
                                      </m:ctrlPr>
                                    </m:sSupPr>
                                    <m:e>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e>
                                    <m:sup>
                                      <m:r>
                                        <a:rPr kumimoji="1" lang="zh-CN" altLang="en-US" sz="2200">
                                          <a:solidFill>
                                            <a:schemeClr val="tx1">
                                              <a:lumMod val="95000"/>
                                              <a:lumOff val="5000"/>
                                            </a:schemeClr>
                                          </a:solidFill>
                                          <a:latin typeface="Cambria Math" panose="02040503050406030204" charset="0"/>
                                          <a:ea typeface="黑体" panose="02010609060101010101" pitchFamily="49" charset="-122"/>
                                        </a:rPr>
                                        <m:t>2</m:t>
                                      </m:r>
                                    </m:sup>
                                  </m:sSup>
                                </m:e>
                              </m:rad>
                            </m:den>
                          </m:f>
                        </m:e>
                      </m:func>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rPr>
                        <m:t>0</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oMath>
                  </m:oMathPara>
                </a14:m>
                <a:endParaRPr kumimoji="1" lang="zh-CN" altLang="en-US" sz="2200" dirty="0">
                  <a:solidFill>
                    <a:schemeClr val="tx1">
                      <a:lumMod val="95000"/>
                      <a:lumOff val="5000"/>
                    </a:schemeClr>
                  </a:solidFill>
                  <a:latin typeface="Cambria Math" panose="02040503050406030204" charset="0"/>
                  <a:ea typeface="黑体" panose="02010609060101010101" pitchFamily="49" charset="-122"/>
                </a:endParaRPr>
              </a:p>
            </p:txBody>
          </p:sp>
        </mc:Choice>
        <mc:Fallback>
          <p:sp>
            <p:nvSpPr>
              <p:cNvPr id="11" name="Object 10"/>
              <p:cNvSpPr txBox="1">
                <a:spLocks noRot="1" noChangeAspect="1" noMove="1" noResize="1" noEditPoints="1" noAdjustHandles="1" noChangeArrowheads="1" noChangeShapeType="1" noTextEdit="1"/>
              </p:cNvSpPr>
              <p:nvPr/>
            </p:nvSpPr>
            <p:spPr bwMode="auto">
              <a:xfrm>
                <a:off x="2898775" y="3226621"/>
                <a:ext cx="3686291" cy="950913"/>
              </a:xfrm>
              <a:prstGeom prst="rect">
                <a:avLst/>
              </a:prstGeom>
              <a:blipFill rotWithShape="1">
                <a:blip r:embed="rId7"/>
                <a:stretch>
                  <a:fillRect t="-20" r="3" b="53"/>
                </a:stretch>
              </a:blipFill>
              <a:ln>
                <a:noFill/>
              </a:ln>
              <a:effectLst/>
            </p:spPr>
            <p:txBody>
              <a:bodyPr/>
              <a:lstStyle/>
              <a:p>
                <a:r>
                  <a:rPr lang="zh-CN" altLang="en-US">
                    <a:noFill/>
                  </a:rPr>
                  <a:t> </a:t>
                </a:r>
              </a:p>
            </p:txBody>
          </p:sp>
        </mc:Fallback>
      </mc:AlternateContent>
      <p:sp>
        <p:nvSpPr>
          <p:cNvPr id="12" name="Text Box 14"/>
          <p:cNvSpPr txBox="1">
            <a:spLocks noChangeArrowheads="1"/>
          </p:cNvSpPr>
          <p:nvPr/>
        </p:nvSpPr>
        <p:spPr bwMode="auto">
          <a:xfrm>
            <a:off x="2898775" y="1304574"/>
            <a:ext cx="533400" cy="43088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square">
            <a:spAutoFit/>
          </a:bodyPr>
          <a:lstStyle/>
          <a:p>
            <a:pPr marL="0" marR="0" lvl="0" indent="0" algn="l" defTabSz="914400" rtl="0" eaLnBrk="1" fontAlgn="base" latinLnBrk="0" hangingPunct="1">
              <a:lnSpc>
                <a:spcPct val="100000"/>
              </a:lnSpc>
              <a:spcBef>
                <a:spcPct val="50000"/>
              </a:spcBef>
              <a:spcAft>
                <a:spcPct val="0"/>
              </a:spcAft>
              <a:buClrTx/>
              <a:buSzTx/>
              <a:buFontTx/>
              <a:buNone/>
              <a:defRPr/>
            </a:pPr>
            <a:r>
              <a:rPr kumimoji="1" lang="zh-CN" altLang="en-US" sz="2200" dirty="0">
                <a:solidFill>
                  <a:schemeClr val="tx1">
                    <a:lumMod val="95000"/>
                    <a:lumOff val="5000"/>
                  </a:schemeClr>
                </a:solidFill>
                <a:latin typeface="Cambria Math" panose="02040503050406030204" charset="0"/>
                <a:ea typeface="黑体" panose="02010609060101010101" pitchFamily="49" charset="-122"/>
                <a:sym typeface="+mn-lt"/>
              </a:rPr>
              <a:t>即</a:t>
            </a:r>
            <a:endParaRPr kumimoji="1" lang="zh-CN" altLang="en-US" sz="2200" dirty="0">
              <a:solidFill>
                <a:schemeClr val="tx1">
                  <a:lumMod val="95000"/>
                  <a:lumOff val="5000"/>
                </a:schemeClr>
              </a:solidFill>
              <a:latin typeface="Cambria Math" panose="02040503050406030204" charset="0"/>
              <a:ea typeface="黑体" panose="02010609060101010101" pitchFamily="49" charset="-122"/>
              <a:sym typeface="+mn-lt"/>
            </a:endParaRPr>
          </a:p>
        </p:txBody>
      </p:sp>
      <mc:AlternateContent xmlns:mc="http://schemas.openxmlformats.org/markup-compatibility/2006">
        <mc:Choice xmlns:a14="http://schemas.microsoft.com/office/drawing/2010/main" Requires="a14">
          <p:sp>
            <p:nvSpPr>
              <p:cNvPr id="13" name="Object 42"/>
              <p:cNvSpPr txBox="1"/>
              <p:nvPr/>
            </p:nvSpPr>
            <p:spPr bwMode="auto">
              <a:xfrm>
                <a:off x="9225301" y="2305516"/>
                <a:ext cx="2430624" cy="747252"/>
              </a:xfrm>
              <a:prstGeom prst="rect">
                <a:avLst/>
              </a:prstGeom>
              <a:noFill/>
              <a:ln>
                <a:noFill/>
              </a:ln>
              <a:effectLst/>
            </p:spPr>
            <p:txBody>
              <a:bodyPr>
                <a:noAutofit/>
              </a:bodyPr>
              <a:lstStyle/>
              <a:p>
                <a14:m>
                  <m:oMathPara xmlns:m="http://schemas.openxmlformats.org/officeDocument/2006/math">
                    <m:oMathParaPr>
                      <m:jc m:val="left"/>
                    </m:oMathParaPr>
                    <m:oMath xmlns:m="http://schemas.openxmlformats.org/officeDocument/2006/math">
                      <m:func>
                        <m:funcPr>
                          <m:ctrlPr>
                            <a:rPr kumimoji="1" lang="zh-CN" altLang="en-US" sz="2200" i="1">
                              <a:solidFill>
                                <a:schemeClr val="tx1">
                                  <a:lumMod val="95000"/>
                                  <a:lumOff val="5000"/>
                                </a:schemeClr>
                              </a:solidFill>
                              <a:latin typeface="Cambria Math" panose="02040503050406030204" charset="0"/>
                              <a:ea typeface="黑体" panose="02010609060101010101" pitchFamily="49" charset="-122"/>
                            </a:rPr>
                          </m:ctrlPr>
                        </m:funcPr>
                        <m:fName>
                          <m:limLow>
                            <m:limLowPr>
                              <m:ctrlPr>
                                <a:rPr kumimoji="1" lang="zh-CN" altLang="en-US" sz="2000" i="1">
                                  <a:solidFill>
                                    <a:schemeClr val="tx1">
                                      <a:lumMod val="95000"/>
                                      <a:lumOff val="5000"/>
                                    </a:schemeClr>
                                  </a:solidFill>
                                  <a:latin typeface="Cambria Math" panose="02040503050406030204" charset="0"/>
                                  <a:ea typeface="黑体" panose="02010609060101010101" pitchFamily="49" charset="-122"/>
                                </a:rPr>
                              </m:ctrlPr>
                            </m:limLowPr>
                            <m:e>
                              <m:r>
                                <m:rPr>
                                  <m:sty m:val="p"/>
                                </m:rPr>
                                <a:rPr kumimoji="1" lang="zh-CN" altLang="en-US" sz="2000">
                                  <a:solidFill>
                                    <a:schemeClr val="tx1">
                                      <a:lumMod val="95000"/>
                                      <a:lumOff val="5000"/>
                                    </a:schemeClr>
                                  </a:solidFill>
                                  <a:latin typeface="Cambria Math" panose="02040503050406030204" charset="0"/>
                                  <a:ea typeface="黑体" panose="02010609060101010101" pitchFamily="49" charset="-122"/>
                                </a:rPr>
                                <m:t>lim</m:t>
                              </m:r>
                            </m:e>
                            <m:lim>
                              <m:r>
                                <a:rPr kumimoji="1" lang="zh-CN" altLang="en-US" sz="2000">
                                  <a:latin typeface="Cambria Math" panose="02040503050406030204" charset="0"/>
                                  <a:ea typeface="黑体" panose="02010609060101010101" pitchFamily="49" charset="-122"/>
                                  <a:cs typeface="Cambria Math" panose="02040503050406030204" charset="0"/>
                                </a:rPr>
                                <m:t>(</m:t>
                              </m:r>
                              <m:r>
                                <m:rPr>
                                  <m:sty m:val="p"/>
                                </m:rPr>
                                <a:rPr kumimoji="1" lang="zh-CN" altLang="en-US" sz="2000">
                                  <a:solidFill>
                                    <a:schemeClr val="tx1">
                                      <a:lumMod val="95000"/>
                                      <a:lumOff val="5000"/>
                                    </a:schemeClr>
                                  </a:solidFill>
                                  <a:latin typeface="Cambria Math" panose="02040503050406030204" charset="0"/>
                                  <a:ea typeface="黑体" panose="02010609060101010101" pitchFamily="49" charset="-122"/>
                                </a:rPr>
                                <m:t>Δ</m:t>
                              </m:r>
                              <m:r>
                                <a:rPr kumimoji="1" lang="zh-CN" altLang="en-US" sz="2000">
                                  <a:latin typeface="Cambria Math" panose="02040503050406030204" charset="0"/>
                                  <a:ea typeface="黑体" panose="02010609060101010101" pitchFamily="49" charset="-122"/>
                                  <a:cs typeface="Cambria Math" panose="02040503050406030204" charset="0"/>
                                </a:rPr>
                                <m:t>𝑥</m:t>
                              </m:r>
                              <m:r>
                                <a:rPr kumimoji="1" lang="zh-CN" altLang="en-US" sz="2000">
                                  <a:latin typeface="Cambria Math" panose="02040503050406030204" charset="0"/>
                                  <a:ea typeface="黑体" panose="02010609060101010101" pitchFamily="49" charset="-122"/>
                                  <a:cs typeface="Cambria Math" panose="02040503050406030204" charset="0"/>
                                </a:rPr>
                                <m:t>,</m:t>
                              </m:r>
                              <m:r>
                                <m:rPr>
                                  <m:sty m:val="p"/>
                                </m:rPr>
                                <a:rPr kumimoji="1" lang="zh-CN" altLang="en-US" sz="2000">
                                  <a:solidFill>
                                    <a:schemeClr val="tx1">
                                      <a:lumMod val="95000"/>
                                      <a:lumOff val="5000"/>
                                    </a:schemeClr>
                                  </a:solidFill>
                                  <a:latin typeface="Cambria Math" panose="02040503050406030204" charset="0"/>
                                  <a:ea typeface="黑体" panose="02010609060101010101" pitchFamily="49" charset="-122"/>
                                </a:rPr>
                                <m:t>Δ</m:t>
                              </m:r>
                              <m:r>
                                <a:rPr kumimoji="1" lang="zh-CN" altLang="en-US" sz="2000">
                                  <a:latin typeface="Cambria Math" panose="02040503050406030204" charset="0"/>
                                  <a:ea typeface="黑体" panose="02010609060101010101" pitchFamily="49" charset="-122"/>
                                  <a:cs typeface="Cambria Math" panose="02040503050406030204" charset="0"/>
                                </a:rPr>
                                <m:t>𝑦</m:t>
                              </m:r>
                              <m:r>
                                <a:rPr kumimoji="1" lang="zh-CN" altLang="en-US" sz="2000">
                                  <a:latin typeface="Cambria Math" panose="02040503050406030204" charset="0"/>
                                  <a:ea typeface="黑体" panose="02010609060101010101" pitchFamily="49" charset="-122"/>
                                  <a:cs typeface="Cambria Math" panose="02040503050406030204" charset="0"/>
                                </a:rPr>
                                <m:t>)→(</m:t>
                              </m:r>
                              <m:r>
                                <a:rPr kumimoji="1" lang="en-US" altLang="zh-CN" sz="2000" i="1">
                                  <a:latin typeface="Cambria Math" panose="02040503050406030204" charset="0"/>
                                  <a:ea typeface="黑体" panose="02010609060101010101" pitchFamily="49" charset="-122"/>
                                  <a:cs typeface="Cambria Math" panose="02040503050406030204" charset="0"/>
                                </a:rPr>
                                <m:t>0</m:t>
                              </m:r>
                              <m:r>
                                <a:rPr kumimoji="1" lang="zh-CN" altLang="en-US" sz="2000">
                                  <a:latin typeface="Cambria Math" panose="02040503050406030204" charset="0"/>
                                  <a:ea typeface="黑体" panose="02010609060101010101" pitchFamily="49" charset="-122"/>
                                  <a:cs typeface="Cambria Math" panose="02040503050406030204" charset="0"/>
                                </a:rPr>
                                <m:t>,</m:t>
                              </m:r>
                              <m:r>
                                <a:rPr kumimoji="1" lang="en-US" altLang="zh-CN" sz="2000" i="1">
                                  <a:latin typeface="Cambria Math" panose="02040503050406030204" charset="0"/>
                                  <a:ea typeface="黑体" panose="02010609060101010101" pitchFamily="49" charset="-122"/>
                                  <a:cs typeface="Cambria Math" panose="02040503050406030204" charset="0"/>
                                </a:rPr>
                                <m:t>0</m:t>
                              </m:r>
                              <m:r>
                                <a:rPr kumimoji="1" lang="zh-CN" altLang="en-US" sz="2000">
                                  <a:latin typeface="Cambria Math" panose="02040503050406030204" charset="0"/>
                                  <a:ea typeface="黑体" panose="02010609060101010101" pitchFamily="49" charset="-122"/>
                                  <a:cs typeface="Cambria Math" panose="02040503050406030204" charset="0"/>
                                </a:rPr>
                                <m:t>)</m:t>
                              </m:r>
                            </m:lim>
                          </m:limLow>
                        </m:fName>
                        <m:e>
                          <m:r>
                            <a:rPr kumimoji="1" lang="zh-CN" altLang="en-US" sz="2200">
                              <a:solidFill>
                                <a:schemeClr val="tx1">
                                  <a:lumMod val="95000"/>
                                  <a:lumOff val="5000"/>
                                </a:schemeClr>
                              </a:solidFill>
                              <a:latin typeface="Cambria Math" panose="02040503050406030204" charset="0"/>
                              <a:ea typeface="黑体" panose="02010609060101010101" pitchFamily="49" charset="-122"/>
                            </a:rPr>
                            <m:t>𝛽</m:t>
                          </m:r>
                        </m:e>
                      </m:func>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rPr>
                        <m:t>0</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oMath>
                  </m:oMathPara>
                </a14:m>
                <a:endParaRPr kumimoji="1" lang="zh-CN" altLang="en-US" sz="2200" dirty="0">
                  <a:solidFill>
                    <a:schemeClr val="tx1">
                      <a:lumMod val="95000"/>
                      <a:lumOff val="5000"/>
                    </a:schemeClr>
                  </a:solidFill>
                  <a:latin typeface="Cambria Math" panose="02040503050406030204" charset="0"/>
                  <a:ea typeface="黑体" panose="02010609060101010101" pitchFamily="49" charset="-122"/>
                </a:endParaRPr>
              </a:p>
            </p:txBody>
          </p:sp>
        </mc:Choice>
        <mc:Fallback>
          <p:sp>
            <p:nvSpPr>
              <p:cNvPr id="13" name="Object 42"/>
              <p:cNvSpPr txBox="1">
                <a:spLocks noRot="1" noChangeAspect="1" noMove="1" noResize="1" noEditPoints="1" noAdjustHandles="1" noChangeArrowheads="1" noChangeShapeType="1" noTextEdit="1"/>
              </p:cNvSpPr>
              <p:nvPr/>
            </p:nvSpPr>
            <p:spPr bwMode="auto">
              <a:xfrm>
                <a:off x="9225301" y="2305516"/>
                <a:ext cx="2430624" cy="747252"/>
              </a:xfrm>
              <a:prstGeom prst="rect">
                <a:avLst/>
              </a:prstGeom>
              <a:blipFill rotWithShape="1">
                <a:blip r:embed="rId8"/>
                <a:stretch>
                  <a:fillRect l="-1" t="-62" r="21" b="43"/>
                </a:stretch>
              </a:blipFill>
              <a:ln>
                <a:noFill/>
              </a:ln>
              <a:effectLst/>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4" name="Object 43"/>
              <p:cNvSpPr txBox="1"/>
              <p:nvPr/>
            </p:nvSpPr>
            <p:spPr bwMode="auto">
              <a:xfrm>
                <a:off x="6689724" y="2334787"/>
                <a:ext cx="2703658" cy="734958"/>
              </a:xfrm>
              <a:prstGeom prst="rect">
                <a:avLst/>
              </a:prstGeom>
              <a:noFill/>
              <a:ln>
                <a:noFill/>
              </a:ln>
              <a:effectLst/>
            </p:spPr>
            <p:txBody>
              <a:bodyPr>
                <a:noAutofit/>
              </a:bodyPr>
              <a:lstStyle/>
              <a:p>
                <a14:m>
                  <m:oMathPara xmlns:m="http://schemas.openxmlformats.org/officeDocument/2006/math">
                    <m:oMathParaPr>
                      <m:jc m:val="left"/>
                    </m:oMathParaPr>
                    <m:oMath xmlns:m="http://schemas.openxmlformats.org/officeDocument/2006/math">
                      <m:r>
                        <a:rPr kumimoji="1" lang="zh-CN" altLang="en-US" sz="2200">
                          <a:solidFill>
                            <a:schemeClr val="tx1">
                              <a:lumMod val="95000"/>
                              <a:lumOff val="5000"/>
                            </a:schemeClr>
                          </a:solidFill>
                          <a:latin typeface="Cambria Math" panose="02040503050406030204" charset="0"/>
                          <a:ea typeface="黑体" panose="02010609060101010101" pitchFamily="49" charset="-122"/>
                        </a:rPr>
                        <m:t>且</m:t>
                      </m:r>
                      <m:func>
                        <m:funcPr>
                          <m:ctrlPr>
                            <a:rPr kumimoji="1" lang="zh-CN" altLang="en-US" sz="2200" i="1">
                              <a:solidFill>
                                <a:schemeClr val="tx1">
                                  <a:lumMod val="95000"/>
                                  <a:lumOff val="5000"/>
                                </a:schemeClr>
                              </a:solidFill>
                              <a:latin typeface="Cambria Math" panose="02040503050406030204" charset="0"/>
                              <a:ea typeface="黑体" panose="02010609060101010101" pitchFamily="49" charset="-122"/>
                            </a:rPr>
                          </m:ctrlPr>
                        </m:funcPr>
                        <m:fName>
                          <m:limLow>
                            <m:limLowPr>
                              <m:ctrlPr>
                                <a:rPr kumimoji="1" lang="zh-CN" altLang="en-US" sz="2000" i="1">
                                  <a:solidFill>
                                    <a:schemeClr val="tx1">
                                      <a:lumMod val="95000"/>
                                      <a:lumOff val="5000"/>
                                    </a:schemeClr>
                                  </a:solidFill>
                                  <a:latin typeface="Cambria Math" panose="02040503050406030204" charset="0"/>
                                  <a:ea typeface="黑体" panose="02010609060101010101" pitchFamily="49" charset="-122"/>
                                </a:rPr>
                              </m:ctrlPr>
                            </m:limLowPr>
                            <m:e>
                              <m:r>
                                <m:rPr>
                                  <m:sty m:val="p"/>
                                </m:rPr>
                                <a:rPr kumimoji="1" lang="zh-CN" altLang="en-US" sz="2000">
                                  <a:solidFill>
                                    <a:schemeClr val="tx1">
                                      <a:lumMod val="95000"/>
                                      <a:lumOff val="5000"/>
                                    </a:schemeClr>
                                  </a:solidFill>
                                  <a:latin typeface="Cambria Math" panose="02040503050406030204" charset="0"/>
                                  <a:ea typeface="黑体" panose="02010609060101010101" pitchFamily="49" charset="-122"/>
                                </a:rPr>
                                <m:t>lim</m:t>
                              </m:r>
                            </m:e>
                            <m:lim>
                              <m:r>
                                <a:rPr kumimoji="1" lang="zh-CN" altLang="en-US" sz="2000">
                                  <a:latin typeface="Cambria Math" panose="02040503050406030204" charset="0"/>
                                  <a:ea typeface="黑体" panose="02010609060101010101" pitchFamily="49" charset="-122"/>
                                  <a:cs typeface="Cambria Math" panose="02040503050406030204" charset="0"/>
                                </a:rPr>
                                <m:t>(</m:t>
                              </m:r>
                              <m:r>
                                <m:rPr>
                                  <m:sty m:val="p"/>
                                </m:rPr>
                                <a:rPr kumimoji="1" lang="zh-CN" altLang="en-US" sz="2000">
                                  <a:solidFill>
                                    <a:schemeClr val="tx1">
                                      <a:lumMod val="95000"/>
                                      <a:lumOff val="5000"/>
                                    </a:schemeClr>
                                  </a:solidFill>
                                  <a:latin typeface="Cambria Math" panose="02040503050406030204" charset="0"/>
                                  <a:ea typeface="黑体" panose="02010609060101010101" pitchFamily="49" charset="-122"/>
                                </a:rPr>
                                <m:t>Δ</m:t>
                              </m:r>
                              <m:r>
                                <a:rPr kumimoji="1" lang="zh-CN" altLang="en-US" sz="2000">
                                  <a:latin typeface="Cambria Math" panose="02040503050406030204" charset="0"/>
                                  <a:ea typeface="黑体" panose="02010609060101010101" pitchFamily="49" charset="-122"/>
                                  <a:cs typeface="Cambria Math" panose="02040503050406030204" charset="0"/>
                                </a:rPr>
                                <m:t>𝑥</m:t>
                              </m:r>
                              <m:r>
                                <a:rPr kumimoji="1" lang="zh-CN" altLang="en-US" sz="2000">
                                  <a:latin typeface="Cambria Math" panose="02040503050406030204" charset="0"/>
                                  <a:ea typeface="黑体" panose="02010609060101010101" pitchFamily="49" charset="-122"/>
                                  <a:cs typeface="Cambria Math" panose="02040503050406030204" charset="0"/>
                                </a:rPr>
                                <m:t>,</m:t>
                              </m:r>
                              <m:r>
                                <m:rPr>
                                  <m:sty m:val="p"/>
                                </m:rPr>
                                <a:rPr kumimoji="1" lang="zh-CN" altLang="en-US" sz="2000">
                                  <a:solidFill>
                                    <a:schemeClr val="tx1">
                                      <a:lumMod val="95000"/>
                                      <a:lumOff val="5000"/>
                                    </a:schemeClr>
                                  </a:solidFill>
                                  <a:latin typeface="Cambria Math" panose="02040503050406030204" charset="0"/>
                                  <a:ea typeface="黑体" panose="02010609060101010101" pitchFamily="49" charset="-122"/>
                                </a:rPr>
                                <m:t>Δ</m:t>
                              </m:r>
                              <m:r>
                                <a:rPr kumimoji="1" lang="zh-CN" altLang="en-US" sz="2000">
                                  <a:latin typeface="Cambria Math" panose="02040503050406030204" charset="0"/>
                                  <a:ea typeface="黑体" panose="02010609060101010101" pitchFamily="49" charset="-122"/>
                                  <a:cs typeface="Cambria Math" panose="02040503050406030204" charset="0"/>
                                </a:rPr>
                                <m:t>𝑦</m:t>
                              </m:r>
                              <m:r>
                                <a:rPr kumimoji="1" lang="zh-CN" altLang="en-US" sz="2000">
                                  <a:latin typeface="Cambria Math" panose="02040503050406030204" charset="0"/>
                                  <a:ea typeface="黑体" panose="02010609060101010101" pitchFamily="49" charset="-122"/>
                                  <a:cs typeface="Cambria Math" panose="02040503050406030204" charset="0"/>
                                </a:rPr>
                                <m:t>)→(</m:t>
                              </m:r>
                              <m:r>
                                <a:rPr kumimoji="1" lang="en-US" altLang="zh-CN" sz="2000" i="1">
                                  <a:latin typeface="Cambria Math" panose="02040503050406030204" charset="0"/>
                                  <a:ea typeface="黑体" panose="02010609060101010101" pitchFamily="49" charset="-122"/>
                                  <a:cs typeface="Cambria Math" panose="02040503050406030204" charset="0"/>
                                </a:rPr>
                                <m:t>0</m:t>
                              </m:r>
                              <m:r>
                                <a:rPr kumimoji="1" lang="zh-CN" altLang="en-US" sz="2000">
                                  <a:latin typeface="Cambria Math" panose="02040503050406030204" charset="0"/>
                                  <a:ea typeface="黑体" panose="02010609060101010101" pitchFamily="49" charset="-122"/>
                                  <a:cs typeface="Cambria Math" panose="02040503050406030204" charset="0"/>
                                </a:rPr>
                                <m:t>,</m:t>
                              </m:r>
                              <m:r>
                                <a:rPr kumimoji="1" lang="en-US" altLang="zh-CN" sz="2000" i="1">
                                  <a:latin typeface="Cambria Math" panose="02040503050406030204" charset="0"/>
                                  <a:ea typeface="黑体" panose="02010609060101010101" pitchFamily="49" charset="-122"/>
                                  <a:cs typeface="Cambria Math" panose="02040503050406030204" charset="0"/>
                                </a:rPr>
                                <m:t>0</m:t>
                              </m:r>
                              <m:r>
                                <a:rPr kumimoji="1" lang="zh-CN" altLang="en-US" sz="2000">
                                  <a:latin typeface="Cambria Math" panose="02040503050406030204" charset="0"/>
                                  <a:ea typeface="黑体" panose="02010609060101010101" pitchFamily="49" charset="-122"/>
                                  <a:cs typeface="Cambria Math" panose="02040503050406030204" charset="0"/>
                                </a:rPr>
                                <m:t>)</m:t>
                              </m:r>
                            </m:lim>
                          </m:limLow>
                        </m:fName>
                        <m:e>
                          <m:r>
                            <a:rPr kumimoji="1" lang="zh-CN" altLang="en-US" sz="2200">
                              <a:solidFill>
                                <a:schemeClr val="tx1">
                                  <a:lumMod val="95000"/>
                                  <a:lumOff val="5000"/>
                                </a:schemeClr>
                              </a:solidFill>
                              <a:latin typeface="Cambria Math" panose="02040503050406030204" charset="0"/>
                              <a:ea typeface="黑体" panose="02010609060101010101" pitchFamily="49" charset="-122"/>
                            </a:rPr>
                            <m:t>𝛼</m:t>
                          </m:r>
                        </m:e>
                      </m:func>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rPr>
                        <m:t>0</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oMath>
                  </m:oMathPara>
                </a14:m>
                <a:endParaRPr kumimoji="1" lang="zh-CN" altLang="en-US" sz="2200" dirty="0">
                  <a:solidFill>
                    <a:schemeClr val="tx1">
                      <a:lumMod val="95000"/>
                      <a:lumOff val="5000"/>
                    </a:schemeClr>
                  </a:solidFill>
                  <a:latin typeface="Cambria Math" panose="02040503050406030204" charset="0"/>
                  <a:ea typeface="黑体" panose="02010609060101010101" pitchFamily="49" charset="-122"/>
                </a:endParaRPr>
              </a:p>
            </p:txBody>
          </p:sp>
        </mc:Choice>
        <mc:Fallback>
          <p:sp>
            <p:nvSpPr>
              <p:cNvPr id="14" name="Object 43"/>
              <p:cNvSpPr txBox="1">
                <a:spLocks noRot="1" noChangeAspect="1" noMove="1" noResize="1" noEditPoints="1" noAdjustHandles="1" noChangeArrowheads="1" noChangeShapeType="1" noTextEdit="1"/>
              </p:cNvSpPr>
              <p:nvPr/>
            </p:nvSpPr>
            <p:spPr bwMode="auto">
              <a:xfrm>
                <a:off x="6689724" y="2334787"/>
                <a:ext cx="2703658" cy="734958"/>
              </a:xfrm>
              <a:prstGeom prst="rect">
                <a:avLst/>
              </a:prstGeom>
              <a:blipFill rotWithShape="1">
                <a:blip r:embed="rId9"/>
                <a:stretch>
                  <a:fillRect l="-23" t="-72" r="17" b="21"/>
                </a:stretch>
              </a:blipFill>
              <a:ln>
                <a:noFill/>
              </a:ln>
              <a:effectLst/>
            </p:spPr>
            <p:txBody>
              <a:bodyPr/>
              <a:lstStyle/>
              <a:p>
                <a:r>
                  <a:rPr lang="zh-CN" altLang="en-US">
                    <a:noFill/>
                  </a:rPr>
                  <a:t> </a:t>
                </a:r>
              </a:p>
            </p:txBody>
          </p:sp>
        </mc:Fallback>
      </mc:AlternateContent>
      <p:grpSp>
        <p:nvGrpSpPr>
          <p:cNvPr id="15" name="组合 14"/>
          <p:cNvGrpSpPr/>
          <p:nvPr/>
        </p:nvGrpSpPr>
        <p:grpSpPr>
          <a:xfrm>
            <a:off x="9225301" y="5187057"/>
            <a:ext cx="716209" cy="360271"/>
            <a:chOff x="1553" y="3803"/>
            <a:chExt cx="1165" cy="579"/>
          </a:xfrm>
        </p:grpSpPr>
        <p:sp>
          <p:nvSpPr>
            <p:cNvPr id="16" name="圆角矩形 21"/>
            <p:cNvSpPr/>
            <p:nvPr/>
          </p:nvSpPr>
          <p:spPr>
            <a:xfrm>
              <a:off x="1553" y="3803"/>
              <a:ext cx="1131" cy="579"/>
            </a:xfrm>
            <a:prstGeom prst="roundRect">
              <a:avLst>
                <a:gd name="adj" fmla="val 0"/>
              </a:avLst>
            </a:prstGeom>
            <a:solidFill>
              <a:srgbClr val="04926A">
                <a:alpha val="4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200">
                <a:latin typeface="微软雅黑" panose="020B0503020204020204" pitchFamily="34" charset="-122"/>
                <a:ea typeface="微软雅黑" panose="020B0503020204020204" pitchFamily="34" charset="-122"/>
              </a:endParaRPr>
            </a:p>
          </p:txBody>
        </p:sp>
        <p:sp>
          <p:nvSpPr>
            <p:cNvPr id="17" name="Text Box 28"/>
            <p:cNvSpPr txBox="1">
              <a:spLocks noChangeArrowheads="1"/>
            </p:cNvSpPr>
            <p:nvPr/>
          </p:nvSpPr>
          <p:spPr bwMode="auto">
            <a:xfrm>
              <a:off x="1650" y="3817"/>
              <a:ext cx="1068" cy="54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0" tIns="0" bIns="0">
              <a:spAutoFit/>
            </a:bodyPr>
            <a:lstStyle>
              <a:lvl1pPr>
                <a:lnSpc>
                  <a:spcPct val="85000"/>
                </a:lnSpc>
                <a:defRPr kumimoji="1" sz="2800" b="1">
                  <a:solidFill>
                    <a:schemeClr val="tx2"/>
                  </a:solidFill>
                  <a:latin typeface="Times New Roman" panose="02020603050405020304" pitchFamily="18" charset="0"/>
                  <a:ea typeface="楷体_GB2312" pitchFamily="49" charset="-122"/>
                </a:defRPr>
              </a:lvl1pPr>
              <a:lvl2pPr marL="742950" indent="-285750">
                <a:lnSpc>
                  <a:spcPct val="85000"/>
                </a:lnSpc>
                <a:defRPr kumimoji="1" sz="2800" b="1">
                  <a:solidFill>
                    <a:schemeClr val="tx2"/>
                  </a:solidFill>
                  <a:latin typeface="Times New Roman" panose="02020603050405020304" pitchFamily="18" charset="0"/>
                  <a:ea typeface="楷体_GB2312" pitchFamily="49" charset="-122"/>
                </a:defRPr>
              </a:lvl2pPr>
              <a:lvl3pPr marL="1143000" indent="-228600">
                <a:lnSpc>
                  <a:spcPct val="85000"/>
                </a:lnSpc>
                <a:defRPr kumimoji="1" sz="2800" b="1">
                  <a:solidFill>
                    <a:schemeClr val="tx2"/>
                  </a:solidFill>
                  <a:latin typeface="Times New Roman" panose="02020603050405020304" pitchFamily="18" charset="0"/>
                  <a:ea typeface="楷体_GB2312" pitchFamily="49" charset="-122"/>
                </a:defRPr>
              </a:lvl3pPr>
              <a:lvl4pPr marL="1600200" indent="-228600">
                <a:lnSpc>
                  <a:spcPct val="85000"/>
                </a:lnSpc>
                <a:defRPr kumimoji="1" sz="2800" b="1">
                  <a:solidFill>
                    <a:schemeClr val="tx2"/>
                  </a:solidFill>
                  <a:latin typeface="Times New Roman" panose="02020603050405020304" pitchFamily="18" charset="0"/>
                  <a:ea typeface="楷体_GB2312" pitchFamily="49" charset="-122"/>
                </a:defRPr>
              </a:lvl4pPr>
              <a:lvl5pPr marL="2057400" indent="-228600">
                <a:lnSpc>
                  <a:spcPct val="85000"/>
                </a:lnSpc>
                <a:defRPr kumimoji="1" sz="2800" b="1">
                  <a:solidFill>
                    <a:schemeClr val="tx2"/>
                  </a:solidFill>
                  <a:latin typeface="Times New Roman" panose="02020603050405020304" pitchFamily="18" charset="0"/>
                  <a:ea typeface="楷体_GB2312" pitchFamily="49" charset="-122"/>
                </a:defRPr>
              </a:lvl5pPr>
              <a:lvl6pPr marL="2514600" indent="-228600" eaLnBrk="0" fontAlgn="base" hangingPunct="0">
                <a:lnSpc>
                  <a:spcPct val="85000"/>
                </a:lnSpc>
                <a:spcBef>
                  <a:spcPct val="0"/>
                </a:spcBef>
                <a:spcAft>
                  <a:spcPct val="0"/>
                </a:spcAft>
                <a:defRPr kumimoji="1" sz="2800" b="1">
                  <a:solidFill>
                    <a:schemeClr val="tx2"/>
                  </a:solidFill>
                  <a:latin typeface="Times New Roman" panose="02020603050405020304" pitchFamily="18" charset="0"/>
                  <a:ea typeface="楷体_GB2312" pitchFamily="49" charset="-122"/>
                </a:defRPr>
              </a:lvl6pPr>
              <a:lvl7pPr marL="2971800" indent="-228600" eaLnBrk="0" fontAlgn="base" hangingPunct="0">
                <a:lnSpc>
                  <a:spcPct val="85000"/>
                </a:lnSpc>
                <a:spcBef>
                  <a:spcPct val="0"/>
                </a:spcBef>
                <a:spcAft>
                  <a:spcPct val="0"/>
                </a:spcAft>
                <a:defRPr kumimoji="1" sz="2800" b="1">
                  <a:solidFill>
                    <a:schemeClr val="tx2"/>
                  </a:solidFill>
                  <a:latin typeface="Times New Roman" panose="02020603050405020304" pitchFamily="18" charset="0"/>
                  <a:ea typeface="楷体_GB2312" pitchFamily="49" charset="-122"/>
                </a:defRPr>
              </a:lvl7pPr>
              <a:lvl8pPr marL="3429000" indent="-228600" eaLnBrk="0" fontAlgn="base" hangingPunct="0">
                <a:lnSpc>
                  <a:spcPct val="85000"/>
                </a:lnSpc>
                <a:spcBef>
                  <a:spcPct val="0"/>
                </a:spcBef>
                <a:spcAft>
                  <a:spcPct val="0"/>
                </a:spcAft>
                <a:defRPr kumimoji="1" sz="2800" b="1">
                  <a:solidFill>
                    <a:schemeClr val="tx2"/>
                  </a:solidFill>
                  <a:latin typeface="Times New Roman" panose="02020603050405020304" pitchFamily="18" charset="0"/>
                  <a:ea typeface="楷体_GB2312" pitchFamily="49" charset="-122"/>
                </a:defRPr>
              </a:lvl8pPr>
              <a:lvl9pPr marL="3886200" indent="-228600" eaLnBrk="0" fontAlgn="base" hangingPunct="0">
                <a:lnSpc>
                  <a:spcPct val="85000"/>
                </a:lnSpc>
                <a:spcBef>
                  <a:spcPct val="0"/>
                </a:spcBef>
                <a:spcAft>
                  <a:spcPct val="0"/>
                </a:spcAft>
                <a:defRPr kumimoji="1" sz="2800" b="1">
                  <a:solidFill>
                    <a:schemeClr val="tx2"/>
                  </a:solidFill>
                  <a:latin typeface="Times New Roman" panose="02020603050405020304" pitchFamily="18" charset="0"/>
                  <a:ea typeface="楷体_GB2312" pitchFamily="49" charset="-122"/>
                </a:defRPr>
              </a:lvl9pPr>
            </a:lstStyle>
            <a:p>
              <a:pPr marL="0" marR="0" lvl="0" indent="0" defTabSz="914400" eaLnBrk="1" fontAlgn="base" latinLnBrk="0" hangingPunct="1">
                <a:lnSpc>
                  <a:spcPct val="100000"/>
                </a:lnSpc>
                <a:spcBef>
                  <a:spcPct val="50000"/>
                </a:spcBef>
                <a:spcAft>
                  <a:spcPct val="0"/>
                </a:spcAft>
                <a:buClrTx/>
                <a:buSzTx/>
                <a:defRPr/>
              </a:pPr>
              <a:r>
                <a:rPr lang="zh-CN" altLang="en-US" sz="2200" b="0" dirty="0">
                  <a:solidFill>
                    <a:schemeClr val="tx1">
                      <a:lumMod val="95000"/>
                      <a:lumOff val="5000"/>
                    </a:schemeClr>
                  </a:solidFill>
                  <a:latin typeface="Cambria Math" panose="02040503050406030204" charset="0"/>
                  <a:ea typeface="黑体" panose="02010609060101010101" pitchFamily="49" charset="-122"/>
                  <a:cs typeface="+mj-cs"/>
                </a:rPr>
                <a:t>证毕</a:t>
              </a:r>
              <a:endParaRPr lang="zh-CN" altLang="en-US" sz="2200" b="0" dirty="0">
                <a:solidFill>
                  <a:schemeClr val="tx1">
                    <a:lumMod val="95000"/>
                    <a:lumOff val="5000"/>
                  </a:schemeClr>
                </a:solidFill>
                <a:latin typeface="Cambria Math" panose="02040503050406030204" charset="0"/>
                <a:ea typeface="黑体" panose="02010609060101010101" pitchFamily="49" charset="-122"/>
                <a:cs typeface="+mj-cs"/>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wipe(left)">
                                      <p:cBhvr>
                                        <p:cTn id="7" dur="500"/>
                                        <p:tgtEl>
                                          <p:spTgt spid="1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wipe(left)">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wipe(left)">
                                      <p:cBhvr>
                                        <p:cTn id="17" dur="500"/>
                                        <p:tgtEl>
                                          <p:spTgt spid="4"/>
                                        </p:tgtEl>
                                      </p:cBhvr>
                                    </p:animEffect>
                                  </p:childTnLst>
                                </p:cTn>
                              </p:par>
                            </p:childTnLst>
                          </p:cTn>
                        </p:par>
                        <p:par>
                          <p:cTn id="18" fill="hold">
                            <p:stCondLst>
                              <p:cond delay="500"/>
                            </p:stCondLst>
                            <p:childTnLst>
                              <p:par>
                                <p:cTn id="19" presetID="22" presetClass="entr" presetSubtype="8" fill="hold" grpId="0" nodeType="after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wipe(left)">
                                      <p:cBhvr>
                                        <p:cTn id="21" dur="500"/>
                                        <p:tgtEl>
                                          <p:spTgt spid="14"/>
                                        </p:tgtEl>
                                      </p:cBhvr>
                                    </p:animEffect>
                                  </p:childTnLst>
                                </p:cTn>
                              </p:par>
                            </p:childTnLst>
                          </p:cTn>
                        </p:par>
                        <p:par>
                          <p:cTn id="22" fill="hold">
                            <p:stCondLst>
                              <p:cond delay="1000"/>
                            </p:stCondLst>
                            <p:childTnLst>
                              <p:par>
                                <p:cTn id="23" presetID="22" presetClass="entr" presetSubtype="8" fill="hold" grpId="0" nodeType="afterEffect">
                                  <p:stCondLst>
                                    <p:cond delay="0"/>
                                  </p:stCondLst>
                                  <p:childTnLst>
                                    <p:set>
                                      <p:cBhvr>
                                        <p:cTn id="24" dur="1" fill="hold">
                                          <p:stCondLst>
                                            <p:cond delay="0"/>
                                          </p:stCondLst>
                                        </p:cTn>
                                        <p:tgtEl>
                                          <p:spTgt spid="13"/>
                                        </p:tgtEl>
                                        <p:attrNameLst>
                                          <p:attrName>style.visibility</p:attrName>
                                        </p:attrNameLst>
                                      </p:cBhvr>
                                      <p:to>
                                        <p:strVal val="visible"/>
                                      </p:to>
                                    </p:set>
                                    <p:animEffect transition="in" filter="wipe(left)">
                                      <p:cBhvr>
                                        <p:cTn id="25" dur="500"/>
                                        <p:tgtEl>
                                          <p:spTgt spid="13"/>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8" fill="hold" grpId="0" nodeType="clickEffect">
                                  <p:stCondLst>
                                    <p:cond delay="0"/>
                                  </p:stCondLst>
                                  <p:childTnLst>
                                    <p:set>
                                      <p:cBhvr>
                                        <p:cTn id="29" dur="1" fill="hold">
                                          <p:stCondLst>
                                            <p:cond delay="0"/>
                                          </p:stCondLst>
                                        </p:cTn>
                                        <p:tgtEl>
                                          <p:spTgt spid="11"/>
                                        </p:tgtEl>
                                        <p:attrNameLst>
                                          <p:attrName>style.visibility</p:attrName>
                                        </p:attrNameLst>
                                      </p:cBhvr>
                                      <p:to>
                                        <p:strVal val="visible"/>
                                      </p:to>
                                    </p:set>
                                    <p:animEffect transition="in" filter="wipe(left)">
                                      <p:cBhvr>
                                        <p:cTn id="30" dur="500"/>
                                        <p:tgtEl>
                                          <p:spTgt spid="11"/>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8" fill="hold" grpId="0" nodeType="clickEffect">
                                  <p:stCondLst>
                                    <p:cond delay="0"/>
                                  </p:stCondLst>
                                  <p:childTnLst>
                                    <p:set>
                                      <p:cBhvr>
                                        <p:cTn id="34" dur="1" fill="hold">
                                          <p:stCondLst>
                                            <p:cond delay="0"/>
                                          </p:stCondLst>
                                        </p:cTn>
                                        <p:tgtEl>
                                          <p:spTgt spid="3"/>
                                        </p:tgtEl>
                                        <p:attrNameLst>
                                          <p:attrName>style.visibility</p:attrName>
                                        </p:attrNameLst>
                                      </p:cBhvr>
                                      <p:to>
                                        <p:strVal val="visible"/>
                                      </p:to>
                                    </p:set>
                                    <p:animEffect transition="in" filter="wipe(left)">
                                      <p:cBhvr>
                                        <p:cTn id="35" dur="500"/>
                                        <p:tgtEl>
                                          <p:spTgt spid="3"/>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8" fill="hold" grpId="0" nodeType="clickEffect">
                                  <p:stCondLst>
                                    <p:cond delay="0"/>
                                  </p:stCondLst>
                                  <p:childTnLst>
                                    <p:set>
                                      <p:cBhvr>
                                        <p:cTn id="39" dur="1" fill="hold">
                                          <p:stCondLst>
                                            <p:cond delay="0"/>
                                          </p:stCondLst>
                                        </p:cTn>
                                        <p:tgtEl>
                                          <p:spTgt spid="10"/>
                                        </p:tgtEl>
                                        <p:attrNameLst>
                                          <p:attrName>style.visibility</p:attrName>
                                        </p:attrNameLst>
                                      </p:cBhvr>
                                      <p:to>
                                        <p:strVal val="visible"/>
                                      </p:to>
                                    </p:set>
                                    <p:animEffect transition="in" filter="wipe(left)">
                                      <p:cBhvr>
                                        <p:cTn id="40" dur="500"/>
                                        <p:tgtEl>
                                          <p:spTgt spid="10"/>
                                        </p:tgtEl>
                                      </p:cBhvr>
                                    </p:animEffect>
                                  </p:childTnLst>
                                </p:cTn>
                              </p:par>
                            </p:childTnLst>
                          </p:cTn>
                        </p:par>
                      </p:childTnLst>
                    </p:cTn>
                  </p:par>
                  <p:par>
                    <p:cTn id="41" fill="hold">
                      <p:stCondLst>
                        <p:cond delay="indefinite"/>
                      </p:stCondLst>
                      <p:childTnLst>
                        <p:par>
                          <p:cTn id="42" fill="hold">
                            <p:stCondLst>
                              <p:cond delay="0"/>
                            </p:stCondLst>
                            <p:childTnLst>
                              <p:par>
                                <p:cTn id="43" presetID="22" presetClass="entr" presetSubtype="8" fill="hold" grpId="0" nodeType="clickEffect">
                                  <p:stCondLst>
                                    <p:cond delay="0"/>
                                  </p:stCondLst>
                                  <p:childTnLst>
                                    <p:set>
                                      <p:cBhvr>
                                        <p:cTn id="44" dur="1" fill="hold">
                                          <p:stCondLst>
                                            <p:cond delay="0"/>
                                          </p:stCondLst>
                                        </p:cTn>
                                        <p:tgtEl>
                                          <p:spTgt spid="5"/>
                                        </p:tgtEl>
                                        <p:attrNameLst>
                                          <p:attrName>style.visibility</p:attrName>
                                        </p:attrNameLst>
                                      </p:cBhvr>
                                      <p:to>
                                        <p:strVal val="visible"/>
                                      </p:to>
                                    </p:set>
                                    <p:animEffect transition="in" filter="wipe(left)">
                                      <p:cBhvr>
                                        <p:cTn id="45" dur="500"/>
                                        <p:tgtEl>
                                          <p:spTgt spid="5"/>
                                        </p:tgtEl>
                                      </p:cBhvr>
                                    </p:animEffect>
                                  </p:childTnLst>
                                </p:cTn>
                              </p:par>
                            </p:childTnLst>
                          </p:cTn>
                        </p:par>
                      </p:childTnLst>
                    </p:cTn>
                  </p:par>
                  <p:par>
                    <p:cTn id="46" fill="hold">
                      <p:stCondLst>
                        <p:cond delay="indefinite"/>
                      </p:stCondLst>
                      <p:childTnLst>
                        <p:par>
                          <p:cTn id="47" fill="hold">
                            <p:stCondLst>
                              <p:cond delay="0"/>
                            </p:stCondLst>
                            <p:childTnLst>
                              <p:par>
                                <p:cTn id="48" presetID="22" presetClass="entr" presetSubtype="8" fill="hold" grpId="0" nodeType="clickEffect">
                                  <p:stCondLst>
                                    <p:cond delay="0"/>
                                  </p:stCondLst>
                                  <p:childTnLst>
                                    <p:set>
                                      <p:cBhvr>
                                        <p:cTn id="49" dur="1" fill="hold">
                                          <p:stCondLst>
                                            <p:cond delay="0"/>
                                          </p:stCondLst>
                                        </p:cTn>
                                        <p:tgtEl>
                                          <p:spTgt spid="6"/>
                                        </p:tgtEl>
                                        <p:attrNameLst>
                                          <p:attrName>style.visibility</p:attrName>
                                        </p:attrNameLst>
                                      </p:cBhvr>
                                      <p:to>
                                        <p:strVal val="visible"/>
                                      </p:to>
                                    </p:set>
                                    <p:animEffect transition="in" filter="wipe(left)">
                                      <p:cBhvr>
                                        <p:cTn id="50" dur="500"/>
                                        <p:tgtEl>
                                          <p:spTgt spid="6"/>
                                        </p:tgtEl>
                                      </p:cBhvr>
                                    </p:animEffect>
                                  </p:childTnLst>
                                </p:cTn>
                              </p:par>
                            </p:childTnLst>
                          </p:cTn>
                        </p:par>
                      </p:childTnLst>
                    </p:cTn>
                  </p:par>
                  <p:par>
                    <p:cTn id="51" fill="hold">
                      <p:stCondLst>
                        <p:cond delay="indefinite"/>
                      </p:stCondLst>
                      <p:childTnLst>
                        <p:par>
                          <p:cTn id="52" fill="hold">
                            <p:stCondLst>
                              <p:cond delay="0"/>
                            </p:stCondLst>
                            <p:childTnLst>
                              <p:par>
                                <p:cTn id="53" presetID="22" presetClass="entr" presetSubtype="8" fill="hold" grpId="0" nodeType="clickEffect">
                                  <p:stCondLst>
                                    <p:cond delay="0"/>
                                  </p:stCondLst>
                                  <p:childTnLst>
                                    <p:set>
                                      <p:cBhvr>
                                        <p:cTn id="54" dur="1" fill="hold">
                                          <p:stCondLst>
                                            <p:cond delay="0"/>
                                          </p:stCondLst>
                                        </p:cTn>
                                        <p:tgtEl>
                                          <p:spTgt spid="8"/>
                                        </p:tgtEl>
                                        <p:attrNameLst>
                                          <p:attrName>style.visibility</p:attrName>
                                        </p:attrNameLst>
                                      </p:cBhvr>
                                      <p:to>
                                        <p:strVal val="visible"/>
                                      </p:to>
                                    </p:set>
                                    <p:animEffect transition="in" filter="wipe(left)">
                                      <p:cBhvr>
                                        <p:cTn id="55" dur="500"/>
                                        <p:tgtEl>
                                          <p:spTgt spid="8"/>
                                        </p:tgtEl>
                                      </p:cBhvr>
                                    </p:animEffect>
                                  </p:childTnLst>
                                </p:cTn>
                              </p:par>
                            </p:childTnLst>
                          </p:cTn>
                        </p:par>
                      </p:childTnLst>
                    </p:cTn>
                  </p:par>
                  <p:par>
                    <p:cTn id="56" fill="hold">
                      <p:stCondLst>
                        <p:cond delay="indefinite"/>
                      </p:stCondLst>
                      <p:childTnLst>
                        <p:par>
                          <p:cTn id="57" fill="hold">
                            <p:stCondLst>
                              <p:cond delay="0"/>
                            </p:stCondLst>
                            <p:childTnLst>
                              <p:par>
                                <p:cTn id="58" presetID="22" presetClass="entr" presetSubtype="8" fill="hold" grpId="0" nodeType="clickEffect">
                                  <p:stCondLst>
                                    <p:cond delay="0"/>
                                  </p:stCondLst>
                                  <p:childTnLst>
                                    <p:set>
                                      <p:cBhvr>
                                        <p:cTn id="59" dur="1" fill="hold">
                                          <p:stCondLst>
                                            <p:cond delay="0"/>
                                          </p:stCondLst>
                                        </p:cTn>
                                        <p:tgtEl>
                                          <p:spTgt spid="7"/>
                                        </p:tgtEl>
                                        <p:attrNameLst>
                                          <p:attrName>style.visibility</p:attrName>
                                        </p:attrNameLst>
                                      </p:cBhvr>
                                      <p:to>
                                        <p:strVal val="visible"/>
                                      </p:to>
                                    </p:set>
                                    <p:animEffect transition="in" filter="wipe(left)">
                                      <p:cBhvr>
                                        <p:cTn id="60" dur="500"/>
                                        <p:tgtEl>
                                          <p:spTgt spid="7"/>
                                        </p:tgtEl>
                                      </p:cBhvr>
                                    </p:animEffect>
                                  </p:childTnLst>
                                </p:cTn>
                              </p:par>
                            </p:childTnLst>
                          </p:cTn>
                        </p:par>
                      </p:childTnLst>
                    </p:cTn>
                  </p:par>
                  <p:par>
                    <p:cTn id="61" fill="hold">
                      <p:stCondLst>
                        <p:cond delay="indefinite"/>
                      </p:stCondLst>
                      <p:childTnLst>
                        <p:par>
                          <p:cTn id="62" fill="hold">
                            <p:stCondLst>
                              <p:cond delay="0"/>
                            </p:stCondLst>
                            <p:childTnLst>
                              <p:par>
                                <p:cTn id="63" presetID="22" presetClass="entr" presetSubtype="8" fill="hold" grpId="0" nodeType="clickEffect">
                                  <p:stCondLst>
                                    <p:cond delay="0"/>
                                  </p:stCondLst>
                                  <p:childTnLst>
                                    <p:set>
                                      <p:cBhvr>
                                        <p:cTn id="64" dur="1" fill="hold">
                                          <p:stCondLst>
                                            <p:cond delay="0"/>
                                          </p:stCondLst>
                                        </p:cTn>
                                        <p:tgtEl>
                                          <p:spTgt spid="9"/>
                                        </p:tgtEl>
                                        <p:attrNameLst>
                                          <p:attrName>style.visibility</p:attrName>
                                        </p:attrNameLst>
                                      </p:cBhvr>
                                      <p:to>
                                        <p:strVal val="visible"/>
                                      </p:to>
                                    </p:set>
                                    <p:animEffect transition="in" filter="wipe(left)">
                                      <p:cBhvr>
                                        <p:cTn id="65" dur="500"/>
                                        <p:tgtEl>
                                          <p:spTgt spid="9"/>
                                        </p:tgtEl>
                                      </p:cBhvr>
                                    </p:animEffect>
                                  </p:childTnLst>
                                </p:cTn>
                              </p:par>
                            </p:childTnLst>
                          </p:cTn>
                        </p:par>
                      </p:childTnLst>
                    </p:cTn>
                  </p:par>
                  <p:par>
                    <p:cTn id="66" fill="hold">
                      <p:stCondLst>
                        <p:cond delay="indefinite"/>
                      </p:stCondLst>
                      <p:childTnLst>
                        <p:par>
                          <p:cTn id="67" fill="hold">
                            <p:stCondLst>
                              <p:cond delay="0"/>
                            </p:stCondLst>
                            <p:childTnLst>
                              <p:par>
                                <p:cTn id="68" presetID="22" presetClass="entr" presetSubtype="8" fill="hold" nodeType="clickEffect">
                                  <p:stCondLst>
                                    <p:cond delay="0"/>
                                  </p:stCondLst>
                                  <p:childTnLst>
                                    <p:set>
                                      <p:cBhvr>
                                        <p:cTn id="69" dur="1" fill="hold">
                                          <p:stCondLst>
                                            <p:cond delay="0"/>
                                          </p:stCondLst>
                                        </p:cTn>
                                        <p:tgtEl>
                                          <p:spTgt spid="15"/>
                                        </p:tgtEl>
                                        <p:attrNameLst>
                                          <p:attrName>style.visibility</p:attrName>
                                        </p:attrNameLst>
                                      </p:cBhvr>
                                      <p:to>
                                        <p:strVal val="visible"/>
                                      </p:to>
                                    </p:set>
                                    <p:animEffect transition="in" filter="wipe(left)">
                                      <p:cBhvr>
                                        <p:cTn id="70"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ldLvl="0" animBg="1"/>
      <p:bldP spid="4" grpId="0"/>
      <p:bldP spid="5" grpId="0"/>
      <p:bldP spid="6" grpId="0"/>
      <p:bldP spid="7" grpId="0"/>
      <p:bldP spid="8" grpId="0"/>
      <p:bldP spid="9" grpId="0"/>
      <p:bldP spid="10" grpId="0"/>
      <p:bldP spid="11" grpId="0"/>
      <p:bldP spid="12" grpId="0"/>
      <p:bldP spid="13" grpId="0"/>
      <p:bldP spid="14"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2" name="组合 11"/>
          <p:cNvGrpSpPr/>
          <p:nvPr/>
        </p:nvGrpSpPr>
        <p:grpSpPr>
          <a:xfrm>
            <a:off x="510540" y="494665"/>
            <a:ext cx="11149330" cy="5612765"/>
            <a:chOff x="838" y="906"/>
            <a:chExt cx="17558" cy="8839"/>
          </a:xfrm>
        </p:grpSpPr>
        <p:sp>
          <p:nvSpPr>
            <p:cNvPr id="20" name="PA-102232"/>
            <p:cNvSpPr/>
            <p:nvPr>
              <p:custDataLst>
                <p:tags r:id="rId1"/>
              </p:custDataLst>
            </p:nvPr>
          </p:nvSpPr>
          <p:spPr>
            <a:xfrm>
              <a:off x="872" y="906"/>
              <a:ext cx="17524" cy="8826"/>
            </a:xfrm>
            <a:prstGeom prst="rect">
              <a:avLst/>
            </a:prstGeom>
            <a:solidFill>
              <a:schemeClr val="bg1"/>
            </a:solidFill>
            <a:ln>
              <a:noFill/>
            </a:ln>
            <a:effectLst>
              <a:outerShdw blurRad="393700" dist="88900" algn="ctr" rotWithShape="0">
                <a:schemeClr val="bg1">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rgbClr val="006BB6"/>
                </a:solidFill>
                <a:cs typeface="+mn-ea"/>
                <a:sym typeface="+mn-lt"/>
              </a:endParaRPr>
            </a:p>
          </p:txBody>
        </p:sp>
        <p:grpSp>
          <p:nvGrpSpPr>
            <p:cNvPr id="21" name="组合 20"/>
            <p:cNvGrpSpPr/>
            <p:nvPr/>
          </p:nvGrpSpPr>
          <p:grpSpPr>
            <a:xfrm>
              <a:off x="838" y="9635"/>
              <a:ext cx="17558" cy="110"/>
              <a:chOff x="838" y="9635"/>
              <a:chExt cx="17558" cy="110"/>
            </a:xfrm>
          </p:grpSpPr>
          <p:sp>
            <p:nvSpPr>
              <p:cNvPr id="22" name="Rectangle 1"/>
              <p:cNvSpPr/>
              <p:nvPr/>
            </p:nvSpPr>
            <p:spPr>
              <a:xfrm>
                <a:off x="5321" y="9650"/>
                <a:ext cx="4286" cy="83"/>
              </a:xfrm>
              <a:prstGeom prst="rect">
                <a:avLst/>
              </a:prstGeom>
              <a:solidFill>
                <a:schemeClr val="bg1"/>
              </a:solidFill>
              <a:ln w="3175" cap="flat" cmpd="sng" algn="ctr">
                <a:solidFill>
                  <a:srgbClr val="04926A"/>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rgbClr val="FFFFFF"/>
                  </a:solidFill>
                  <a:effectLst/>
                  <a:uLnTx/>
                  <a:uFillTx/>
                  <a:latin typeface="Calibri" panose="020F0502020204030204"/>
                  <a:ea typeface="+mn-ea"/>
                  <a:cs typeface="+mn-cs"/>
                </a:endParaRPr>
              </a:p>
            </p:txBody>
          </p:sp>
          <p:sp>
            <p:nvSpPr>
              <p:cNvPr id="23" name="Rectangle 1"/>
              <p:cNvSpPr/>
              <p:nvPr/>
            </p:nvSpPr>
            <p:spPr>
              <a:xfrm>
                <a:off x="838" y="9650"/>
                <a:ext cx="4483" cy="83"/>
              </a:xfrm>
              <a:prstGeom prst="rect">
                <a:avLst/>
              </a:prstGeom>
              <a:solidFill>
                <a:srgbClr val="04926A"/>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rgbClr val="FFFFFF"/>
                  </a:solidFill>
                  <a:effectLst/>
                  <a:uLnTx/>
                  <a:uFillTx/>
                  <a:latin typeface="Calibri" panose="020F0502020204030204"/>
                  <a:ea typeface="+mn-ea"/>
                  <a:cs typeface="+mn-cs"/>
                </a:endParaRPr>
              </a:p>
            </p:txBody>
          </p:sp>
          <p:sp>
            <p:nvSpPr>
              <p:cNvPr id="24" name="Rectangle 1"/>
              <p:cNvSpPr/>
              <p:nvPr/>
            </p:nvSpPr>
            <p:spPr>
              <a:xfrm>
                <a:off x="9602" y="9635"/>
                <a:ext cx="8794" cy="111"/>
              </a:xfrm>
              <a:prstGeom prst="rect">
                <a:avLst/>
              </a:prstGeom>
              <a:solidFill>
                <a:srgbClr val="04926A"/>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rgbClr val="FFFFFF"/>
                  </a:solidFill>
                  <a:effectLst/>
                  <a:uLnTx/>
                  <a:uFillTx/>
                  <a:latin typeface="Calibri" panose="020F0502020204030204"/>
                  <a:ea typeface="+mn-ea"/>
                  <a:cs typeface="+mn-cs"/>
                </a:endParaRPr>
              </a:p>
            </p:txBody>
          </p:sp>
        </p:grpSp>
      </p:grpSp>
      <mc:AlternateContent xmlns:mc="http://schemas.openxmlformats.org/markup-compatibility/2006">
        <mc:Choice xmlns:a14="http://schemas.microsoft.com/office/drawing/2010/main" Requires="a14">
          <p:sp>
            <p:nvSpPr>
              <p:cNvPr id="2" name="Text Box 20"/>
              <p:cNvSpPr txBox="1">
                <a:spLocks noChangeArrowheads="1"/>
              </p:cNvSpPr>
              <p:nvPr/>
            </p:nvSpPr>
            <p:spPr bwMode="auto">
              <a:xfrm>
                <a:off x="1591408" y="1707617"/>
                <a:ext cx="3602892"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kumimoji="1" lang="en-US" altLang="zh-CN" sz="2800" dirty="0">
                    <a:solidFill>
                      <a:schemeClr val="tx1">
                        <a:lumMod val="95000"/>
                        <a:lumOff val="5000"/>
                      </a:schemeClr>
                    </a:solidFill>
                    <a:latin typeface="Cambria Math" panose="02040503050406030204" charset="0"/>
                    <a:ea typeface="黑体" panose="02010609060101010101" pitchFamily="49" charset="-122"/>
                  </a:rPr>
                  <a:t>1.</a:t>
                </a:r>
                <a:r>
                  <a:rPr kumimoji="1" lang="zh-CN" altLang="en-US" sz="2800" dirty="0">
                    <a:solidFill>
                      <a:schemeClr val="tx1">
                        <a:lumMod val="95000"/>
                        <a:lumOff val="5000"/>
                      </a:schemeClr>
                    </a:solidFill>
                    <a:latin typeface="Cambria Math" panose="02040503050406030204" charset="0"/>
                    <a:ea typeface="黑体" panose="02010609060101010101" pitchFamily="49" charset="-122"/>
                  </a:rPr>
                  <a:t>习惯上</a:t>
                </a:r>
                <a14:m>
                  <m:oMath xmlns:m="http://schemas.openxmlformats.org/officeDocument/2006/math">
                    <m:r>
                      <a:rPr kumimoji="1" lang="zh-CN" altLang="en-US" sz="2800">
                        <a:solidFill>
                          <a:schemeClr val="tx1">
                            <a:lumMod val="95000"/>
                            <a:lumOff val="5000"/>
                          </a:schemeClr>
                        </a:solidFill>
                        <a:latin typeface="Cambria Math" panose="02040503050406030204" charset="0"/>
                        <a:ea typeface="黑体" panose="02010609060101010101" pitchFamily="49" charset="-122"/>
                      </a:rPr>
                      <m:t>,</m:t>
                    </m:r>
                    <m:r>
                      <a:rPr kumimoji="1" lang="en-US" altLang="zh-CN" sz="2800" b="0" i="0" smtClean="0">
                        <a:solidFill>
                          <a:schemeClr val="tx1">
                            <a:lumMod val="95000"/>
                            <a:lumOff val="5000"/>
                          </a:schemeClr>
                        </a:solidFill>
                        <a:latin typeface="Cambria Math" panose="02040503050406030204" charset="0"/>
                        <a:ea typeface="黑体" panose="02010609060101010101" pitchFamily="49" charset="-122"/>
                      </a:rPr>
                      <m:t> </m:t>
                    </m:r>
                  </m:oMath>
                </a14:m>
                <a:r>
                  <a:rPr kumimoji="1" lang="zh-CN" altLang="en-US" sz="2800" dirty="0">
                    <a:solidFill>
                      <a:schemeClr val="tx1">
                        <a:lumMod val="95000"/>
                        <a:lumOff val="5000"/>
                      </a:schemeClr>
                    </a:solidFill>
                    <a:latin typeface="Cambria Math" panose="02040503050406030204" charset="0"/>
                    <a:ea typeface="黑体" panose="02010609060101010101" pitchFamily="49" charset="-122"/>
                  </a:rPr>
                  <a:t>记全微分为</a:t>
                </a:r>
                <a:endParaRPr kumimoji="1" lang="zh-CN" altLang="en-US" sz="2800" dirty="0">
                  <a:solidFill>
                    <a:schemeClr val="tx1">
                      <a:lumMod val="95000"/>
                      <a:lumOff val="5000"/>
                    </a:schemeClr>
                  </a:solidFill>
                  <a:latin typeface="Cambria Math" panose="02040503050406030204" charset="0"/>
                  <a:ea typeface="黑体" panose="02010609060101010101" pitchFamily="49" charset="-122"/>
                </a:endParaRPr>
              </a:p>
            </p:txBody>
          </p:sp>
        </mc:Choice>
        <mc:Fallback>
          <p:sp>
            <p:nvSpPr>
              <p:cNvPr id="2" name="Text Box 20"/>
              <p:cNvSpPr txBox="1">
                <a:spLocks noRot="1" noChangeAspect="1" noMove="1" noResize="1" noEditPoints="1" noAdjustHandles="1" noChangeArrowheads="1" noChangeShapeType="1" noTextEdit="1"/>
              </p:cNvSpPr>
              <p:nvPr/>
            </p:nvSpPr>
            <p:spPr bwMode="auto">
              <a:xfrm>
                <a:off x="1591408" y="1707617"/>
                <a:ext cx="3602892" cy="523220"/>
              </a:xfrm>
              <a:prstGeom prst="rect">
                <a:avLst/>
              </a:prstGeom>
              <a:blipFill rotWithShape="1">
                <a:blip r:embed="rId2"/>
                <a:stretch>
                  <a:fillRect l="-3" t="-19" b="16"/>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3" name="Object 21"/>
              <p:cNvSpPr txBox="1"/>
              <p:nvPr/>
            </p:nvSpPr>
            <p:spPr bwMode="auto">
              <a:xfrm>
                <a:off x="4897047" y="1483771"/>
                <a:ext cx="3444875" cy="914400"/>
              </a:xfrm>
              <a:prstGeom prst="rect">
                <a:avLst/>
              </a:prstGeom>
              <a:noFill/>
              <a:ln>
                <a:noFill/>
              </a:ln>
              <a:effectLst/>
            </p:spPr>
            <p:txBody>
              <a:bodyPr>
                <a:noAutofit/>
              </a:bodyPr>
              <a:lstStyle/>
              <a:p>
                <a14:m>
                  <m:oMathPara xmlns:m="http://schemas.openxmlformats.org/officeDocument/2006/math">
                    <m:oMathParaPr>
                      <m:jc m:val="left"/>
                    </m:oMathParaPr>
                    <m:oMath xmlns:m="http://schemas.openxmlformats.org/officeDocument/2006/math">
                      <m:r>
                        <m:rPr>
                          <m:sty m:val="p"/>
                        </m:rPr>
                        <a:rPr kumimoji="1" lang="zh-CN" altLang="en-US" sz="2800">
                          <a:solidFill>
                            <a:schemeClr val="tx1">
                              <a:lumMod val="95000"/>
                              <a:lumOff val="5000"/>
                            </a:schemeClr>
                          </a:solidFill>
                          <a:latin typeface="Cambria Math" panose="02040503050406030204" charset="0"/>
                          <a:ea typeface="黑体" panose="02010609060101010101" pitchFamily="49" charset="-122"/>
                        </a:rPr>
                        <m:t>d</m:t>
                      </m:r>
                      <m:r>
                        <a:rPr kumimoji="1" lang="zh-CN" altLang="en-US" sz="2800" smtClean="0">
                          <a:solidFill>
                            <a:schemeClr val="tx1">
                              <a:lumMod val="95000"/>
                              <a:lumOff val="5000"/>
                            </a:schemeClr>
                          </a:solidFill>
                          <a:latin typeface="Cambria Math" panose="02040503050406030204" charset="0"/>
                          <a:ea typeface="黑体" panose="02010609060101010101" pitchFamily="49" charset="-122"/>
                        </a:rPr>
                        <m:t>𝑧</m:t>
                      </m:r>
                      <m:r>
                        <a:rPr kumimoji="1" lang="zh-CN" altLang="en-US" sz="2800">
                          <a:solidFill>
                            <a:schemeClr val="tx1">
                              <a:lumMod val="95000"/>
                              <a:lumOff val="5000"/>
                            </a:schemeClr>
                          </a:solidFill>
                          <a:latin typeface="Cambria Math" panose="02040503050406030204" charset="0"/>
                          <a:ea typeface="黑体" panose="02010609060101010101" pitchFamily="49" charset="-122"/>
                        </a:rPr>
                        <m:t>=</m:t>
                      </m:r>
                      <m:f>
                        <m:fPr>
                          <m:ctrlPr>
                            <a:rPr kumimoji="1" lang="zh-CN" altLang="en-US" sz="2800" i="1">
                              <a:solidFill>
                                <a:schemeClr val="tx1">
                                  <a:lumMod val="95000"/>
                                  <a:lumOff val="5000"/>
                                </a:schemeClr>
                              </a:solidFill>
                              <a:latin typeface="Cambria Math" panose="02040503050406030204" charset="0"/>
                              <a:ea typeface="黑体" panose="02010609060101010101" pitchFamily="49" charset="-122"/>
                            </a:rPr>
                          </m:ctrlPr>
                        </m:fPr>
                        <m:num>
                          <m:r>
                            <a:rPr kumimoji="1" lang="zh-CN" altLang="en-US" sz="2800">
                              <a:solidFill>
                                <a:schemeClr val="tx1">
                                  <a:lumMod val="95000"/>
                                  <a:lumOff val="5000"/>
                                </a:schemeClr>
                              </a:solidFill>
                              <a:latin typeface="Cambria Math" panose="02040503050406030204" charset="0"/>
                              <a:ea typeface="黑体" panose="02010609060101010101" pitchFamily="49" charset="-122"/>
                            </a:rPr>
                            <m:t>𝜕</m:t>
                          </m:r>
                          <m:r>
                            <a:rPr kumimoji="1" lang="zh-CN" altLang="en-US" sz="2800">
                              <a:solidFill>
                                <a:schemeClr val="tx1">
                                  <a:lumMod val="95000"/>
                                  <a:lumOff val="5000"/>
                                </a:schemeClr>
                              </a:solidFill>
                              <a:latin typeface="Cambria Math" panose="02040503050406030204" charset="0"/>
                              <a:ea typeface="黑体" panose="02010609060101010101" pitchFamily="49" charset="-122"/>
                            </a:rPr>
                            <m:t>𝑧</m:t>
                          </m:r>
                        </m:num>
                        <m:den>
                          <m:r>
                            <a:rPr kumimoji="1" lang="zh-CN" altLang="en-US" sz="2800">
                              <a:solidFill>
                                <a:schemeClr val="tx1">
                                  <a:lumMod val="95000"/>
                                  <a:lumOff val="5000"/>
                                </a:schemeClr>
                              </a:solidFill>
                              <a:latin typeface="Cambria Math" panose="02040503050406030204" charset="0"/>
                              <a:ea typeface="黑体" panose="02010609060101010101" pitchFamily="49" charset="-122"/>
                            </a:rPr>
                            <m:t>𝜕</m:t>
                          </m:r>
                          <m:r>
                            <a:rPr kumimoji="1" lang="zh-CN" altLang="en-US" sz="2800">
                              <a:solidFill>
                                <a:schemeClr val="tx1">
                                  <a:lumMod val="95000"/>
                                  <a:lumOff val="5000"/>
                                </a:schemeClr>
                              </a:solidFill>
                              <a:latin typeface="Cambria Math" panose="02040503050406030204" charset="0"/>
                              <a:ea typeface="黑体" panose="02010609060101010101" pitchFamily="49" charset="-122"/>
                            </a:rPr>
                            <m:t>𝑥</m:t>
                          </m:r>
                        </m:den>
                      </m:f>
                      <m:r>
                        <m:rPr>
                          <m:sty m:val="p"/>
                        </m:rPr>
                        <a:rPr kumimoji="1" lang="zh-CN" altLang="en-US" sz="2800">
                          <a:solidFill>
                            <a:schemeClr val="tx1">
                              <a:lumMod val="95000"/>
                              <a:lumOff val="5000"/>
                            </a:schemeClr>
                          </a:solidFill>
                          <a:latin typeface="Cambria Math" panose="02040503050406030204" charset="0"/>
                          <a:ea typeface="黑体" panose="02010609060101010101" pitchFamily="49" charset="-122"/>
                        </a:rPr>
                        <m:t>d</m:t>
                      </m:r>
                      <m:r>
                        <a:rPr kumimoji="1" lang="zh-CN" altLang="en-US" sz="2800">
                          <a:solidFill>
                            <a:schemeClr val="tx1">
                              <a:lumMod val="95000"/>
                              <a:lumOff val="5000"/>
                            </a:schemeClr>
                          </a:solidFill>
                          <a:latin typeface="Cambria Math" panose="02040503050406030204" charset="0"/>
                          <a:ea typeface="黑体" panose="02010609060101010101" pitchFamily="49" charset="-122"/>
                        </a:rPr>
                        <m:t>𝑥</m:t>
                      </m:r>
                      <m:r>
                        <a:rPr kumimoji="1" lang="zh-CN" altLang="en-US" sz="2800">
                          <a:solidFill>
                            <a:schemeClr val="tx1">
                              <a:lumMod val="95000"/>
                              <a:lumOff val="5000"/>
                            </a:schemeClr>
                          </a:solidFill>
                          <a:latin typeface="Cambria Math" panose="02040503050406030204" charset="0"/>
                          <a:ea typeface="黑体" panose="02010609060101010101" pitchFamily="49" charset="-122"/>
                        </a:rPr>
                        <m:t>+</m:t>
                      </m:r>
                      <m:f>
                        <m:fPr>
                          <m:ctrlPr>
                            <a:rPr kumimoji="1" lang="zh-CN" altLang="en-US" sz="2800" i="1">
                              <a:solidFill>
                                <a:schemeClr val="tx1">
                                  <a:lumMod val="95000"/>
                                  <a:lumOff val="5000"/>
                                </a:schemeClr>
                              </a:solidFill>
                              <a:latin typeface="Cambria Math" panose="02040503050406030204" charset="0"/>
                              <a:ea typeface="黑体" panose="02010609060101010101" pitchFamily="49" charset="-122"/>
                            </a:rPr>
                          </m:ctrlPr>
                        </m:fPr>
                        <m:num>
                          <m:r>
                            <a:rPr kumimoji="1" lang="zh-CN" altLang="en-US" sz="2800">
                              <a:solidFill>
                                <a:schemeClr val="tx1">
                                  <a:lumMod val="95000"/>
                                  <a:lumOff val="5000"/>
                                </a:schemeClr>
                              </a:solidFill>
                              <a:latin typeface="Cambria Math" panose="02040503050406030204" charset="0"/>
                              <a:ea typeface="黑体" panose="02010609060101010101" pitchFamily="49" charset="-122"/>
                            </a:rPr>
                            <m:t>𝜕</m:t>
                          </m:r>
                          <m:r>
                            <a:rPr kumimoji="1" lang="zh-CN" altLang="en-US" sz="2800">
                              <a:solidFill>
                                <a:schemeClr val="tx1">
                                  <a:lumMod val="95000"/>
                                  <a:lumOff val="5000"/>
                                </a:schemeClr>
                              </a:solidFill>
                              <a:latin typeface="Cambria Math" panose="02040503050406030204" charset="0"/>
                              <a:ea typeface="黑体" panose="02010609060101010101" pitchFamily="49" charset="-122"/>
                            </a:rPr>
                            <m:t>𝑧</m:t>
                          </m:r>
                        </m:num>
                        <m:den>
                          <m:r>
                            <a:rPr kumimoji="1" lang="zh-CN" altLang="en-US" sz="2800">
                              <a:solidFill>
                                <a:schemeClr val="tx1">
                                  <a:lumMod val="95000"/>
                                  <a:lumOff val="5000"/>
                                </a:schemeClr>
                              </a:solidFill>
                              <a:latin typeface="Cambria Math" panose="02040503050406030204" charset="0"/>
                              <a:ea typeface="黑体" panose="02010609060101010101" pitchFamily="49" charset="-122"/>
                            </a:rPr>
                            <m:t>𝜕</m:t>
                          </m:r>
                          <m:r>
                            <a:rPr kumimoji="1" lang="zh-CN" altLang="en-US" sz="2800">
                              <a:solidFill>
                                <a:schemeClr val="tx1">
                                  <a:lumMod val="95000"/>
                                  <a:lumOff val="5000"/>
                                </a:schemeClr>
                              </a:solidFill>
                              <a:latin typeface="Cambria Math" panose="02040503050406030204" charset="0"/>
                              <a:ea typeface="黑体" panose="02010609060101010101" pitchFamily="49" charset="-122"/>
                            </a:rPr>
                            <m:t>𝑦</m:t>
                          </m:r>
                        </m:den>
                      </m:f>
                      <m:r>
                        <m:rPr>
                          <m:sty m:val="p"/>
                        </m:rPr>
                        <a:rPr kumimoji="1" lang="zh-CN" altLang="en-US" sz="2800">
                          <a:solidFill>
                            <a:schemeClr val="tx1">
                              <a:lumMod val="95000"/>
                              <a:lumOff val="5000"/>
                            </a:schemeClr>
                          </a:solidFill>
                          <a:latin typeface="Cambria Math" panose="02040503050406030204" charset="0"/>
                          <a:ea typeface="黑体" panose="02010609060101010101" pitchFamily="49" charset="-122"/>
                        </a:rPr>
                        <m:t>d</m:t>
                      </m:r>
                      <m:r>
                        <a:rPr kumimoji="1" lang="zh-CN" altLang="en-US" sz="2800">
                          <a:solidFill>
                            <a:schemeClr val="tx1">
                              <a:lumMod val="95000"/>
                              <a:lumOff val="5000"/>
                            </a:schemeClr>
                          </a:solidFill>
                          <a:latin typeface="Cambria Math" panose="02040503050406030204" charset="0"/>
                          <a:ea typeface="黑体" panose="02010609060101010101" pitchFamily="49" charset="-122"/>
                        </a:rPr>
                        <m:t>𝑦</m:t>
                      </m:r>
                      <m:r>
                        <a:rPr kumimoji="1" lang="zh-CN" altLang="en-US" sz="2800">
                          <a:solidFill>
                            <a:schemeClr val="tx1">
                              <a:lumMod val="95000"/>
                              <a:lumOff val="5000"/>
                            </a:schemeClr>
                          </a:solidFill>
                          <a:latin typeface="Cambria Math" panose="02040503050406030204" charset="0"/>
                          <a:ea typeface="黑体" panose="02010609060101010101" pitchFamily="49" charset="-122"/>
                        </a:rPr>
                        <m:t>.</m:t>
                      </m:r>
                    </m:oMath>
                  </m:oMathPara>
                </a14:m>
                <a:endParaRPr kumimoji="1" lang="zh-CN" altLang="en-US" sz="2800" dirty="0">
                  <a:solidFill>
                    <a:schemeClr val="tx1">
                      <a:lumMod val="95000"/>
                      <a:lumOff val="5000"/>
                    </a:schemeClr>
                  </a:solidFill>
                  <a:latin typeface="Cambria Math" panose="02040503050406030204" charset="0"/>
                  <a:ea typeface="黑体" panose="02010609060101010101" pitchFamily="49" charset="-122"/>
                </a:endParaRPr>
              </a:p>
            </p:txBody>
          </p:sp>
        </mc:Choice>
        <mc:Fallback>
          <p:sp>
            <p:nvSpPr>
              <p:cNvPr id="3" name="Object 21"/>
              <p:cNvSpPr txBox="1">
                <a:spLocks noRot="1" noChangeAspect="1" noMove="1" noResize="1" noEditPoints="1" noAdjustHandles="1" noChangeArrowheads="1" noChangeShapeType="1" noTextEdit="1"/>
              </p:cNvSpPr>
              <p:nvPr/>
            </p:nvSpPr>
            <p:spPr bwMode="auto">
              <a:xfrm>
                <a:off x="4897047" y="1483771"/>
                <a:ext cx="3444875" cy="914400"/>
              </a:xfrm>
              <a:prstGeom prst="rect">
                <a:avLst/>
              </a:prstGeom>
              <a:blipFill rotWithShape="1">
                <a:blip r:embed="rId3"/>
                <a:stretch>
                  <a:fillRect l="-16" t="-45" r="16" b="-927"/>
                </a:stretch>
              </a:blipFill>
              <a:ln>
                <a:noFill/>
              </a:ln>
              <a:effectLst/>
            </p:spPr>
            <p:txBody>
              <a:bodyPr/>
              <a:lstStyle/>
              <a:p>
                <a:r>
                  <a:rPr lang="zh-CN" altLang="en-US">
                    <a:noFill/>
                  </a:rPr>
                  <a:t> </a:t>
                </a:r>
              </a:p>
            </p:txBody>
          </p:sp>
        </mc:Fallback>
      </mc:AlternateContent>
      <p:sp>
        <p:nvSpPr>
          <p:cNvPr id="4" name="Text Box 22"/>
          <p:cNvSpPr txBox="1">
            <a:spLocks noChangeArrowheads="1"/>
          </p:cNvSpPr>
          <p:nvPr/>
        </p:nvSpPr>
        <p:spPr bwMode="auto">
          <a:xfrm>
            <a:off x="1591408" y="3593082"/>
            <a:ext cx="739140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spcBef>
                <a:spcPct val="50000"/>
              </a:spcBef>
            </a:pPr>
            <a:r>
              <a:rPr kumimoji="1" lang="en-US" altLang="zh-CN" sz="2800" dirty="0">
                <a:solidFill>
                  <a:schemeClr val="tx1">
                    <a:lumMod val="95000"/>
                    <a:lumOff val="5000"/>
                  </a:schemeClr>
                </a:solidFill>
                <a:latin typeface="Cambria Math" panose="02040503050406030204" charset="0"/>
                <a:ea typeface="黑体" panose="02010609060101010101" pitchFamily="49" charset="-122"/>
              </a:rPr>
              <a:t>2.</a:t>
            </a:r>
            <a:r>
              <a:rPr kumimoji="1" lang="zh-CN" altLang="en-US" sz="2800" dirty="0">
                <a:solidFill>
                  <a:schemeClr val="tx1">
                    <a:lumMod val="95000"/>
                    <a:lumOff val="5000"/>
                  </a:schemeClr>
                </a:solidFill>
                <a:latin typeface="Cambria Math" panose="02040503050406030204" charset="0"/>
                <a:ea typeface="黑体" panose="02010609060101010101" pitchFamily="49" charset="-122"/>
              </a:rPr>
              <a:t>全微分的定义可推广到三元及三元以上函数</a:t>
            </a:r>
            <a:endParaRPr kumimoji="1" lang="zh-CN" altLang="en-US" sz="2800" dirty="0">
              <a:solidFill>
                <a:schemeClr val="tx1">
                  <a:lumMod val="95000"/>
                  <a:lumOff val="5000"/>
                </a:schemeClr>
              </a:solidFill>
              <a:latin typeface="Cambria Math" panose="02040503050406030204" charset="0"/>
              <a:ea typeface="黑体" panose="02010609060101010101" pitchFamily="49" charset="-122"/>
            </a:endParaRPr>
          </a:p>
        </p:txBody>
      </p:sp>
      <mc:AlternateContent xmlns:mc="http://schemas.openxmlformats.org/markup-compatibility/2006">
        <mc:Choice xmlns:a14="http://schemas.microsoft.com/office/drawing/2010/main" Requires="a14">
          <p:sp>
            <p:nvSpPr>
              <p:cNvPr id="5" name="Object 23"/>
              <p:cNvSpPr txBox="1"/>
              <p:nvPr/>
            </p:nvSpPr>
            <p:spPr bwMode="auto">
              <a:xfrm>
                <a:off x="2738276" y="4139601"/>
                <a:ext cx="4813300" cy="914400"/>
              </a:xfrm>
              <a:prstGeom prst="rect">
                <a:avLst/>
              </a:prstGeom>
              <a:noFill/>
              <a:ln>
                <a:noFill/>
              </a:ln>
              <a:effectLst/>
            </p:spPr>
            <p:txBody>
              <a:bodyPr>
                <a:noAutofit/>
              </a:bodyPr>
              <a:lstStyle/>
              <a:p>
                <a14:m>
                  <m:oMathPara xmlns:m="http://schemas.openxmlformats.org/officeDocument/2006/math">
                    <m:oMathParaPr>
                      <m:jc m:val="left"/>
                    </m:oMathParaPr>
                    <m:oMath xmlns:m="http://schemas.openxmlformats.org/officeDocument/2006/math">
                      <m:r>
                        <m:rPr>
                          <m:sty m:val="p"/>
                        </m:rPr>
                        <a:rPr kumimoji="1" lang="zh-CN" altLang="en-US" sz="2800">
                          <a:solidFill>
                            <a:schemeClr val="tx1">
                              <a:lumMod val="95000"/>
                              <a:lumOff val="5000"/>
                            </a:schemeClr>
                          </a:solidFill>
                          <a:latin typeface="Cambria Math" panose="02040503050406030204" charset="0"/>
                          <a:ea typeface="黑体" panose="02010609060101010101" pitchFamily="49" charset="-122"/>
                        </a:rPr>
                        <m:t>d</m:t>
                      </m:r>
                      <m:r>
                        <a:rPr kumimoji="1" lang="zh-CN" altLang="en-US" sz="2800">
                          <a:solidFill>
                            <a:schemeClr val="tx1">
                              <a:lumMod val="95000"/>
                              <a:lumOff val="5000"/>
                            </a:schemeClr>
                          </a:solidFill>
                          <a:latin typeface="Cambria Math" panose="02040503050406030204" charset="0"/>
                          <a:ea typeface="黑体" panose="02010609060101010101" pitchFamily="49" charset="-122"/>
                        </a:rPr>
                        <m:t>𝑢</m:t>
                      </m:r>
                      <m:r>
                        <a:rPr kumimoji="1" lang="zh-CN" altLang="en-US" sz="2800">
                          <a:solidFill>
                            <a:schemeClr val="tx1">
                              <a:lumMod val="95000"/>
                              <a:lumOff val="5000"/>
                            </a:schemeClr>
                          </a:solidFill>
                          <a:latin typeface="Cambria Math" panose="02040503050406030204" charset="0"/>
                          <a:ea typeface="黑体" panose="02010609060101010101" pitchFamily="49" charset="-122"/>
                        </a:rPr>
                        <m:t>=</m:t>
                      </m:r>
                      <m:f>
                        <m:fPr>
                          <m:ctrlPr>
                            <a:rPr kumimoji="1" lang="zh-CN" altLang="en-US" sz="2800" i="1">
                              <a:solidFill>
                                <a:schemeClr val="tx1">
                                  <a:lumMod val="95000"/>
                                  <a:lumOff val="5000"/>
                                </a:schemeClr>
                              </a:solidFill>
                              <a:latin typeface="Cambria Math" panose="02040503050406030204" charset="0"/>
                              <a:ea typeface="黑体" panose="02010609060101010101" pitchFamily="49" charset="-122"/>
                            </a:rPr>
                          </m:ctrlPr>
                        </m:fPr>
                        <m:num>
                          <m:r>
                            <a:rPr kumimoji="1" lang="zh-CN" altLang="en-US" sz="2800">
                              <a:solidFill>
                                <a:schemeClr val="tx1">
                                  <a:lumMod val="95000"/>
                                  <a:lumOff val="5000"/>
                                </a:schemeClr>
                              </a:solidFill>
                              <a:latin typeface="Cambria Math" panose="02040503050406030204" charset="0"/>
                              <a:ea typeface="黑体" panose="02010609060101010101" pitchFamily="49" charset="-122"/>
                            </a:rPr>
                            <m:t>𝜕</m:t>
                          </m:r>
                          <m:r>
                            <a:rPr kumimoji="1" lang="zh-CN" altLang="en-US" sz="2800">
                              <a:solidFill>
                                <a:schemeClr val="tx1">
                                  <a:lumMod val="95000"/>
                                  <a:lumOff val="5000"/>
                                </a:schemeClr>
                              </a:solidFill>
                              <a:latin typeface="Cambria Math" panose="02040503050406030204" charset="0"/>
                              <a:ea typeface="黑体" panose="02010609060101010101" pitchFamily="49" charset="-122"/>
                            </a:rPr>
                            <m:t>𝑢</m:t>
                          </m:r>
                        </m:num>
                        <m:den>
                          <m:r>
                            <a:rPr kumimoji="1" lang="zh-CN" altLang="en-US" sz="2800">
                              <a:solidFill>
                                <a:schemeClr val="tx1">
                                  <a:lumMod val="95000"/>
                                  <a:lumOff val="5000"/>
                                </a:schemeClr>
                              </a:solidFill>
                              <a:latin typeface="Cambria Math" panose="02040503050406030204" charset="0"/>
                              <a:ea typeface="黑体" panose="02010609060101010101" pitchFamily="49" charset="-122"/>
                            </a:rPr>
                            <m:t>𝜕</m:t>
                          </m:r>
                          <m:r>
                            <a:rPr kumimoji="1" lang="zh-CN" altLang="en-US" sz="2800">
                              <a:solidFill>
                                <a:schemeClr val="tx1">
                                  <a:lumMod val="95000"/>
                                  <a:lumOff val="5000"/>
                                </a:schemeClr>
                              </a:solidFill>
                              <a:latin typeface="Cambria Math" panose="02040503050406030204" charset="0"/>
                              <a:ea typeface="黑体" panose="02010609060101010101" pitchFamily="49" charset="-122"/>
                            </a:rPr>
                            <m:t>𝑥</m:t>
                          </m:r>
                        </m:den>
                      </m:f>
                      <m:r>
                        <m:rPr>
                          <m:sty m:val="p"/>
                        </m:rPr>
                        <a:rPr kumimoji="1" lang="zh-CN" altLang="en-US" sz="2800">
                          <a:solidFill>
                            <a:schemeClr val="tx1">
                              <a:lumMod val="95000"/>
                              <a:lumOff val="5000"/>
                            </a:schemeClr>
                          </a:solidFill>
                          <a:latin typeface="Cambria Math" panose="02040503050406030204" charset="0"/>
                          <a:ea typeface="黑体" panose="02010609060101010101" pitchFamily="49" charset="-122"/>
                        </a:rPr>
                        <m:t>d</m:t>
                      </m:r>
                      <m:r>
                        <a:rPr kumimoji="1" lang="zh-CN" altLang="en-US" sz="2800">
                          <a:solidFill>
                            <a:schemeClr val="tx1">
                              <a:lumMod val="95000"/>
                              <a:lumOff val="5000"/>
                            </a:schemeClr>
                          </a:solidFill>
                          <a:latin typeface="Cambria Math" panose="02040503050406030204" charset="0"/>
                          <a:ea typeface="黑体" panose="02010609060101010101" pitchFamily="49" charset="-122"/>
                        </a:rPr>
                        <m:t>𝑥</m:t>
                      </m:r>
                      <m:r>
                        <a:rPr kumimoji="1" lang="zh-CN" altLang="en-US" sz="2800">
                          <a:solidFill>
                            <a:schemeClr val="tx1">
                              <a:lumMod val="95000"/>
                              <a:lumOff val="5000"/>
                            </a:schemeClr>
                          </a:solidFill>
                          <a:latin typeface="Cambria Math" panose="02040503050406030204" charset="0"/>
                          <a:ea typeface="黑体" panose="02010609060101010101" pitchFamily="49" charset="-122"/>
                        </a:rPr>
                        <m:t>+</m:t>
                      </m:r>
                      <m:f>
                        <m:fPr>
                          <m:ctrlPr>
                            <a:rPr kumimoji="1" lang="zh-CN" altLang="en-US" sz="2800" i="1">
                              <a:solidFill>
                                <a:schemeClr val="tx1">
                                  <a:lumMod val="95000"/>
                                  <a:lumOff val="5000"/>
                                </a:schemeClr>
                              </a:solidFill>
                              <a:latin typeface="Cambria Math" panose="02040503050406030204" charset="0"/>
                              <a:ea typeface="黑体" panose="02010609060101010101" pitchFamily="49" charset="-122"/>
                            </a:rPr>
                          </m:ctrlPr>
                        </m:fPr>
                        <m:num>
                          <m:r>
                            <a:rPr kumimoji="1" lang="zh-CN" altLang="en-US" sz="2800">
                              <a:solidFill>
                                <a:schemeClr val="tx1">
                                  <a:lumMod val="95000"/>
                                  <a:lumOff val="5000"/>
                                </a:schemeClr>
                              </a:solidFill>
                              <a:latin typeface="Cambria Math" panose="02040503050406030204" charset="0"/>
                              <a:ea typeface="黑体" panose="02010609060101010101" pitchFamily="49" charset="-122"/>
                            </a:rPr>
                            <m:t>𝜕</m:t>
                          </m:r>
                          <m:r>
                            <a:rPr kumimoji="1" lang="zh-CN" altLang="en-US" sz="2800">
                              <a:solidFill>
                                <a:schemeClr val="tx1">
                                  <a:lumMod val="95000"/>
                                  <a:lumOff val="5000"/>
                                </a:schemeClr>
                              </a:solidFill>
                              <a:latin typeface="Cambria Math" panose="02040503050406030204" charset="0"/>
                              <a:ea typeface="黑体" panose="02010609060101010101" pitchFamily="49" charset="-122"/>
                            </a:rPr>
                            <m:t>𝑢</m:t>
                          </m:r>
                        </m:num>
                        <m:den>
                          <m:r>
                            <a:rPr kumimoji="1" lang="zh-CN" altLang="en-US" sz="2800">
                              <a:solidFill>
                                <a:schemeClr val="tx1">
                                  <a:lumMod val="95000"/>
                                  <a:lumOff val="5000"/>
                                </a:schemeClr>
                              </a:solidFill>
                              <a:latin typeface="Cambria Math" panose="02040503050406030204" charset="0"/>
                              <a:ea typeface="黑体" panose="02010609060101010101" pitchFamily="49" charset="-122"/>
                            </a:rPr>
                            <m:t>𝜕</m:t>
                          </m:r>
                          <m:r>
                            <a:rPr kumimoji="1" lang="zh-CN" altLang="en-US" sz="2800">
                              <a:solidFill>
                                <a:schemeClr val="tx1">
                                  <a:lumMod val="95000"/>
                                  <a:lumOff val="5000"/>
                                </a:schemeClr>
                              </a:solidFill>
                              <a:latin typeface="Cambria Math" panose="02040503050406030204" charset="0"/>
                              <a:ea typeface="黑体" panose="02010609060101010101" pitchFamily="49" charset="-122"/>
                            </a:rPr>
                            <m:t>𝑦</m:t>
                          </m:r>
                        </m:den>
                      </m:f>
                      <m:r>
                        <m:rPr>
                          <m:sty m:val="p"/>
                        </m:rPr>
                        <a:rPr kumimoji="1" lang="zh-CN" altLang="en-US" sz="2800">
                          <a:solidFill>
                            <a:schemeClr val="tx1">
                              <a:lumMod val="95000"/>
                              <a:lumOff val="5000"/>
                            </a:schemeClr>
                          </a:solidFill>
                          <a:latin typeface="Cambria Math" panose="02040503050406030204" charset="0"/>
                          <a:ea typeface="黑体" panose="02010609060101010101" pitchFamily="49" charset="-122"/>
                        </a:rPr>
                        <m:t>d</m:t>
                      </m:r>
                      <m:r>
                        <a:rPr kumimoji="1" lang="zh-CN" altLang="en-US" sz="2800">
                          <a:solidFill>
                            <a:schemeClr val="tx1">
                              <a:lumMod val="95000"/>
                              <a:lumOff val="5000"/>
                            </a:schemeClr>
                          </a:solidFill>
                          <a:latin typeface="Cambria Math" panose="02040503050406030204" charset="0"/>
                          <a:ea typeface="黑体" panose="02010609060101010101" pitchFamily="49" charset="-122"/>
                        </a:rPr>
                        <m:t>𝑦</m:t>
                      </m:r>
                      <m:r>
                        <a:rPr kumimoji="1" lang="zh-CN" altLang="en-US" sz="2800">
                          <a:solidFill>
                            <a:schemeClr val="tx1">
                              <a:lumMod val="95000"/>
                              <a:lumOff val="5000"/>
                            </a:schemeClr>
                          </a:solidFill>
                          <a:latin typeface="Cambria Math" panose="02040503050406030204" charset="0"/>
                          <a:ea typeface="黑体" panose="02010609060101010101" pitchFamily="49" charset="-122"/>
                        </a:rPr>
                        <m:t>+</m:t>
                      </m:r>
                      <m:f>
                        <m:fPr>
                          <m:ctrlPr>
                            <a:rPr kumimoji="1" lang="zh-CN" altLang="en-US" sz="2800" i="1">
                              <a:solidFill>
                                <a:schemeClr val="tx1">
                                  <a:lumMod val="95000"/>
                                  <a:lumOff val="5000"/>
                                </a:schemeClr>
                              </a:solidFill>
                              <a:latin typeface="Cambria Math" panose="02040503050406030204" charset="0"/>
                              <a:ea typeface="黑体" panose="02010609060101010101" pitchFamily="49" charset="-122"/>
                            </a:rPr>
                          </m:ctrlPr>
                        </m:fPr>
                        <m:num>
                          <m:r>
                            <a:rPr kumimoji="1" lang="zh-CN" altLang="en-US" sz="2800">
                              <a:solidFill>
                                <a:schemeClr val="tx1">
                                  <a:lumMod val="95000"/>
                                  <a:lumOff val="5000"/>
                                </a:schemeClr>
                              </a:solidFill>
                              <a:latin typeface="Cambria Math" panose="02040503050406030204" charset="0"/>
                              <a:ea typeface="黑体" panose="02010609060101010101" pitchFamily="49" charset="-122"/>
                            </a:rPr>
                            <m:t>𝜕</m:t>
                          </m:r>
                          <m:r>
                            <a:rPr kumimoji="1" lang="zh-CN" altLang="en-US" sz="2800">
                              <a:solidFill>
                                <a:schemeClr val="tx1">
                                  <a:lumMod val="95000"/>
                                  <a:lumOff val="5000"/>
                                </a:schemeClr>
                              </a:solidFill>
                              <a:latin typeface="Cambria Math" panose="02040503050406030204" charset="0"/>
                              <a:ea typeface="黑体" panose="02010609060101010101" pitchFamily="49" charset="-122"/>
                            </a:rPr>
                            <m:t>𝑢</m:t>
                          </m:r>
                        </m:num>
                        <m:den>
                          <m:r>
                            <a:rPr kumimoji="1" lang="zh-CN" altLang="en-US" sz="2800">
                              <a:solidFill>
                                <a:schemeClr val="tx1">
                                  <a:lumMod val="95000"/>
                                  <a:lumOff val="5000"/>
                                </a:schemeClr>
                              </a:solidFill>
                              <a:latin typeface="Cambria Math" panose="02040503050406030204" charset="0"/>
                              <a:ea typeface="黑体" panose="02010609060101010101" pitchFamily="49" charset="-122"/>
                            </a:rPr>
                            <m:t>𝜕</m:t>
                          </m:r>
                          <m:r>
                            <a:rPr kumimoji="1" lang="zh-CN" altLang="en-US" sz="2800">
                              <a:solidFill>
                                <a:schemeClr val="tx1">
                                  <a:lumMod val="95000"/>
                                  <a:lumOff val="5000"/>
                                </a:schemeClr>
                              </a:solidFill>
                              <a:latin typeface="Cambria Math" panose="02040503050406030204" charset="0"/>
                              <a:ea typeface="黑体" panose="02010609060101010101" pitchFamily="49" charset="-122"/>
                            </a:rPr>
                            <m:t>𝑧</m:t>
                          </m:r>
                        </m:den>
                      </m:f>
                      <m:r>
                        <m:rPr>
                          <m:sty m:val="p"/>
                        </m:rPr>
                        <a:rPr kumimoji="1" lang="zh-CN" altLang="en-US" sz="2800">
                          <a:solidFill>
                            <a:schemeClr val="tx1">
                              <a:lumMod val="95000"/>
                              <a:lumOff val="5000"/>
                            </a:schemeClr>
                          </a:solidFill>
                          <a:latin typeface="Cambria Math" panose="02040503050406030204" charset="0"/>
                          <a:ea typeface="黑体" panose="02010609060101010101" pitchFamily="49" charset="-122"/>
                        </a:rPr>
                        <m:t>d</m:t>
                      </m:r>
                      <m:r>
                        <a:rPr kumimoji="1" lang="zh-CN" altLang="en-US" sz="2800">
                          <a:solidFill>
                            <a:schemeClr val="tx1">
                              <a:lumMod val="95000"/>
                              <a:lumOff val="5000"/>
                            </a:schemeClr>
                          </a:solidFill>
                          <a:latin typeface="Cambria Math" panose="02040503050406030204" charset="0"/>
                          <a:ea typeface="黑体" panose="02010609060101010101" pitchFamily="49" charset="-122"/>
                        </a:rPr>
                        <m:t>𝑧</m:t>
                      </m:r>
                      <m:r>
                        <a:rPr kumimoji="1" lang="zh-CN" altLang="en-US" sz="2800">
                          <a:solidFill>
                            <a:schemeClr val="tx1">
                              <a:lumMod val="95000"/>
                              <a:lumOff val="5000"/>
                            </a:schemeClr>
                          </a:solidFill>
                          <a:latin typeface="Cambria Math" panose="02040503050406030204" charset="0"/>
                          <a:ea typeface="黑体" panose="02010609060101010101" pitchFamily="49" charset="-122"/>
                        </a:rPr>
                        <m:t>.</m:t>
                      </m:r>
                    </m:oMath>
                  </m:oMathPara>
                </a14:m>
                <a:endParaRPr kumimoji="1" lang="zh-CN" altLang="en-US" sz="2800" dirty="0">
                  <a:solidFill>
                    <a:schemeClr val="tx1">
                      <a:lumMod val="95000"/>
                      <a:lumOff val="5000"/>
                    </a:schemeClr>
                  </a:solidFill>
                  <a:latin typeface="Cambria Math" panose="02040503050406030204" charset="0"/>
                  <a:ea typeface="黑体" panose="02010609060101010101" pitchFamily="49" charset="-122"/>
                </a:endParaRPr>
              </a:p>
            </p:txBody>
          </p:sp>
        </mc:Choice>
        <mc:Fallback>
          <p:sp>
            <p:nvSpPr>
              <p:cNvPr id="5" name="Object 23"/>
              <p:cNvSpPr txBox="1">
                <a:spLocks noRot="1" noChangeAspect="1" noMove="1" noResize="1" noEditPoints="1" noAdjustHandles="1" noChangeArrowheads="1" noChangeShapeType="1" noTextEdit="1"/>
              </p:cNvSpPr>
              <p:nvPr/>
            </p:nvSpPr>
            <p:spPr bwMode="auto">
              <a:xfrm>
                <a:off x="2738276" y="4139601"/>
                <a:ext cx="4813300" cy="914400"/>
              </a:xfrm>
              <a:prstGeom prst="rect">
                <a:avLst/>
              </a:prstGeom>
              <a:blipFill rotWithShape="1">
                <a:blip r:embed="rId4"/>
                <a:stretch>
                  <a:fillRect l="-3" t="-4" r="3" b="-968"/>
                </a:stretch>
              </a:blipFill>
              <a:ln>
                <a:noFill/>
              </a:ln>
              <a:effectLst/>
            </p:spPr>
            <p:txBody>
              <a:bodyPr/>
              <a:lstStyle/>
              <a:p>
                <a:r>
                  <a:rPr lang="zh-CN" altLang="en-US">
                    <a:noFill/>
                  </a:rPr>
                  <a:t> </a:t>
                </a:r>
              </a:p>
            </p:txBody>
          </p:sp>
        </mc:Fallback>
      </mc:AlternateContent>
      <p:sp>
        <p:nvSpPr>
          <p:cNvPr id="6" name="Text Box 24"/>
          <p:cNvSpPr txBox="1">
            <a:spLocks noChangeArrowheads="1"/>
          </p:cNvSpPr>
          <p:nvPr/>
        </p:nvSpPr>
        <p:spPr bwMode="auto">
          <a:xfrm>
            <a:off x="1886683" y="2396958"/>
            <a:ext cx="8827476" cy="11504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1" hangingPunct="1">
              <a:lnSpc>
                <a:spcPct val="130000"/>
              </a:lnSpc>
              <a:spcBef>
                <a:spcPct val="50000"/>
              </a:spcBef>
            </a:pPr>
            <a:r>
              <a:rPr kumimoji="1" lang="zh-CN" altLang="en-US" sz="2800" dirty="0">
                <a:solidFill>
                  <a:schemeClr val="tx1">
                    <a:lumMod val="95000"/>
                    <a:lumOff val="5000"/>
                  </a:schemeClr>
                </a:solidFill>
                <a:latin typeface="Cambria Math" panose="02040503050406030204" charset="0"/>
                <a:ea typeface="黑体" panose="02010609060101010101" pitchFamily="49" charset="-122"/>
              </a:rPr>
              <a:t>通常我们把二元函数的全微分等于它的两个偏微分之和这件事称为二元函数的微分符合叠加原理．</a:t>
            </a:r>
            <a:endParaRPr kumimoji="1" lang="zh-CN" altLang="en-US" sz="2800" dirty="0">
              <a:solidFill>
                <a:schemeClr val="tx1">
                  <a:lumMod val="95000"/>
                  <a:lumOff val="5000"/>
                </a:schemeClr>
              </a:solidFill>
              <a:latin typeface="Cambria Math" panose="02040503050406030204" charset="0"/>
              <a:ea typeface="黑体" panose="02010609060101010101" pitchFamily="49" charset="-122"/>
            </a:endParaRPr>
          </a:p>
        </p:txBody>
      </p:sp>
      <p:sp>
        <p:nvSpPr>
          <p:cNvPr id="7" name="Rectangle 25"/>
          <p:cNvSpPr>
            <a:spLocks noChangeArrowheads="1"/>
          </p:cNvSpPr>
          <p:nvPr/>
        </p:nvSpPr>
        <p:spPr bwMode="auto">
          <a:xfrm>
            <a:off x="1886683" y="5118732"/>
            <a:ext cx="69342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r>
              <a:rPr kumimoji="1" lang="zh-CN" altLang="en-US" sz="2800" dirty="0">
                <a:solidFill>
                  <a:schemeClr val="tx1">
                    <a:lumMod val="95000"/>
                    <a:lumOff val="5000"/>
                  </a:schemeClr>
                </a:solidFill>
                <a:latin typeface="Cambria Math" panose="02040503050406030204" charset="0"/>
                <a:ea typeface="黑体" panose="02010609060101010101" pitchFamily="49" charset="-122"/>
              </a:rPr>
              <a:t>叠加原理也适用于二元以上函数的情况．</a:t>
            </a:r>
            <a:endParaRPr kumimoji="1" lang="zh-CN" altLang="en-US" sz="2800" dirty="0">
              <a:solidFill>
                <a:schemeClr val="tx1">
                  <a:lumMod val="95000"/>
                  <a:lumOff val="5000"/>
                </a:schemeClr>
              </a:solidFill>
              <a:latin typeface="Cambria Math" panose="02040503050406030204" charset="0"/>
              <a:ea typeface="黑体" panose="02010609060101010101" pitchFamily="49" charset="-122"/>
            </a:endParaRPr>
          </a:p>
        </p:txBody>
      </p:sp>
      <p:grpSp>
        <p:nvGrpSpPr>
          <p:cNvPr id="13" name="组合 12"/>
          <p:cNvGrpSpPr/>
          <p:nvPr/>
        </p:nvGrpSpPr>
        <p:grpSpPr>
          <a:xfrm>
            <a:off x="1713230" y="1021202"/>
            <a:ext cx="612775" cy="612775"/>
            <a:chOff x="1601" y="872"/>
            <a:chExt cx="965" cy="965"/>
          </a:xfrm>
        </p:grpSpPr>
        <p:sp>
          <p:nvSpPr>
            <p:cNvPr id="14" name="椭圆 13"/>
            <p:cNvSpPr/>
            <p:nvPr/>
          </p:nvSpPr>
          <p:spPr>
            <a:xfrm>
              <a:off x="1663" y="934"/>
              <a:ext cx="841" cy="841"/>
            </a:xfrm>
            <a:prstGeom prst="ellipse">
              <a:avLst/>
            </a:prstGeom>
            <a:solidFill>
              <a:srgbClr val="0492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00"/>
            </a:p>
          </p:txBody>
        </p:sp>
        <p:sp>
          <p:nvSpPr>
            <p:cNvPr id="15" name="文本框 14"/>
            <p:cNvSpPr txBox="1"/>
            <p:nvPr/>
          </p:nvSpPr>
          <p:spPr bwMode="auto">
            <a:xfrm>
              <a:off x="1625" y="921"/>
              <a:ext cx="848" cy="82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rtlCol="0">
              <a:spAutoFit/>
            </a:bodyPr>
            <a:lstStyle/>
            <a:p>
              <a:pPr eaLnBrk="1" hangingPunct="1">
                <a:spcBef>
                  <a:spcPct val="50000"/>
                </a:spcBef>
              </a:pPr>
              <a:r>
                <a:rPr lang="zh-CN" altLang="en-US" sz="28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注</a:t>
              </a:r>
              <a:endParaRPr lang="zh-CN" altLang="en-US" sz="28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
          <p:nvSpPr>
            <p:cNvPr id="16" name="椭圆 15"/>
            <p:cNvSpPr/>
            <p:nvPr/>
          </p:nvSpPr>
          <p:spPr>
            <a:xfrm>
              <a:off x="1601" y="872"/>
              <a:ext cx="965" cy="965"/>
            </a:xfrm>
            <a:prstGeom prst="ellipse">
              <a:avLst/>
            </a:prstGeom>
            <a:noFill/>
            <a:ln>
              <a:solidFill>
                <a:srgbClr val="04926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00"/>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wipe(left)">
                                      <p:cBhvr>
                                        <p:cTn id="7" dur="500"/>
                                        <p:tgtEl>
                                          <p:spTgt spid="1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wipe(left)">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wipe(left)">
                                      <p:cBhvr>
                                        <p:cTn id="17" dur="500"/>
                                        <p:tgtEl>
                                          <p:spTgt spid="3"/>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wipe(left)">
                                      <p:cBhvr>
                                        <p:cTn id="22" dur="500"/>
                                        <p:tgtEl>
                                          <p:spTgt spid="6"/>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4"/>
                                        </p:tgtEl>
                                        <p:attrNameLst>
                                          <p:attrName>style.visibility</p:attrName>
                                        </p:attrNameLst>
                                      </p:cBhvr>
                                      <p:to>
                                        <p:strVal val="visible"/>
                                      </p:to>
                                    </p:set>
                                    <p:animEffect transition="in" filter="wipe(left)">
                                      <p:cBhvr>
                                        <p:cTn id="27" dur="500"/>
                                        <p:tgtEl>
                                          <p:spTgt spid="4"/>
                                        </p:tgtEl>
                                      </p:cBhvr>
                                    </p:animEffect>
                                  </p:childTnLst>
                                </p:cTn>
                              </p:par>
                            </p:childTnLst>
                          </p:cTn>
                        </p:par>
                        <p:par>
                          <p:cTn id="28" fill="hold">
                            <p:stCondLst>
                              <p:cond delay="500"/>
                            </p:stCondLst>
                            <p:childTnLst>
                              <p:par>
                                <p:cTn id="29" presetID="22" presetClass="entr" presetSubtype="8" fill="hold" grpId="0" nodeType="afterEffect">
                                  <p:stCondLst>
                                    <p:cond delay="0"/>
                                  </p:stCondLst>
                                  <p:childTnLst>
                                    <p:set>
                                      <p:cBhvr>
                                        <p:cTn id="30" dur="1" fill="hold">
                                          <p:stCondLst>
                                            <p:cond delay="0"/>
                                          </p:stCondLst>
                                        </p:cTn>
                                        <p:tgtEl>
                                          <p:spTgt spid="5"/>
                                        </p:tgtEl>
                                        <p:attrNameLst>
                                          <p:attrName>style.visibility</p:attrName>
                                        </p:attrNameLst>
                                      </p:cBhvr>
                                      <p:to>
                                        <p:strVal val="visible"/>
                                      </p:to>
                                    </p:set>
                                    <p:animEffect transition="in" filter="wipe(left)">
                                      <p:cBhvr>
                                        <p:cTn id="31" dur="500"/>
                                        <p:tgtEl>
                                          <p:spTgt spid="5"/>
                                        </p:tgtEl>
                                      </p:cBhvr>
                                    </p:animEffect>
                                  </p:childTnLst>
                                </p:cTn>
                              </p:par>
                            </p:childTnLst>
                          </p:cTn>
                        </p:par>
                        <p:par>
                          <p:cTn id="32" fill="hold">
                            <p:stCondLst>
                              <p:cond delay="1000"/>
                            </p:stCondLst>
                            <p:childTnLst>
                              <p:par>
                                <p:cTn id="33" presetID="22" presetClass="entr" presetSubtype="8" fill="hold" grpId="0" nodeType="afterEffect">
                                  <p:stCondLst>
                                    <p:cond delay="0"/>
                                  </p:stCondLst>
                                  <p:childTnLst>
                                    <p:set>
                                      <p:cBhvr>
                                        <p:cTn id="34" dur="1" fill="hold">
                                          <p:stCondLst>
                                            <p:cond delay="0"/>
                                          </p:stCondLst>
                                        </p:cTn>
                                        <p:tgtEl>
                                          <p:spTgt spid="7"/>
                                        </p:tgtEl>
                                        <p:attrNameLst>
                                          <p:attrName>style.visibility</p:attrName>
                                        </p:attrNameLst>
                                      </p:cBhvr>
                                      <p:to>
                                        <p:strVal val="visible"/>
                                      </p:to>
                                    </p:set>
                                    <p:animEffect transition="in" filter="wipe(left)">
                                      <p:cBhvr>
                                        <p:cTn id="35"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4" grpId="0"/>
      <p:bldP spid="5" grpId="0"/>
      <p:bldP spid="6" grpId="0"/>
      <p:bldP spid="7"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510540" y="494665"/>
            <a:ext cx="11149330" cy="5612765"/>
            <a:chOff x="838" y="906"/>
            <a:chExt cx="17558" cy="8839"/>
          </a:xfrm>
        </p:grpSpPr>
        <p:sp>
          <p:nvSpPr>
            <p:cNvPr id="29" name="PA-102232"/>
            <p:cNvSpPr/>
            <p:nvPr>
              <p:custDataLst>
                <p:tags r:id="rId1"/>
              </p:custDataLst>
            </p:nvPr>
          </p:nvSpPr>
          <p:spPr>
            <a:xfrm>
              <a:off x="872" y="906"/>
              <a:ext cx="17524" cy="8826"/>
            </a:xfrm>
            <a:prstGeom prst="rect">
              <a:avLst/>
            </a:prstGeom>
            <a:solidFill>
              <a:schemeClr val="bg1"/>
            </a:solidFill>
            <a:ln>
              <a:noFill/>
            </a:ln>
            <a:effectLst>
              <a:outerShdw blurRad="393700" dist="88900" algn="ctr" rotWithShape="0">
                <a:schemeClr val="bg1">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rgbClr val="006BB6"/>
                </a:solidFill>
                <a:cs typeface="+mn-ea"/>
                <a:sym typeface="+mn-lt"/>
              </a:endParaRPr>
            </a:p>
          </p:txBody>
        </p:sp>
        <p:grpSp>
          <p:nvGrpSpPr>
            <p:cNvPr id="30" name="组合 29"/>
            <p:cNvGrpSpPr/>
            <p:nvPr/>
          </p:nvGrpSpPr>
          <p:grpSpPr>
            <a:xfrm>
              <a:off x="838" y="9635"/>
              <a:ext cx="17558" cy="110"/>
              <a:chOff x="838" y="9635"/>
              <a:chExt cx="17558" cy="110"/>
            </a:xfrm>
          </p:grpSpPr>
          <p:sp>
            <p:nvSpPr>
              <p:cNvPr id="31" name="Rectangle 1"/>
              <p:cNvSpPr/>
              <p:nvPr/>
            </p:nvSpPr>
            <p:spPr>
              <a:xfrm>
                <a:off x="5321" y="9650"/>
                <a:ext cx="4286" cy="83"/>
              </a:xfrm>
              <a:prstGeom prst="rect">
                <a:avLst/>
              </a:prstGeom>
              <a:solidFill>
                <a:schemeClr val="bg1"/>
              </a:solidFill>
              <a:ln w="3175" cap="flat" cmpd="sng" algn="ctr">
                <a:solidFill>
                  <a:srgbClr val="04926A"/>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rgbClr val="FFFFFF"/>
                  </a:solidFill>
                  <a:effectLst/>
                  <a:uLnTx/>
                  <a:uFillTx/>
                  <a:latin typeface="Calibri" panose="020F0502020204030204"/>
                  <a:ea typeface="+mn-ea"/>
                  <a:cs typeface="+mn-cs"/>
                </a:endParaRPr>
              </a:p>
            </p:txBody>
          </p:sp>
          <p:sp>
            <p:nvSpPr>
              <p:cNvPr id="32" name="Rectangle 1"/>
              <p:cNvSpPr/>
              <p:nvPr/>
            </p:nvSpPr>
            <p:spPr>
              <a:xfrm>
                <a:off x="838" y="9650"/>
                <a:ext cx="4483" cy="83"/>
              </a:xfrm>
              <a:prstGeom prst="rect">
                <a:avLst/>
              </a:prstGeom>
              <a:solidFill>
                <a:srgbClr val="04926A"/>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rgbClr val="FFFFFF"/>
                  </a:solidFill>
                  <a:effectLst/>
                  <a:uLnTx/>
                  <a:uFillTx/>
                  <a:latin typeface="Calibri" panose="020F0502020204030204"/>
                  <a:ea typeface="+mn-ea"/>
                  <a:cs typeface="+mn-cs"/>
                </a:endParaRPr>
              </a:p>
            </p:txBody>
          </p:sp>
          <p:sp>
            <p:nvSpPr>
              <p:cNvPr id="33" name="Rectangle 1"/>
              <p:cNvSpPr/>
              <p:nvPr/>
            </p:nvSpPr>
            <p:spPr>
              <a:xfrm>
                <a:off x="9602" y="9635"/>
                <a:ext cx="8794" cy="111"/>
              </a:xfrm>
              <a:prstGeom prst="rect">
                <a:avLst/>
              </a:prstGeom>
              <a:solidFill>
                <a:srgbClr val="04926A"/>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rgbClr val="FFFFFF"/>
                  </a:solidFill>
                  <a:effectLst/>
                  <a:uLnTx/>
                  <a:uFillTx/>
                  <a:latin typeface="Calibri" panose="020F0502020204030204"/>
                  <a:ea typeface="+mn-ea"/>
                  <a:cs typeface="+mn-cs"/>
                </a:endParaRPr>
              </a:p>
            </p:txBody>
          </p:sp>
        </p:grpSp>
      </p:grpSp>
      <p:sp>
        <p:nvSpPr>
          <p:cNvPr id="3" name="Text Box 166"/>
          <p:cNvSpPr txBox="1">
            <a:spLocks noChangeArrowheads="1"/>
          </p:cNvSpPr>
          <p:nvPr/>
        </p:nvSpPr>
        <p:spPr bwMode="auto">
          <a:xfrm>
            <a:off x="5227673" y="3638790"/>
            <a:ext cx="2057400" cy="523220"/>
          </a:xfrm>
          <a:prstGeom prst="rect">
            <a:avLst/>
          </a:prstGeom>
          <a:noFill/>
          <a:ln w="19050">
            <a:solidFill>
              <a:srgbClr val="04926A"/>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kumimoji="1" lang="zh-CN" altLang="en-US" sz="2800" dirty="0">
                <a:solidFill>
                  <a:schemeClr val="tx1">
                    <a:lumMod val="95000"/>
                    <a:lumOff val="5000"/>
                  </a:schemeClr>
                </a:solidFill>
                <a:latin typeface="Cambria Math" panose="02040503050406030204" charset="0"/>
                <a:ea typeface="黑体" panose="02010609060101010101" pitchFamily="49" charset="-122"/>
              </a:rPr>
              <a:t>函数可微</a:t>
            </a:r>
            <a:endParaRPr kumimoji="1" lang="zh-CN" altLang="en-US" sz="2800" dirty="0">
              <a:solidFill>
                <a:schemeClr val="tx1">
                  <a:lumMod val="95000"/>
                  <a:lumOff val="5000"/>
                </a:schemeClr>
              </a:solidFill>
              <a:latin typeface="Cambria Math" panose="02040503050406030204" charset="0"/>
              <a:ea typeface="黑体" panose="02010609060101010101" pitchFamily="49" charset="-122"/>
            </a:endParaRPr>
          </a:p>
        </p:txBody>
      </p:sp>
      <p:sp>
        <p:nvSpPr>
          <p:cNvPr id="4" name="Text Box 167"/>
          <p:cNvSpPr txBox="1">
            <a:spLocks noChangeArrowheads="1"/>
          </p:cNvSpPr>
          <p:nvPr/>
        </p:nvSpPr>
        <p:spPr bwMode="auto">
          <a:xfrm>
            <a:off x="3714785" y="2343390"/>
            <a:ext cx="2057400" cy="523220"/>
          </a:xfrm>
          <a:prstGeom prst="rect">
            <a:avLst/>
          </a:prstGeom>
          <a:noFill/>
          <a:ln w="19050">
            <a:solidFill>
              <a:srgbClr val="04926A"/>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kumimoji="1" lang="zh-CN" altLang="en-US" sz="2800" dirty="0">
                <a:solidFill>
                  <a:schemeClr val="tx1">
                    <a:lumMod val="95000"/>
                    <a:lumOff val="5000"/>
                  </a:schemeClr>
                </a:solidFill>
                <a:latin typeface="Cambria Math" panose="02040503050406030204" charset="0"/>
                <a:ea typeface="黑体" panose="02010609060101010101" pitchFamily="49" charset="-122"/>
              </a:rPr>
              <a:t>函数连续</a:t>
            </a:r>
            <a:endParaRPr kumimoji="1" lang="zh-CN" altLang="en-US" sz="2800" dirty="0">
              <a:solidFill>
                <a:schemeClr val="tx1">
                  <a:lumMod val="95000"/>
                  <a:lumOff val="5000"/>
                </a:schemeClr>
              </a:solidFill>
              <a:latin typeface="Cambria Math" panose="02040503050406030204" charset="0"/>
              <a:ea typeface="黑体" panose="02010609060101010101" pitchFamily="49" charset="-122"/>
            </a:endParaRPr>
          </a:p>
        </p:txBody>
      </p:sp>
      <p:sp>
        <p:nvSpPr>
          <p:cNvPr id="5" name="Text Box 168"/>
          <p:cNvSpPr txBox="1">
            <a:spLocks noChangeArrowheads="1"/>
          </p:cNvSpPr>
          <p:nvPr/>
        </p:nvSpPr>
        <p:spPr bwMode="auto">
          <a:xfrm>
            <a:off x="6838985" y="2343390"/>
            <a:ext cx="2057400" cy="523220"/>
          </a:xfrm>
          <a:prstGeom prst="rect">
            <a:avLst/>
          </a:prstGeom>
          <a:noFill/>
          <a:ln w="19050">
            <a:solidFill>
              <a:srgbClr val="04926A"/>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kumimoji="1" lang="zh-CN" altLang="en-US" sz="2800" dirty="0">
                <a:solidFill>
                  <a:schemeClr val="tx1">
                    <a:lumMod val="95000"/>
                    <a:lumOff val="5000"/>
                  </a:schemeClr>
                </a:solidFill>
                <a:latin typeface="Cambria Math" panose="02040503050406030204" charset="0"/>
                <a:ea typeface="黑体" panose="02010609060101010101" pitchFamily="49" charset="-122"/>
              </a:rPr>
              <a:t>偏导数存在</a:t>
            </a:r>
            <a:endParaRPr kumimoji="1" lang="zh-CN" altLang="en-US" sz="2800" dirty="0">
              <a:solidFill>
                <a:schemeClr val="tx1">
                  <a:lumMod val="95000"/>
                  <a:lumOff val="5000"/>
                </a:schemeClr>
              </a:solidFill>
              <a:latin typeface="Cambria Math" panose="02040503050406030204" charset="0"/>
              <a:ea typeface="黑体" panose="02010609060101010101" pitchFamily="49" charset="-122"/>
            </a:endParaRPr>
          </a:p>
        </p:txBody>
      </p:sp>
      <p:sp>
        <p:nvSpPr>
          <p:cNvPr id="6" name="Text Box 169"/>
          <p:cNvSpPr txBox="1">
            <a:spLocks noChangeArrowheads="1"/>
          </p:cNvSpPr>
          <p:nvPr/>
        </p:nvSpPr>
        <p:spPr bwMode="auto">
          <a:xfrm>
            <a:off x="5227673" y="4950067"/>
            <a:ext cx="2057400" cy="523220"/>
          </a:xfrm>
          <a:prstGeom prst="rect">
            <a:avLst/>
          </a:prstGeom>
          <a:noFill/>
          <a:ln w="19050">
            <a:solidFill>
              <a:srgbClr val="04926A"/>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kumimoji="1" lang="zh-CN" altLang="en-US" sz="2800" dirty="0">
                <a:solidFill>
                  <a:schemeClr val="tx1">
                    <a:lumMod val="95000"/>
                    <a:lumOff val="5000"/>
                  </a:schemeClr>
                </a:solidFill>
                <a:latin typeface="Cambria Math" panose="02040503050406030204" charset="0"/>
                <a:ea typeface="黑体" panose="02010609060101010101" pitchFamily="49" charset="-122"/>
              </a:rPr>
              <a:t>偏导数连续</a:t>
            </a:r>
            <a:endParaRPr kumimoji="1" lang="zh-CN" altLang="en-US" sz="2800" dirty="0">
              <a:solidFill>
                <a:schemeClr val="tx1">
                  <a:lumMod val="95000"/>
                  <a:lumOff val="5000"/>
                </a:schemeClr>
              </a:solidFill>
              <a:latin typeface="Cambria Math" panose="02040503050406030204" charset="0"/>
              <a:ea typeface="黑体" panose="02010609060101010101" pitchFamily="49" charset="-122"/>
            </a:endParaRPr>
          </a:p>
        </p:txBody>
      </p:sp>
      <p:grpSp>
        <p:nvGrpSpPr>
          <p:cNvPr id="7" name="Group 172"/>
          <p:cNvGrpSpPr/>
          <p:nvPr/>
        </p:nvGrpSpPr>
        <p:grpSpPr bwMode="auto">
          <a:xfrm>
            <a:off x="5848385" y="2301789"/>
            <a:ext cx="914400" cy="228600"/>
            <a:chOff x="2784" y="1035"/>
            <a:chExt cx="576" cy="144"/>
          </a:xfrm>
        </p:grpSpPr>
        <p:sp>
          <p:nvSpPr>
            <p:cNvPr id="8" name="Line 170"/>
            <p:cNvSpPr>
              <a:spLocks noChangeShapeType="1"/>
            </p:cNvSpPr>
            <p:nvPr/>
          </p:nvSpPr>
          <p:spPr bwMode="auto">
            <a:xfrm>
              <a:off x="2784" y="1104"/>
              <a:ext cx="576" cy="0"/>
            </a:xfrm>
            <a:prstGeom prst="line">
              <a:avLst/>
            </a:prstGeom>
            <a:noFill/>
            <a:ln w="28575">
              <a:solidFill>
                <a:srgbClr val="04926A"/>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800" b="1">
                <a:latin typeface="+mn-ea"/>
              </a:endParaRPr>
            </a:p>
          </p:txBody>
        </p:sp>
        <p:sp>
          <p:nvSpPr>
            <p:cNvPr id="9" name="Line 171"/>
            <p:cNvSpPr>
              <a:spLocks noChangeShapeType="1"/>
            </p:cNvSpPr>
            <p:nvPr/>
          </p:nvSpPr>
          <p:spPr bwMode="auto">
            <a:xfrm flipV="1">
              <a:off x="2949" y="1035"/>
              <a:ext cx="192" cy="144"/>
            </a:xfrm>
            <a:prstGeom prst="line">
              <a:avLst/>
            </a:prstGeom>
            <a:noFill/>
            <a:ln w="28575">
              <a:solidFill>
                <a:srgbClr val="04926A"/>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800" b="1">
                <a:latin typeface="+mn-ea"/>
              </a:endParaRPr>
            </a:p>
          </p:txBody>
        </p:sp>
      </p:grpSp>
      <p:grpSp>
        <p:nvGrpSpPr>
          <p:cNvPr id="10" name="Group 175"/>
          <p:cNvGrpSpPr/>
          <p:nvPr/>
        </p:nvGrpSpPr>
        <p:grpSpPr bwMode="auto">
          <a:xfrm>
            <a:off x="5848385" y="2639926"/>
            <a:ext cx="914400" cy="304800"/>
            <a:chOff x="2784" y="1248"/>
            <a:chExt cx="576" cy="192"/>
          </a:xfrm>
        </p:grpSpPr>
        <p:sp>
          <p:nvSpPr>
            <p:cNvPr id="11" name="Line 173"/>
            <p:cNvSpPr>
              <a:spLocks noChangeShapeType="1"/>
            </p:cNvSpPr>
            <p:nvPr/>
          </p:nvSpPr>
          <p:spPr bwMode="auto">
            <a:xfrm flipH="1">
              <a:off x="2784" y="1344"/>
              <a:ext cx="576" cy="0"/>
            </a:xfrm>
            <a:prstGeom prst="line">
              <a:avLst/>
            </a:prstGeom>
            <a:noFill/>
            <a:ln w="28575">
              <a:solidFill>
                <a:srgbClr val="04926A"/>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800" b="1">
                <a:latin typeface="+mn-ea"/>
              </a:endParaRPr>
            </a:p>
          </p:txBody>
        </p:sp>
        <p:sp>
          <p:nvSpPr>
            <p:cNvPr id="12" name="Line 174"/>
            <p:cNvSpPr>
              <a:spLocks noChangeShapeType="1"/>
            </p:cNvSpPr>
            <p:nvPr/>
          </p:nvSpPr>
          <p:spPr bwMode="auto">
            <a:xfrm>
              <a:off x="2976" y="1248"/>
              <a:ext cx="240" cy="192"/>
            </a:xfrm>
            <a:prstGeom prst="line">
              <a:avLst/>
            </a:prstGeom>
            <a:noFill/>
            <a:ln w="28575">
              <a:solidFill>
                <a:srgbClr val="04926A"/>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800" b="1">
                <a:latin typeface="+mn-ea"/>
              </a:endParaRPr>
            </a:p>
          </p:txBody>
        </p:sp>
      </p:grpSp>
      <p:sp>
        <p:nvSpPr>
          <p:cNvPr id="13" name="Line 176"/>
          <p:cNvSpPr>
            <a:spLocks noChangeShapeType="1"/>
          </p:cNvSpPr>
          <p:nvPr/>
        </p:nvSpPr>
        <p:spPr bwMode="auto">
          <a:xfrm flipV="1">
            <a:off x="5610259" y="2904708"/>
            <a:ext cx="0" cy="685800"/>
          </a:xfrm>
          <a:prstGeom prst="line">
            <a:avLst/>
          </a:prstGeom>
          <a:noFill/>
          <a:ln w="28575">
            <a:solidFill>
              <a:srgbClr val="4A7BA8"/>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800" b="1">
              <a:latin typeface="+mn-ea"/>
            </a:endParaRPr>
          </a:p>
        </p:txBody>
      </p:sp>
      <p:grpSp>
        <p:nvGrpSpPr>
          <p:cNvPr id="14" name="Group 179"/>
          <p:cNvGrpSpPr/>
          <p:nvPr/>
        </p:nvGrpSpPr>
        <p:grpSpPr bwMode="auto">
          <a:xfrm>
            <a:off x="5153059" y="2904708"/>
            <a:ext cx="304800" cy="685800"/>
            <a:chOff x="2352" y="1412"/>
            <a:chExt cx="192" cy="432"/>
          </a:xfrm>
        </p:grpSpPr>
        <p:sp>
          <p:nvSpPr>
            <p:cNvPr id="15" name="Line 177"/>
            <p:cNvSpPr>
              <a:spLocks noChangeShapeType="1"/>
            </p:cNvSpPr>
            <p:nvPr/>
          </p:nvSpPr>
          <p:spPr bwMode="auto">
            <a:xfrm flipV="1">
              <a:off x="2448" y="1412"/>
              <a:ext cx="0" cy="432"/>
            </a:xfrm>
            <a:prstGeom prst="line">
              <a:avLst/>
            </a:prstGeom>
            <a:noFill/>
            <a:ln w="28575">
              <a:solidFill>
                <a:srgbClr val="04926A"/>
              </a:solidFill>
              <a:round/>
              <a:head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800" b="1">
                <a:latin typeface="+mn-ea"/>
              </a:endParaRPr>
            </a:p>
          </p:txBody>
        </p:sp>
        <p:sp>
          <p:nvSpPr>
            <p:cNvPr id="16" name="Line 178"/>
            <p:cNvSpPr>
              <a:spLocks noChangeShapeType="1"/>
            </p:cNvSpPr>
            <p:nvPr/>
          </p:nvSpPr>
          <p:spPr bwMode="auto">
            <a:xfrm>
              <a:off x="2352" y="1529"/>
              <a:ext cx="192" cy="192"/>
            </a:xfrm>
            <a:prstGeom prst="line">
              <a:avLst/>
            </a:prstGeom>
            <a:noFill/>
            <a:ln w="28575">
              <a:solidFill>
                <a:srgbClr val="04926A"/>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800" b="1">
                <a:latin typeface="+mn-ea"/>
              </a:endParaRPr>
            </a:p>
          </p:txBody>
        </p:sp>
      </p:grpSp>
      <p:sp>
        <p:nvSpPr>
          <p:cNvPr id="17" name="Line 180"/>
          <p:cNvSpPr>
            <a:spLocks noChangeShapeType="1"/>
          </p:cNvSpPr>
          <p:nvPr/>
        </p:nvSpPr>
        <p:spPr bwMode="auto">
          <a:xfrm flipV="1">
            <a:off x="6937409" y="2904708"/>
            <a:ext cx="0" cy="685800"/>
          </a:xfrm>
          <a:prstGeom prst="line">
            <a:avLst/>
          </a:prstGeom>
          <a:noFill/>
          <a:ln w="28575">
            <a:solidFill>
              <a:srgbClr val="4A7BA8"/>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800" b="1">
              <a:latin typeface="+mn-ea"/>
            </a:endParaRPr>
          </a:p>
        </p:txBody>
      </p:sp>
      <p:grpSp>
        <p:nvGrpSpPr>
          <p:cNvPr id="18" name="Group 181"/>
          <p:cNvGrpSpPr/>
          <p:nvPr/>
        </p:nvGrpSpPr>
        <p:grpSpPr bwMode="auto">
          <a:xfrm>
            <a:off x="7058059" y="2904708"/>
            <a:ext cx="304800" cy="685800"/>
            <a:chOff x="2352" y="1412"/>
            <a:chExt cx="192" cy="432"/>
          </a:xfrm>
        </p:grpSpPr>
        <p:sp>
          <p:nvSpPr>
            <p:cNvPr id="19" name="Line 182"/>
            <p:cNvSpPr>
              <a:spLocks noChangeShapeType="1"/>
            </p:cNvSpPr>
            <p:nvPr/>
          </p:nvSpPr>
          <p:spPr bwMode="auto">
            <a:xfrm flipV="1">
              <a:off x="2448" y="1412"/>
              <a:ext cx="0" cy="432"/>
            </a:xfrm>
            <a:prstGeom prst="line">
              <a:avLst/>
            </a:prstGeom>
            <a:noFill/>
            <a:ln w="28575">
              <a:solidFill>
                <a:srgbClr val="04926A"/>
              </a:solidFill>
              <a:round/>
              <a:head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800" b="1">
                <a:latin typeface="+mn-ea"/>
              </a:endParaRPr>
            </a:p>
          </p:txBody>
        </p:sp>
        <p:sp>
          <p:nvSpPr>
            <p:cNvPr id="20" name="Line 183"/>
            <p:cNvSpPr>
              <a:spLocks noChangeShapeType="1"/>
            </p:cNvSpPr>
            <p:nvPr/>
          </p:nvSpPr>
          <p:spPr bwMode="auto">
            <a:xfrm>
              <a:off x="2352" y="1529"/>
              <a:ext cx="192" cy="192"/>
            </a:xfrm>
            <a:prstGeom prst="line">
              <a:avLst/>
            </a:prstGeom>
            <a:noFill/>
            <a:ln w="28575">
              <a:solidFill>
                <a:srgbClr val="04926A"/>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800" b="1">
                <a:latin typeface="+mn-ea"/>
              </a:endParaRPr>
            </a:p>
          </p:txBody>
        </p:sp>
      </p:grpSp>
      <p:sp>
        <p:nvSpPr>
          <p:cNvPr id="21" name="Line 184"/>
          <p:cNvSpPr>
            <a:spLocks noChangeShapeType="1"/>
          </p:cNvSpPr>
          <p:nvPr/>
        </p:nvSpPr>
        <p:spPr bwMode="auto">
          <a:xfrm flipV="1">
            <a:off x="6130960" y="4205528"/>
            <a:ext cx="0" cy="685800"/>
          </a:xfrm>
          <a:prstGeom prst="line">
            <a:avLst/>
          </a:prstGeom>
          <a:noFill/>
          <a:ln w="28575">
            <a:solidFill>
              <a:srgbClr val="4A7BA8"/>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800" b="1">
              <a:latin typeface="+mn-ea"/>
            </a:endParaRPr>
          </a:p>
        </p:txBody>
      </p:sp>
      <p:grpSp>
        <p:nvGrpSpPr>
          <p:cNvPr id="22" name="Group 185"/>
          <p:cNvGrpSpPr/>
          <p:nvPr/>
        </p:nvGrpSpPr>
        <p:grpSpPr bwMode="auto">
          <a:xfrm>
            <a:off x="6251610" y="4203940"/>
            <a:ext cx="304800" cy="685800"/>
            <a:chOff x="2352" y="1412"/>
            <a:chExt cx="192" cy="432"/>
          </a:xfrm>
        </p:grpSpPr>
        <p:sp>
          <p:nvSpPr>
            <p:cNvPr id="23" name="Line 186"/>
            <p:cNvSpPr>
              <a:spLocks noChangeShapeType="1"/>
            </p:cNvSpPr>
            <p:nvPr/>
          </p:nvSpPr>
          <p:spPr bwMode="auto">
            <a:xfrm flipV="1">
              <a:off x="2448" y="1412"/>
              <a:ext cx="0" cy="432"/>
            </a:xfrm>
            <a:prstGeom prst="line">
              <a:avLst/>
            </a:prstGeom>
            <a:noFill/>
            <a:ln w="28575">
              <a:solidFill>
                <a:srgbClr val="04926A"/>
              </a:solidFill>
              <a:round/>
              <a:head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800" b="1">
                <a:latin typeface="+mn-ea"/>
              </a:endParaRPr>
            </a:p>
          </p:txBody>
        </p:sp>
        <p:sp>
          <p:nvSpPr>
            <p:cNvPr id="24" name="Line 187"/>
            <p:cNvSpPr>
              <a:spLocks noChangeShapeType="1"/>
            </p:cNvSpPr>
            <p:nvPr/>
          </p:nvSpPr>
          <p:spPr bwMode="auto">
            <a:xfrm>
              <a:off x="2352" y="1529"/>
              <a:ext cx="192" cy="192"/>
            </a:xfrm>
            <a:prstGeom prst="line">
              <a:avLst/>
            </a:prstGeom>
            <a:noFill/>
            <a:ln w="28575">
              <a:solidFill>
                <a:srgbClr val="04926A"/>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800" b="1">
                <a:latin typeface="+mn-ea"/>
              </a:endParaRPr>
            </a:p>
          </p:txBody>
        </p:sp>
      </p:grpSp>
      <p:sp>
        <p:nvSpPr>
          <p:cNvPr id="25" name="Rectangle 2"/>
          <p:cNvSpPr txBox="1">
            <a:spLocks noChangeArrowheads="1"/>
          </p:cNvSpPr>
          <p:nvPr/>
        </p:nvSpPr>
        <p:spPr>
          <a:xfrm>
            <a:off x="3152446" y="1325452"/>
            <a:ext cx="5616451" cy="576287"/>
          </a:xfrm>
          <a:prstGeom prst="rect">
            <a:avLst/>
          </a:prstGeom>
          <a:ln w="28575">
            <a:noFill/>
            <a:prstDash val="dashDot"/>
          </a:ln>
        </p:spPr>
        <p:txBody>
          <a:bodyPr vert="horz" lIns="91440" tIns="45720" rIns="91440" bIns="45720" rtlCol="0" anchor="ctr">
            <a:noAutofit/>
          </a:bodyPr>
          <a:lstStyle>
            <a:lvl1pPr algn="l" defTabSz="914400" rtl="0" eaLnBrk="1" latinLnBrk="0" hangingPunct="1">
              <a:lnSpc>
                <a:spcPct val="90000"/>
              </a:lnSpc>
              <a:spcBef>
                <a:spcPct val="0"/>
              </a:spcBef>
              <a:buNone/>
              <a:defRPr sz="2800" b="1" kern="1200">
                <a:solidFill>
                  <a:schemeClr val="tx1"/>
                </a:solidFill>
                <a:latin typeface="+mj-lt"/>
                <a:ea typeface="+mj-ea"/>
                <a:cs typeface="+mj-cs"/>
              </a:defRPr>
            </a:lvl1pPr>
          </a:lstStyle>
          <a:p>
            <a:pPr>
              <a:lnSpc>
                <a:spcPct val="100000"/>
              </a:lnSpc>
              <a:spcBef>
                <a:spcPct val="50000"/>
              </a:spcBef>
            </a:pPr>
            <a:r>
              <a:rPr kumimoji="1" lang="en-US" altLang="zh-CN" dirty="0">
                <a:solidFill>
                  <a:srgbClr val="04926A"/>
                </a:solidFill>
                <a:latin typeface="微软雅黑" panose="020B0503020204020204" pitchFamily="34" charset="-122"/>
                <a:ea typeface="微软雅黑" panose="020B0503020204020204" pitchFamily="34" charset="-122"/>
                <a:cs typeface="+mn-cs"/>
              </a:rPr>
              <a:t>4. </a:t>
            </a:r>
            <a:r>
              <a:rPr kumimoji="1" lang="zh-CN" altLang="en-US" dirty="0">
                <a:solidFill>
                  <a:srgbClr val="04926A"/>
                </a:solidFill>
                <a:latin typeface="微软雅黑" panose="020B0503020204020204" pitchFamily="34" charset="-122"/>
                <a:ea typeface="微软雅黑" panose="020B0503020204020204" pitchFamily="34" charset="-122"/>
                <a:cs typeface="+mn-cs"/>
              </a:rPr>
              <a:t>连续、偏导数存在、可微的关系</a:t>
            </a:r>
            <a:endParaRPr kumimoji="1" lang="en-US" altLang="zh-CN" dirty="0">
              <a:solidFill>
                <a:srgbClr val="04926A"/>
              </a:solidFill>
              <a:latin typeface="微软雅黑" panose="020B0503020204020204" pitchFamily="34" charset="-122"/>
              <a:ea typeface="微软雅黑" panose="020B0503020204020204" pitchFamily="34" charset="-122"/>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wipe(left)">
                                      <p:cBhvr>
                                        <p:cTn id="7" dur="500"/>
                                        <p:tgtEl>
                                          <p:spTgt spid="2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wipe(left)">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wipe(left)">
                                      <p:cBhvr>
                                        <p:cTn id="17" dur="5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3"/>
                                        </p:tgtEl>
                                        <p:attrNameLst>
                                          <p:attrName>style.visibility</p:attrName>
                                        </p:attrNameLst>
                                      </p:cBhvr>
                                      <p:to>
                                        <p:strVal val="visible"/>
                                      </p:to>
                                    </p:set>
                                    <p:animEffect transition="in" filter="wipe(left)">
                                      <p:cBhvr>
                                        <p:cTn id="22" dur="500"/>
                                        <p:tgtEl>
                                          <p:spTgt spid="3"/>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6"/>
                                        </p:tgtEl>
                                        <p:attrNameLst>
                                          <p:attrName>style.visibility</p:attrName>
                                        </p:attrNameLst>
                                      </p:cBhvr>
                                      <p:to>
                                        <p:strVal val="visible"/>
                                      </p:to>
                                    </p:set>
                                    <p:animEffect transition="in" filter="wipe(left)">
                                      <p:cBhvr>
                                        <p:cTn id="27" dur="500"/>
                                        <p:tgtEl>
                                          <p:spTgt spid="6"/>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7"/>
                                        </p:tgtEl>
                                        <p:attrNameLst>
                                          <p:attrName>style.visibility</p:attrName>
                                        </p:attrNameLst>
                                      </p:cBhvr>
                                      <p:to>
                                        <p:strVal val="visible"/>
                                      </p:to>
                                    </p:set>
                                    <p:animEffect transition="in" filter="wipe(left)">
                                      <p:cBhvr>
                                        <p:cTn id="32" dur="500"/>
                                        <p:tgtEl>
                                          <p:spTgt spid="7"/>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2" fill="hold" nodeType="clickEffect">
                                  <p:stCondLst>
                                    <p:cond delay="0"/>
                                  </p:stCondLst>
                                  <p:childTnLst>
                                    <p:set>
                                      <p:cBhvr>
                                        <p:cTn id="36" dur="1" fill="hold">
                                          <p:stCondLst>
                                            <p:cond delay="0"/>
                                          </p:stCondLst>
                                        </p:cTn>
                                        <p:tgtEl>
                                          <p:spTgt spid="10"/>
                                        </p:tgtEl>
                                        <p:attrNameLst>
                                          <p:attrName>style.visibility</p:attrName>
                                        </p:attrNameLst>
                                      </p:cBhvr>
                                      <p:to>
                                        <p:strVal val="visible"/>
                                      </p:to>
                                    </p:set>
                                    <p:animEffect transition="in" filter="wipe(right)">
                                      <p:cBhvr>
                                        <p:cTn id="37" dur="500"/>
                                        <p:tgtEl>
                                          <p:spTgt spid="10"/>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4" fill="hold" grpId="0" nodeType="clickEffect">
                                  <p:stCondLst>
                                    <p:cond delay="0"/>
                                  </p:stCondLst>
                                  <p:childTnLst>
                                    <p:set>
                                      <p:cBhvr>
                                        <p:cTn id="41" dur="1" fill="hold">
                                          <p:stCondLst>
                                            <p:cond delay="0"/>
                                          </p:stCondLst>
                                        </p:cTn>
                                        <p:tgtEl>
                                          <p:spTgt spid="13"/>
                                        </p:tgtEl>
                                        <p:attrNameLst>
                                          <p:attrName>style.visibility</p:attrName>
                                        </p:attrNameLst>
                                      </p:cBhvr>
                                      <p:to>
                                        <p:strVal val="visible"/>
                                      </p:to>
                                    </p:set>
                                    <p:animEffect transition="in" filter="wipe(down)">
                                      <p:cBhvr>
                                        <p:cTn id="42" dur="500"/>
                                        <p:tgtEl>
                                          <p:spTgt spid="13"/>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1" fill="hold" nodeType="clickEffect">
                                  <p:stCondLst>
                                    <p:cond delay="0"/>
                                  </p:stCondLst>
                                  <p:childTnLst>
                                    <p:set>
                                      <p:cBhvr>
                                        <p:cTn id="46" dur="1" fill="hold">
                                          <p:stCondLst>
                                            <p:cond delay="0"/>
                                          </p:stCondLst>
                                        </p:cTn>
                                        <p:tgtEl>
                                          <p:spTgt spid="14"/>
                                        </p:tgtEl>
                                        <p:attrNameLst>
                                          <p:attrName>style.visibility</p:attrName>
                                        </p:attrNameLst>
                                      </p:cBhvr>
                                      <p:to>
                                        <p:strVal val="visible"/>
                                      </p:to>
                                    </p:set>
                                    <p:animEffect transition="in" filter="wipe(up)">
                                      <p:cBhvr>
                                        <p:cTn id="47" dur="500"/>
                                        <p:tgtEl>
                                          <p:spTgt spid="14"/>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4" fill="hold" grpId="0" nodeType="clickEffect">
                                  <p:stCondLst>
                                    <p:cond delay="0"/>
                                  </p:stCondLst>
                                  <p:childTnLst>
                                    <p:set>
                                      <p:cBhvr>
                                        <p:cTn id="51" dur="1" fill="hold">
                                          <p:stCondLst>
                                            <p:cond delay="0"/>
                                          </p:stCondLst>
                                        </p:cTn>
                                        <p:tgtEl>
                                          <p:spTgt spid="17"/>
                                        </p:tgtEl>
                                        <p:attrNameLst>
                                          <p:attrName>style.visibility</p:attrName>
                                        </p:attrNameLst>
                                      </p:cBhvr>
                                      <p:to>
                                        <p:strVal val="visible"/>
                                      </p:to>
                                    </p:set>
                                    <p:animEffect transition="in" filter="wipe(down)">
                                      <p:cBhvr>
                                        <p:cTn id="52" dur="500"/>
                                        <p:tgtEl>
                                          <p:spTgt spid="17"/>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1" fill="hold" nodeType="clickEffect">
                                  <p:stCondLst>
                                    <p:cond delay="0"/>
                                  </p:stCondLst>
                                  <p:childTnLst>
                                    <p:set>
                                      <p:cBhvr>
                                        <p:cTn id="56" dur="1" fill="hold">
                                          <p:stCondLst>
                                            <p:cond delay="0"/>
                                          </p:stCondLst>
                                        </p:cTn>
                                        <p:tgtEl>
                                          <p:spTgt spid="18"/>
                                        </p:tgtEl>
                                        <p:attrNameLst>
                                          <p:attrName>style.visibility</p:attrName>
                                        </p:attrNameLst>
                                      </p:cBhvr>
                                      <p:to>
                                        <p:strVal val="visible"/>
                                      </p:to>
                                    </p:set>
                                    <p:animEffect transition="in" filter="wipe(up)">
                                      <p:cBhvr>
                                        <p:cTn id="57" dur="500"/>
                                        <p:tgtEl>
                                          <p:spTgt spid="18"/>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4" fill="hold" grpId="0" nodeType="clickEffect">
                                  <p:stCondLst>
                                    <p:cond delay="0"/>
                                  </p:stCondLst>
                                  <p:childTnLst>
                                    <p:set>
                                      <p:cBhvr>
                                        <p:cTn id="61" dur="1" fill="hold">
                                          <p:stCondLst>
                                            <p:cond delay="0"/>
                                          </p:stCondLst>
                                        </p:cTn>
                                        <p:tgtEl>
                                          <p:spTgt spid="21"/>
                                        </p:tgtEl>
                                        <p:attrNameLst>
                                          <p:attrName>style.visibility</p:attrName>
                                        </p:attrNameLst>
                                      </p:cBhvr>
                                      <p:to>
                                        <p:strVal val="visible"/>
                                      </p:to>
                                    </p:set>
                                    <p:animEffect transition="in" filter="wipe(down)">
                                      <p:cBhvr>
                                        <p:cTn id="62" dur="500"/>
                                        <p:tgtEl>
                                          <p:spTgt spid="21"/>
                                        </p:tgtEl>
                                      </p:cBhvr>
                                    </p:animEffect>
                                  </p:childTnLst>
                                </p:cTn>
                              </p:par>
                            </p:childTnLst>
                          </p:cTn>
                        </p:par>
                      </p:childTnLst>
                    </p:cTn>
                  </p:par>
                  <p:par>
                    <p:cTn id="63" fill="hold">
                      <p:stCondLst>
                        <p:cond delay="indefinite"/>
                      </p:stCondLst>
                      <p:childTnLst>
                        <p:par>
                          <p:cTn id="64" fill="hold">
                            <p:stCondLst>
                              <p:cond delay="0"/>
                            </p:stCondLst>
                            <p:childTnLst>
                              <p:par>
                                <p:cTn id="65" presetID="22" presetClass="entr" presetSubtype="1" fill="hold" nodeType="clickEffect">
                                  <p:stCondLst>
                                    <p:cond delay="0"/>
                                  </p:stCondLst>
                                  <p:childTnLst>
                                    <p:set>
                                      <p:cBhvr>
                                        <p:cTn id="66" dur="1" fill="hold">
                                          <p:stCondLst>
                                            <p:cond delay="0"/>
                                          </p:stCondLst>
                                        </p:cTn>
                                        <p:tgtEl>
                                          <p:spTgt spid="22"/>
                                        </p:tgtEl>
                                        <p:attrNameLst>
                                          <p:attrName>style.visibility</p:attrName>
                                        </p:attrNameLst>
                                      </p:cBhvr>
                                      <p:to>
                                        <p:strVal val="visible"/>
                                      </p:to>
                                    </p:set>
                                    <p:animEffect transition="in" filter="wipe(up)">
                                      <p:cBhvr>
                                        <p:cTn id="67"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P spid="13" grpId="0" animBg="1"/>
      <p:bldP spid="17" grpId="0" animBg="1"/>
      <p:bldP spid="21" grpId="0" animBg="1"/>
      <p:bldP spid="25"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15" name="矩形 14"/>
              <p:cNvSpPr/>
              <p:nvPr/>
            </p:nvSpPr>
            <p:spPr>
              <a:xfrm>
                <a:off x="687959" y="536260"/>
                <a:ext cx="10817352" cy="5799897"/>
              </a:xfrm>
              <a:prstGeom prst="rect">
                <a:avLst/>
              </a:prstGeom>
              <a:solidFill>
                <a:schemeClr val="bg1"/>
              </a:solidFill>
              <a:ln>
                <a:noFill/>
              </a:ln>
              <a:effectLst>
                <a:outerShdw blurRad="63500" sx="102000" sy="102000" algn="ctr" rotWithShape="0">
                  <a:prstClr val="black">
                    <a:alpha val="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kumimoji="1" lang="en-US" altLang="zh-CN" dirty="0">
                          <a:latin typeface="Cambria Math" panose="02040503050406030204" charset="0"/>
                          <a:ea typeface="黑体" panose="02010609060101010101" pitchFamily="49" charset="-122"/>
                          <a:cs typeface="Cambria Math" panose="02040503050406030204" charset="0"/>
                        </a:rPr>
                        <m:t>,</m:t>
                      </m:r>
                    </m:oMath>
                  </m:oMathPara>
                </a14:m>
                <a:endParaRPr lang="zh-CN" altLang="en-US"/>
              </a:p>
            </p:txBody>
          </p:sp>
        </mc:Choice>
        <mc:Fallback>
          <p:sp>
            <p:nvSpPr>
              <p:cNvPr id="15" name="矩形 14"/>
              <p:cNvSpPr>
                <a:spLocks noRot="1" noChangeAspect="1" noMove="1" noResize="1" noEditPoints="1" noAdjustHandles="1" noChangeArrowheads="1" noChangeShapeType="1" noTextEdit="1"/>
              </p:cNvSpPr>
              <p:nvPr/>
            </p:nvSpPr>
            <p:spPr>
              <a:xfrm>
                <a:off x="687959" y="536260"/>
                <a:ext cx="10817352" cy="5799897"/>
              </a:xfrm>
              <a:prstGeom prst="rect">
                <a:avLst/>
              </a:prstGeom>
              <a:blipFill rotWithShape="1">
                <a:blip r:embed="rId1"/>
                <a:stretch>
                  <a:fillRect l="-1499" t="-1932" r="-1493" b="-1914"/>
                </a:stretch>
              </a:blipFill>
              <a:ln>
                <a:noFill/>
              </a:ln>
              <a:effectLst>
                <a:outerShdw blurRad="63500" sx="102000" sy="102000" algn="ctr" rotWithShape="0">
                  <a:prstClr val="black">
                    <a:alpha val="9000"/>
                  </a:prstClr>
                </a:outerShdw>
              </a:effectLst>
            </p:spPr>
            <p:style>
              <a:lnRef idx="2">
                <a:schemeClr val="accent1">
                  <a:shade val="50000"/>
                </a:schemeClr>
              </a:lnRef>
              <a:fillRef idx="1">
                <a:schemeClr val="accent1"/>
              </a:fillRef>
              <a:effectRef idx="0">
                <a:schemeClr val="accent1"/>
              </a:effectRef>
              <a:fontRef idx="minor">
                <a:schemeClr val="lt1"/>
              </a:fontRef>
            </p:style>
            <p:txBody>
              <a:bodyPr/>
              <a:lstStyle/>
              <a:p>
                <a:r>
                  <a:rPr lang="zh-CN" altLang="en-US">
                    <a:noFill/>
                  </a:rPr>
                  <a:t> </a:t>
                </a:r>
              </a:p>
            </p:txBody>
          </p:sp>
        </mc:Fallback>
      </mc:AlternateContent>
      <p:sp>
        <p:nvSpPr>
          <p:cNvPr id="16" name="半闭框 15"/>
          <p:cNvSpPr/>
          <p:nvPr/>
        </p:nvSpPr>
        <p:spPr>
          <a:xfrm>
            <a:off x="687324" y="536434"/>
            <a:ext cx="681355" cy="739173"/>
          </a:xfrm>
          <a:prstGeom prst="halfFrame">
            <a:avLst>
              <a:gd name="adj1" fmla="val 7739"/>
              <a:gd name="adj2" fmla="val 6987"/>
            </a:avLst>
          </a:prstGeom>
          <a:gradFill flip="none" rotWithShape="1">
            <a:gsLst>
              <a:gs pos="0">
                <a:schemeClr val="bg1"/>
              </a:gs>
              <a:gs pos="46000">
                <a:srgbClr val="039463"/>
              </a:gs>
              <a:gs pos="100000">
                <a:schemeClr val="bg1"/>
              </a:gs>
            </a:gsLst>
            <a:path path="circle">
              <a:fillToRect t="100000" r="100000"/>
            </a:path>
            <a:tileRect l="-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7" name="半闭框 16"/>
          <p:cNvSpPr/>
          <p:nvPr/>
        </p:nvSpPr>
        <p:spPr>
          <a:xfrm flipH="1">
            <a:off x="10823530" y="535820"/>
            <a:ext cx="681146" cy="739134"/>
          </a:xfrm>
          <a:prstGeom prst="halfFrame">
            <a:avLst>
              <a:gd name="adj1" fmla="val 7739"/>
              <a:gd name="adj2" fmla="val 6987"/>
            </a:avLst>
          </a:prstGeom>
          <a:gradFill flip="none" rotWithShape="1">
            <a:gsLst>
              <a:gs pos="0">
                <a:schemeClr val="bg1"/>
              </a:gs>
              <a:gs pos="46000">
                <a:srgbClr val="039463"/>
              </a:gs>
              <a:gs pos="100000">
                <a:schemeClr val="bg1"/>
              </a:gs>
            </a:gsLst>
            <a:path path="circle">
              <a:fillToRect t="100000" r="100000"/>
            </a:path>
            <a:tileRect l="-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8" name="半闭框 17"/>
          <p:cNvSpPr/>
          <p:nvPr/>
        </p:nvSpPr>
        <p:spPr>
          <a:xfrm flipV="1">
            <a:off x="687324" y="5665394"/>
            <a:ext cx="681355" cy="673517"/>
          </a:xfrm>
          <a:prstGeom prst="halfFrame">
            <a:avLst>
              <a:gd name="adj1" fmla="val 7739"/>
              <a:gd name="adj2" fmla="val 6987"/>
            </a:avLst>
          </a:prstGeom>
          <a:gradFill flip="none" rotWithShape="1">
            <a:gsLst>
              <a:gs pos="0">
                <a:schemeClr val="bg1"/>
              </a:gs>
              <a:gs pos="46000">
                <a:srgbClr val="039463"/>
              </a:gs>
              <a:gs pos="100000">
                <a:schemeClr val="bg1"/>
              </a:gs>
            </a:gsLst>
            <a:path path="circle">
              <a:fillToRect t="100000" r="100000"/>
            </a:path>
            <a:tileRect l="-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200">
              <a:solidFill>
                <a:schemeClr val="tx1"/>
              </a:solidFill>
            </a:endParaRPr>
          </a:p>
        </p:txBody>
      </p:sp>
      <p:sp>
        <p:nvSpPr>
          <p:cNvPr id="19" name="半闭框 18"/>
          <p:cNvSpPr/>
          <p:nvPr/>
        </p:nvSpPr>
        <p:spPr>
          <a:xfrm flipH="1" flipV="1">
            <a:off x="10824165" y="5642774"/>
            <a:ext cx="681146" cy="693383"/>
          </a:xfrm>
          <a:prstGeom prst="halfFrame">
            <a:avLst>
              <a:gd name="adj1" fmla="val 7739"/>
              <a:gd name="adj2" fmla="val 6987"/>
            </a:avLst>
          </a:prstGeom>
          <a:gradFill flip="none" rotWithShape="1">
            <a:gsLst>
              <a:gs pos="0">
                <a:schemeClr val="bg1"/>
              </a:gs>
              <a:gs pos="46000">
                <a:srgbClr val="039463"/>
              </a:gs>
              <a:gs pos="100000">
                <a:schemeClr val="bg1"/>
              </a:gs>
            </a:gsLst>
            <a:path path="circle">
              <a:fillToRect t="100000" r="100000"/>
            </a:path>
            <a:tileRect l="-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mc:AlternateContent xmlns:mc="http://schemas.openxmlformats.org/markup-compatibility/2006">
        <mc:Choice xmlns:a14="http://schemas.microsoft.com/office/drawing/2010/main" Requires="a14">
          <p:sp>
            <p:nvSpPr>
              <p:cNvPr id="3" name="Object 7"/>
              <p:cNvSpPr txBox="1"/>
              <p:nvPr/>
            </p:nvSpPr>
            <p:spPr bwMode="auto">
              <a:xfrm>
                <a:off x="1912931" y="3136377"/>
                <a:ext cx="896975" cy="495300"/>
              </a:xfrm>
              <a:prstGeom prst="rect">
                <a:avLst/>
              </a:prstGeom>
              <a:noFill/>
              <a:ln>
                <a:noFill/>
              </a:ln>
              <a:effectLst/>
            </p:spPr>
            <p:txBody>
              <a:bodyPr>
                <a:noAutofit/>
              </a:bodyPr>
              <a:lstStyle/>
              <a:p>
                <a14:m>
                  <m:oMathPara xmlns:m="http://schemas.openxmlformats.org/officeDocument/2006/math">
                    <m:oMathParaPr>
                      <m:jc m:val="left"/>
                    </m:oMathParaPr>
                    <m:oMath xmlns:m="http://schemas.openxmlformats.org/officeDocument/2006/math">
                      <m:r>
                        <a:rPr kumimoji="1" lang="zh-CN" altLang="en-US" sz="2800">
                          <a:solidFill>
                            <a:schemeClr val="tx1">
                              <a:lumMod val="95000"/>
                              <a:lumOff val="5000"/>
                            </a:schemeClr>
                          </a:solidFill>
                          <a:latin typeface="Cambria Math" panose="02040503050406030204" charset="0"/>
                          <a:ea typeface="黑体" panose="02010609060101010101" pitchFamily="49" charset="-122"/>
                        </a:rPr>
                        <m:t>函数</m:t>
                      </m:r>
                    </m:oMath>
                  </m:oMathPara>
                </a14:m>
                <a:endParaRPr kumimoji="1" lang="zh-CN" altLang="en-US" sz="2800" dirty="0">
                  <a:solidFill>
                    <a:schemeClr val="tx1">
                      <a:lumMod val="95000"/>
                      <a:lumOff val="5000"/>
                    </a:schemeClr>
                  </a:solidFill>
                  <a:latin typeface="Cambria Math" panose="02040503050406030204" charset="0"/>
                  <a:ea typeface="黑体" panose="02010609060101010101" pitchFamily="49" charset="-122"/>
                </a:endParaRPr>
              </a:p>
            </p:txBody>
          </p:sp>
        </mc:Choice>
        <mc:Fallback>
          <p:sp>
            <p:nvSpPr>
              <p:cNvPr id="3" name="Object 7"/>
              <p:cNvSpPr txBox="1">
                <a:spLocks noRot="1" noChangeAspect="1" noMove="1" noResize="1" noEditPoints="1" noAdjustHandles="1" noChangeArrowheads="1" noChangeShapeType="1" noTextEdit="1"/>
              </p:cNvSpPr>
              <p:nvPr/>
            </p:nvSpPr>
            <p:spPr bwMode="auto">
              <a:xfrm>
                <a:off x="1912931" y="3136377"/>
                <a:ext cx="896975" cy="495300"/>
              </a:xfrm>
              <a:prstGeom prst="rect">
                <a:avLst/>
              </a:prstGeom>
              <a:blipFill rotWithShape="1">
                <a:blip r:embed="rId2"/>
                <a:stretch>
                  <a:fillRect l="-35" t="-23" r="3" b="23"/>
                </a:stretch>
              </a:blipFill>
              <a:ln>
                <a:noFill/>
              </a:ln>
              <a:effectLst/>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4" name="对象 3"/>
              <p:cNvSpPr txBox="1"/>
              <p:nvPr/>
            </p:nvSpPr>
            <p:spPr>
              <a:xfrm>
                <a:off x="1931670" y="4483735"/>
                <a:ext cx="8692515" cy="495300"/>
              </a:xfrm>
              <a:prstGeom prst="rect">
                <a:avLst/>
              </a:prstGeom>
            </p:spPr>
            <p:txBody>
              <a:bodyPr>
                <a:noAutofit/>
              </a:bodyPr>
              <a:lstStyle/>
              <a:p>
                <a14:m>
                  <m:oMathPara xmlns:m="http://schemas.openxmlformats.org/officeDocument/2006/math">
                    <m:oMathParaPr>
                      <m:jc m:val="left"/>
                    </m:oMathParaPr>
                    <m:oMath xmlns:m="http://schemas.openxmlformats.org/officeDocument/2006/math">
                      <m:r>
                        <a:rPr kumimoji="1" lang="zh-CN" altLang="en-US" sz="2800">
                          <a:solidFill>
                            <a:schemeClr val="tx1">
                              <a:lumMod val="95000"/>
                              <a:lumOff val="5000"/>
                            </a:schemeClr>
                          </a:solidFill>
                          <a:latin typeface="Cambria Math" panose="02040503050406030204" charset="0"/>
                          <a:ea typeface="黑体" panose="02010609060101010101" pitchFamily="49" charset="-122"/>
                        </a:rPr>
                        <m:t>在</m:t>
                      </m:r>
                      <m:d>
                        <m:dPr>
                          <m:ctrlPr>
                            <a:rPr kumimoji="1" lang="zh-CN" altLang="en-US" sz="2800" i="1">
                              <a:solidFill>
                                <a:schemeClr val="tx1">
                                  <a:lumMod val="95000"/>
                                  <a:lumOff val="5000"/>
                                </a:schemeClr>
                              </a:solidFill>
                              <a:latin typeface="Cambria Math" panose="02040503050406030204" charset="0"/>
                              <a:ea typeface="黑体" panose="02010609060101010101" pitchFamily="49" charset="-122"/>
                            </a:rPr>
                          </m:ctrlPr>
                        </m:dPr>
                        <m:e>
                          <m:r>
                            <a:rPr kumimoji="1" lang="zh-CN" altLang="en-US" sz="2800">
                              <a:solidFill>
                                <a:schemeClr val="tx1">
                                  <a:lumMod val="95000"/>
                                  <a:lumOff val="5000"/>
                                </a:schemeClr>
                              </a:solidFill>
                              <a:latin typeface="Cambria Math" panose="02040503050406030204" charset="0"/>
                              <a:ea typeface="黑体" panose="02010609060101010101" pitchFamily="49" charset="-122"/>
                            </a:rPr>
                            <m:t>0</m:t>
                          </m:r>
                          <m:r>
                            <a:rPr kumimoji="1" lang="zh-CN" altLang="en-US" sz="2800">
                              <a:solidFill>
                                <a:schemeClr val="tx1">
                                  <a:lumMod val="95000"/>
                                  <a:lumOff val="5000"/>
                                </a:schemeClr>
                              </a:solidFill>
                              <a:latin typeface="Cambria Math" panose="02040503050406030204" charset="0"/>
                              <a:ea typeface="黑体" panose="02010609060101010101" pitchFamily="49" charset="-122"/>
                            </a:rPr>
                            <m:t>, </m:t>
                          </m:r>
                          <m:r>
                            <a:rPr kumimoji="1" lang="zh-CN" altLang="en-US" sz="2800">
                              <a:solidFill>
                                <a:schemeClr val="tx1">
                                  <a:lumMod val="95000"/>
                                  <a:lumOff val="5000"/>
                                </a:schemeClr>
                              </a:solidFill>
                              <a:latin typeface="Cambria Math" panose="02040503050406030204" charset="0"/>
                              <a:ea typeface="黑体" panose="02010609060101010101" pitchFamily="49" charset="-122"/>
                            </a:rPr>
                            <m:t>0</m:t>
                          </m:r>
                        </m:e>
                      </m:d>
                      <m:r>
                        <a:rPr kumimoji="1" lang="zh-CN" altLang="en-US" sz="2800">
                          <a:solidFill>
                            <a:schemeClr val="tx1">
                              <a:lumMod val="95000"/>
                              <a:lumOff val="5000"/>
                            </a:schemeClr>
                          </a:solidFill>
                          <a:latin typeface="Cambria Math" panose="02040503050406030204" charset="0"/>
                          <a:ea typeface="黑体" panose="02010609060101010101" pitchFamily="49" charset="-122"/>
                        </a:rPr>
                        <m:t>处的两个偏导数都存在</m:t>
                      </m:r>
                      <m:r>
                        <a:rPr kumimoji="1" lang="zh-CN" altLang="en-US" sz="2800">
                          <a:solidFill>
                            <a:schemeClr val="tx1">
                              <a:lumMod val="95000"/>
                              <a:lumOff val="5000"/>
                            </a:schemeClr>
                          </a:solidFill>
                          <a:latin typeface="Cambria Math" panose="02040503050406030204" charset="0"/>
                          <a:ea typeface="黑体" panose="02010609060101010101" pitchFamily="49" charset="-122"/>
                        </a:rPr>
                        <m:t>,</m:t>
                      </m:r>
                      <m:r>
                        <a:rPr kumimoji="1" lang="zh-CN" altLang="en-US" sz="2800">
                          <a:solidFill>
                            <a:schemeClr val="tx1">
                              <a:lumMod val="95000"/>
                              <a:lumOff val="5000"/>
                            </a:schemeClr>
                          </a:solidFill>
                          <a:latin typeface="Cambria Math" panose="02040503050406030204" charset="0"/>
                          <a:ea typeface="黑体" panose="02010609060101010101" pitchFamily="49" charset="-122"/>
                        </a:rPr>
                        <m:t>但函数在该点不可微</m:t>
                      </m:r>
                      <m:r>
                        <a:rPr kumimoji="1" lang="zh-CN" altLang="en-US" sz="2800">
                          <a:solidFill>
                            <a:schemeClr val="tx1">
                              <a:lumMod val="95000"/>
                              <a:lumOff val="5000"/>
                            </a:schemeClr>
                          </a:solidFill>
                          <a:latin typeface="Cambria Math" panose="02040503050406030204" charset="0"/>
                          <a:ea typeface="黑体" panose="02010609060101010101" pitchFamily="49" charset="-122"/>
                        </a:rPr>
                        <m:t>.</m:t>
                      </m:r>
                    </m:oMath>
                  </m:oMathPara>
                </a14:m>
                <a:endParaRPr kumimoji="1" lang="zh-CN" altLang="en-US" sz="2800" dirty="0">
                  <a:solidFill>
                    <a:schemeClr val="tx1">
                      <a:lumMod val="95000"/>
                      <a:lumOff val="5000"/>
                    </a:schemeClr>
                  </a:solidFill>
                  <a:latin typeface="Cambria Math" panose="02040503050406030204" charset="0"/>
                  <a:ea typeface="黑体" panose="02010609060101010101" pitchFamily="49" charset="-122"/>
                </a:endParaRPr>
              </a:p>
            </p:txBody>
          </p:sp>
        </mc:Choice>
        <mc:Fallback>
          <p:sp>
            <p:nvSpPr>
              <p:cNvPr id="4" name="对象 3"/>
              <p:cNvSpPr txBox="1">
                <a:spLocks noRot="1" noChangeAspect="1" noMove="1" noResize="1" noEditPoints="1" noAdjustHandles="1" noChangeArrowheads="1" noChangeShapeType="1" noTextEdit="1"/>
              </p:cNvSpPr>
              <p:nvPr/>
            </p:nvSpPr>
            <p:spPr>
              <a:xfrm>
                <a:off x="1931670" y="4483735"/>
                <a:ext cx="8692515" cy="495300"/>
              </a:xfrm>
              <a:prstGeom prst="rect">
                <a:avLst/>
              </a:prstGeom>
              <a:blipFill rotWithShape="1">
                <a:blip r:embed="rId3"/>
                <a:stretch>
                  <a:fillRect/>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5" name="对象 4"/>
              <p:cNvSpPr txBox="1"/>
              <p:nvPr/>
            </p:nvSpPr>
            <p:spPr>
              <a:xfrm>
                <a:off x="2752600" y="2527481"/>
                <a:ext cx="5890443" cy="1651000"/>
              </a:xfrm>
              <a:prstGeom prst="rect">
                <a:avLst/>
              </a:prstGeom>
            </p:spPr>
            <p:txBody>
              <a:bodyPr>
                <a:noAutofit/>
              </a:bodyPr>
              <a:lstStyle/>
              <a:p>
                <a14:m>
                  <m:oMathPara xmlns:m="http://schemas.openxmlformats.org/officeDocument/2006/math">
                    <m:oMathParaPr>
                      <m:jc m:val="left"/>
                    </m:oMathParaPr>
                    <m:oMath xmlns:m="http://schemas.openxmlformats.org/officeDocument/2006/math">
                      <m:r>
                        <a:rPr kumimoji="1" lang="zh-CN" altLang="en-US" sz="2800" smtClean="0">
                          <a:solidFill>
                            <a:schemeClr val="tx1">
                              <a:lumMod val="95000"/>
                              <a:lumOff val="5000"/>
                            </a:schemeClr>
                          </a:solidFill>
                          <a:latin typeface="Cambria Math" panose="02040503050406030204" charset="0"/>
                          <a:ea typeface="黑体" panose="02010609060101010101" pitchFamily="49" charset="-122"/>
                        </a:rPr>
                        <m:t>𝑓</m:t>
                      </m:r>
                      <m:r>
                        <a:rPr kumimoji="1" lang="zh-CN" altLang="en-US" sz="2800" smtClean="0">
                          <a:solidFill>
                            <a:schemeClr val="tx1">
                              <a:lumMod val="95000"/>
                              <a:lumOff val="5000"/>
                            </a:schemeClr>
                          </a:solidFill>
                          <a:latin typeface="Cambria Math" panose="02040503050406030204" charset="0"/>
                          <a:ea typeface="黑体" panose="02010609060101010101" pitchFamily="49" charset="-122"/>
                        </a:rPr>
                        <m:t>(</m:t>
                      </m:r>
                      <m:r>
                        <a:rPr kumimoji="1" lang="zh-CN" altLang="en-US" sz="2800" smtClean="0">
                          <a:solidFill>
                            <a:schemeClr val="tx1">
                              <a:lumMod val="95000"/>
                              <a:lumOff val="5000"/>
                            </a:schemeClr>
                          </a:solidFill>
                          <a:latin typeface="Cambria Math" panose="02040503050406030204" charset="0"/>
                          <a:ea typeface="黑体" panose="02010609060101010101" pitchFamily="49" charset="-122"/>
                        </a:rPr>
                        <m:t>𝑥</m:t>
                      </m:r>
                      <m:r>
                        <a:rPr kumimoji="1" lang="zh-CN" altLang="en-US" sz="2800" smtClean="0">
                          <a:solidFill>
                            <a:schemeClr val="tx1">
                              <a:lumMod val="95000"/>
                              <a:lumOff val="5000"/>
                            </a:schemeClr>
                          </a:solidFill>
                          <a:latin typeface="Cambria Math" panose="02040503050406030204" charset="0"/>
                          <a:ea typeface="黑体" panose="02010609060101010101" pitchFamily="49" charset="-122"/>
                        </a:rPr>
                        <m:t>,</m:t>
                      </m:r>
                      <m:r>
                        <a:rPr kumimoji="1" lang="zh-CN" altLang="en-US" sz="2800" smtClean="0">
                          <a:solidFill>
                            <a:schemeClr val="tx1">
                              <a:lumMod val="95000"/>
                              <a:lumOff val="5000"/>
                            </a:schemeClr>
                          </a:solidFill>
                          <a:latin typeface="Cambria Math" panose="02040503050406030204" charset="0"/>
                          <a:ea typeface="黑体" panose="02010609060101010101" pitchFamily="49" charset="-122"/>
                        </a:rPr>
                        <m:t>𝑦</m:t>
                      </m:r>
                      <m:r>
                        <a:rPr kumimoji="1" lang="zh-CN" altLang="en-US" sz="2800" smtClean="0">
                          <a:solidFill>
                            <a:schemeClr val="tx1">
                              <a:lumMod val="95000"/>
                              <a:lumOff val="5000"/>
                            </a:schemeClr>
                          </a:solidFill>
                          <a:latin typeface="Cambria Math" panose="02040503050406030204" charset="0"/>
                          <a:ea typeface="黑体" panose="02010609060101010101" pitchFamily="49" charset="-122"/>
                        </a:rPr>
                        <m:t>)=</m:t>
                      </m:r>
                      <m:d>
                        <m:dPr>
                          <m:begChr m:val="{"/>
                          <m:endChr m:val=""/>
                          <m:ctrlPr>
                            <a:rPr kumimoji="1" lang="zh-CN" altLang="en-US" sz="2800" i="1">
                              <a:solidFill>
                                <a:schemeClr val="tx1">
                                  <a:lumMod val="95000"/>
                                  <a:lumOff val="5000"/>
                                </a:schemeClr>
                              </a:solidFill>
                              <a:latin typeface="Cambria Math" panose="02040503050406030204" charset="0"/>
                              <a:ea typeface="黑体" panose="02010609060101010101" pitchFamily="49" charset="-122"/>
                            </a:rPr>
                          </m:ctrlPr>
                        </m:dPr>
                        <m:e>
                          <m:eqArr>
                            <m:eqArrPr>
                              <m:ctrlPr>
                                <a:rPr kumimoji="1" lang="zh-CN" altLang="en-US" sz="2800" i="1">
                                  <a:solidFill>
                                    <a:schemeClr val="tx1">
                                      <a:lumMod val="95000"/>
                                      <a:lumOff val="5000"/>
                                    </a:schemeClr>
                                  </a:solidFill>
                                  <a:latin typeface="Cambria Math" panose="02040503050406030204" charset="0"/>
                                  <a:ea typeface="黑体" panose="02010609060101010101" pitchFamily="49" charset="-122"/>
                                </a:rPr>
                              </m:ctrlPr>
                            </m:eqArrPr>
                            <m:e>
                              <m:r>
                                <a:rPr kumimoji="1" lang="zh-CN" altLang="en-US" sz="2800">
                                  <a:solidFill>
                                    <a:schemeClr val="tx1">
                                      <a:lumMod val="95000"/>
                                      <a:lumOff val="5000"/>
                                    </a:schemeClr>
                                  </a:solidFill>
                                  <a:latin typeface="Cambria Math" panose="02040503050406030204" charset="0"/>
                                  <a:ea typeface="黑体" panose="02010609060101010101" pitchFamily="49" charset="-122"/>
                                </a:rPr>
                                <m:t>&amp;</m:t>
                              </m:r>
                              <m:f>
                                <m:fPr>
                                  <m:ctrlPr>
                                    <a:rPr kumimoji="1" lang="zh-CN" altLang="en-US" sz="2800" i="1">
                                      <a:solidFill>
                                        <a:schemeClr val="tx1">
                                          <a:lumMod val="95000"/>
                                          <a:lumOff val="5000"/>
                                        </a:schemeClr>
                                      </a:solidFill>
                                      <a:latin typeface="Cambria Math" panose="02040503050406030204" charset="0"/>
                                      <a:ea typeface="黑体" panose="02010609060101010101" pitchFamily="49" charset="-122"/>
                                    </a:rPr>
                                  </m:ctrlPr>
                                </m:fPr>
                                <m:num>
                                  <m:r>
                                    <a:rPr kumimoji="1" lang="zh-CN" altLang="en-US" sz="2800">
                                      <a:solidFill>
                                        <a:schemeClr val="tx1">
                                          <a:lumMod val="95000"/>
                                          <a:lumOff val="5000"/>
                                        </a:schemeClr>
                                      </a:solidFill>
                                      <a:latin typeface="Cambria Math" panose="02040503050406030204" charset="0"/>
                                      <a:ea typeface="黑体" panose="02010609060101010101" pitchFamily="49" charset="-122"/>
                                    </a:rPr>
                                    <m:t>𝑥</m:t>
                                  </m:r>
                                  <m:r>
                                    <a:rPr kumimoji="1" lang="zh-CN" altLang="en-US" sz="2800">
                                      <a:solidFill>
                                        <a:schemeClr val="tx1">
                                          <a:lumMod val="95000"/>
                                          <a:lumOff val="5000"/>
                                        </a:schemeClr>
                                      </a:solidFill>
                                      <a:latin typeface="Cambria Math" panose="02040503050406030204" charset="0"/>
                                      <a:ea typeface="黑体" panose="02010609060101010101" pitchFamily="49" charset="-122"/>
                                    </a:rPr>
                                    <m:t>​</m:t>
                                  </m:r>
                                  <m:r>
                                    <a:rPr kumimoji="1" lang="zh-CN" altLang="en-US" sz="2800">
                                      <a:solidFill>
                                        <a:schemeClr val="tx1">
                                          <a:lumMod val="95000"/>
                                          <a:lumOff val="5000"/>
                                        </a:schemeClr>
                                      </a:solidFill>
                                      <a:latin typeface="Cambria Math" panose="02040503050406030204" charset="0"/>
                                      <a:ea typeface="黑体" panose="02010609060101010101" pitchFamily="49" charset="-122"/>
                                    </a:rPr>
                                    <m:t>𝑦</m:t>
                                  </m:r>
                                </m:num>
                                <m:den>
                                  <m:rad>
                                    <m:radPr>
                                      <m:degHide m:val="on"/>
                                      <m:ctrlPr>
                                        <a:rPr kumimoji="1" lang="zh-CN" altLang="en-US" sz="2800" i="1">
                                          <a:solidFill>
                                            <a:schemeClr val="tx1">
                                              <a:lumMod val="95000"/>
                                              <a:lumOff val="5000"/>
                                            </a:schemeClr>
                                          </a:solidFill>
                                          <a:latin typeface="Cambria Math" panose="02040503050406030204" charset="0"/>
                                          <a:ea typeface="黑体" panose="02010609060101010101" pitchFamily="49" charset="-122"/>
                                        </a:rPr>
                                      </m:ctrlPr>
                                    </m:radPr>
                                    <m:deg/>
                                    <m:e>
                                      <m:sSup>
                                        <m:sSupPr>
                                          <m:ctrlPr>
                                            <a:rPr kumimoji="1" lang="zh-CN" altLang="en-US" sz="2800" i="1">
                                              <a:solidFill>
                                                <a:schemeClr val="tx1">
                                                  <a:lumMod val="95000"/>
                                                  <a:lumOff val="5000"/>
                                                </a:schemeClr>
                                              </a:solidFill>
                                              <a:latin typeface="Cambria Math" panose="02040503050406030204" charset="0"/>
                                              <a:ea typeface="黑体" panose="02010609060101010101" pitchFamily="49" charset="-122"/>
                                            </a:rPr>
                                          </m:ctrlPr>
                                        </m:sSupPr>
                                        <m:e>
                                          <m:r>
                                            <a:rPr kumimoji="1" lang="zh-CN" altLang="en-US" sz="2800">
                                              <a:solidFill>
                                                <a:schemeClr val="tx1">
                                                  <a:lumMod val="95000"/>
                                                  <a:lumOff val="5000"/>
                                                </a:schemeClr>
                                              </a:solidFill>
                                              <a:latin typeface="Cambria Math" panose="02040503050406030204" charset="0"/>
                                              <a:ea typeface="黑体" panose="02010609060101010101" pitchFamily="49" charset="-122"/>
                                            </a:rPr>
                                            <m:t>𝑥</m:t>
                                          </m:r>
                                        </m:e>
                                        <m:sup>
                                          <m:r>
                                            <a:rPr kumimoji="1" lang="zh-CN" altLang="en-US" sz="2800">
                                              <a:solidFill>
                                                <a:schemeClr val="tx1">
                                                  <a:lumMod val="95000"/>
                                                  <a:lumOff val="5000"/>
                                                </a:schemeClr>
                                              </a:solidFill>
                                              <a:latin typeface="Cambria Math" panose="02040503050406030204" charset="0"/>
                                              <a:ea typeface="黑体" panose="02010609060101010101" pitchFamily="49" charset="-122"/>
                                            </a:rPr>
                                            <m:t>2</m:t>
                                          </m:r>
                                        </m:sup>
                                      </m:sSup>
                                      <m:r>
                                        <a:rPr kumimoji="1" lang="zh-CN" altLang="en-US" sz="2800">
                                          <a:solidFill>
                                            <a:schemeClr val="tx1">
                                              <a:lumMod val="95000"/>
                                              <a:lumOff val="5000"/>
                                            </a:schemeClr>
                                          </a:solidFill>
                                          <a:latin typeface="Cambria Math" panose="02040503050406030204" charset="0"/>
                                          <a:ea typeface="黑体" panose="02010609060101010101" pitchFamily="49" charset="-122"/>
                                        </a:rPr>
                                        <m:t>+</m:t>
                                      </m:r>
                                      <m:sSup>
                                        <m:sSupPr>
                                          <m:ctrlPr>
                                            <a:rPr kumimoji="1" lang="zh-CN" altLang="en-US" sz="2800" i="1">
                                              <a:solidFill>
                                                <a:schemeClr val="tx1">
                                                  <a:lumMod val="95000"/>
                                                  <a:lumOff val="5000"/>
                                                </a:schemeClr>
                                              </a:solidFill>
                                              <a:latin typeface="Cambria Math" panose="02040503050406030204" charset="0"/>
                                              <a:ea typeface="黑体" panose="02010609060101010101" pitchFamily="49" charset="-122"/>
                                            </a:rPr>
                                          </m:ctrlPr>
                                        </m:sSupPr>
                                        <m:e>
                                          <m:r>
                                            <a:rPr kumimoji="1" lang="zh-CN" altLang="en-US" sz="2800">
                                              <a:solidFill>
                                                <a:schemeClr val="tx1">
                                                  <a:lumMod val="95000"/>
                                                  <a:lumOff val="5000"/>
                                                </a:schemeClr>
                                              </a:solidFill>
                                              <a:latin typeface="Cambria Math" panose="02040503050406030204" charset="0"/>
                                              <a:ea typeface="黑体" panose="02010609060101010101" pitchFamily="49" charset="-122"/>
                                            </a:rPr>
                                            <m:t>𝑦</m:t>
                                          </m:r>
                                        </m:e>
                                        <m:sup>
                                          <m:r>
                                            <a:rPr kumimoji="1" lang="zh-CN" altLang="en-US" sz="2800">
                                              <a:solidFill>
                                                <a:schemeClr val="tx1">
                                                  <a:lumMod val="95000"/>
                                                  <a:lumOff val="5000"/>
                                                </a:schemeClr>
                                              </a:solidFill>
                                              <a:latin typeface="Cambria Math" panose="02040503050406030204" charset="0"/>
                                              <a:ea typeface="黑体" panose="02010609060101010101" pitchFamily="49" charset="-122"/>
                                            </a:rPr>
                                            <m:t>2</m:t>
                                          </m:r>
                                        </m:sup>
                                      </m:sSup>
                                    </m:e>
                                  </m:rad>
                                </m:den>
                              </m:f>
                              <m:r>
                                <a:rPr kumimoji="1" lang="zh-CN" altLang="en-US" sz="2800">
                                  <a:solidFill>
                                    <a:schemeClr val="tx1">
                                      <a:lumMod val="95000"/>
                                      <a:lumOff val="5000"/>
                                    </a:schemeClr>
                                  </a:solidFill>
                                  <a:latin typeface="Cambria Math" panose="02040503050406030204" charset="0"/>
                                  <a:ea typeface="黑体" panose="02010609060101010101" pitchFamily="49" charset="-122"/>
                                </a:rPr>
                                <m:t>, </m:t>
                              </m:r>
                              <m:sSup>
                                <m:sSupPr>
                                  <m:ctrlPr>
                                    <a:rPr kumimoji="1" lang="zh-CN" altLang="en-US" sz="2800" i="1">
                                      <a:solidFill>
                                        <a:schemeClr val="tx1">
                                          <a:lumMod val="95000"/>
                                          <a:lumOff val="5000"/>
                                        </a:schemeClr>
                                      </a:solidFill>
                                      <a:latin typeface="Cambria Math" panose="02040503050406030204" charset="0"/>
                                      <a:ea typeface="黑体" panose="02010609060101010101" pitchFamily="49" charset="-122"/>
                                    </a:rPr>
                                  </m:ctrlPr>
                                </m:sSupPr>
                                <m:e>
                                  <m:r>
                                    <a:rPr kumimoji="1" lang="zh-CN" altLang="en-US" sz="2800">
                                      <a:solidFill>
                                        <a:schemeClr val="tx1">
                                          <a:lumMod val="95000"/>
                                          <a:lumOff val="5000"/>
                                        </a:schemeClr>
                                      </a:solidFill>
                                      <a:latin typeface="Cambria Math" panose="02040503050406030204" charset="0"/>
                                      <a:ea typeface="黑体" panose="02010609060101010101" pitchFamily="49" charset="-122"/>
                                    </a:rPr>
                                    <m:t>𝑥</m:t>
                                  </m:r>
                                </m:e>
                                <m:sup>
                                  <m:r>
                                    <a:rPr kumimoji="1" lang="zh-CN" altLang="en-US" sz="2800">
                                      <a:solidFill>
                                        <a:schemeClr val="tx1">
                                          <a:lumMod val="95000"/>
                                          <a:lumOff val="5000"/>
                                        </a:schemeClr>
                                      </a:solidFill>
                                      <a:latin typeface="Cambria Math" panose="02040503050406030204" charset="0"/>
                                      <a:ea typeface="黑体" panose="02010609060101010101" pitchFamily="49" charset="-122"/>
                                    </a:rPr>
                                    <m:t>2</m:t>
                                  </m:r>
                                </m:sup>
                              </m:sSup>
                              <m:r>
                                <a:rPr kumimoji="1" lang="zh-CN" altLang="en-US" sz="2800">
                                  <a:solidFill>
                                    <a:schemeClr val="tx1">
                                      <a:lumMod val="95000"/>
                                      <a:lumOff val="5000"/>
                                    </a:schemeClr>
                                  </a:solidFill>
                                  <a:latin typeface="Cambria Math" panose="02040503050406030204" charset="0"/>
                                  <a:ea typeface="黑体" panose="02010609060101010101" pitchFamily="49" charset="-122"/>
                                </a:rPr>
                                <m:t>+</m:t>
                              </m:r>
                              <m:sSup>
                                <m:sSupPr>
                                  <m:ctrlPr>
                                    <a:rPr kumimoji="1" lang="zh-CN" altLang="en-US" sz="2800" i="1">
                                      <a:solidFill>
                                        <a:schemeClr val="tx1">
                                          <a:lumMod val="95000"/>
                                          <a:lumOff val="5000"/>
                                        </a:schemeClr>
                                      </a:solidFill>
                                      <a:latin typeface="Cambria Math" panose="02040503050406030204" charset="0"/>
                                      <a:ea typeface="黑体" panose="02010609060101010101" pitchFamily="49" charset="-122"/>
                                    </a:rPr>
                                  </m:ctrlPr>
                                </m:sSupPr>
                                <m:e>
                                  <m:r>
                                    <a:rPr kumimoji="1" lang="zh-CN" altLang="en-US" sz="2800">
                                      <a:solidFill>
                                        <a:schemeClr val="tx1">
                                          <a:lumMod val="95000"/>
                                          <a:lumOff val="5000"/>
                                        </a:schemeClr>
                                      </a:solidFill>
                                      <a:latin typeface="Cambria Math" panose="02040503050406030204" charset="0"/>
                                      <a:ea typeface="黑体" panose="02010609060101010101" pitchFamily="49" charset="-122"/>
                                    </a:rPr>
                                    <m:t>𝑦</m:t>
                                  </m:r>
                                </m:e>
                                <m:sup>
                                  <m:r>
                                    <a:rPr kumimoji="1" lang="zh-CN" altLang="en-US" sz="2800">
                                      <a:solidFill>
                                        <a:schemeClr val="tx1">
                                          <a:lumMod val="95000"/>
                                          <a:lumOff val="5000"/>
                                        </a:schemeClr>
                                      </a:solidFill>
                                      <a:latin typeface="Cambria Math" panose="02040503050406030204" charset="0"/>
                                      <a:ea typeface="黑体" panose="02010609060101010101" pitchFamily="49" charset="-122"/>
                                    </a:rPr>
                                    <m:t>2</m:t>
                                  </m:r>
                                </m:sup>
                              </m:sSup>
                              <m:r>
                                <a:rPr kumimoji="1" lang="zh-CN" altLang="en-US" sz="2800">
                                  <a:solidFill>
                                    <a:schemeClr val="tx1">
                                      <a:lumMod val="95000"/>
                                      <a:lumOff val="5000"/>
                                    </a:schemeClr>
                                  </a:solidFill>
                                  <a:latin typeface="Cambria Math" panose="02040503050406030204" charset="0"/>
                                  <a:ea typeface="黑体" panose="02010609060101010101" pitchFamily="49" charset="-122"/>
                                </a:rPr>
                                <m:t>≠</m:t>
                              </m:r>
                              <m:r>
                                <a:rPr kumimoji="1" lang="zh-CN" altLang="en-US" sz="2800">
                                  <a:solidFill>
                                    <a:schemeClr val="tx1">
                                      <a:lumMod val="95000"/>
                                      <a:lumOff val="5000"/>
                                    </a:schemeClr>
                                  </a:solidFill>
                                  <a:latin typeface="Cambria Math" panose="02040503050406030204" charset="0"/>
                                  <a:ea typeface="黑体" panose="02010609060101010101" pitchFamily="49" charset="-122"/>
                                </a:rPr>
                                <m:t>0</m:t>
                              </m:r>
                              <m:r>
                                <a:rPr kumimoji="1" lang="zh-CN" altLang="en-US" sz="2800">
                                  <a:solidFill>
                                    <a:schemeClr val="tx1">
                                      <a:lumMod val="95000"/>
                                      <a:lumOff val="5000"/>
                                    </a:schemeClr>
                                  </a:solidFill>
                                  <a:latin typeface="Cambria Math" panose="02040503050406030204" charset="0"/>
                                  <a:ea typeface="黑体" panose="02010609060101010101" pitchFamily="49" charset="-122"/>
                                </a:rPr>
                                <m:t>,</m:t>
                              </m:r>
                            </m:e>
                            <m:e>
                              <m:r>
                                <a:rPr kumimoji="1" lang="zh-CN" altLang="en-US" sz="2800">
                                  <a:solidFill>
                                    <a:schemeClr val="tx1">
                                      <a:lumMod val="95000"/>
                                      <a:lumOff val="5000"/>
                                    </a:schemeClr>
                                  </a:solidFill>
                                  <a:latin typeface="Cambria Math" panose="02040503050406030204" charset="0"/>
                                  <a:ea typeface="黑体" panose="02010609060101010101" pitchFamily="49" charset="-122"/>
                                </a:rPr>
                                <m:t>&amp;</m:t>
                              </m:r>
                              <m:r>
                                <a:rPr kumimoji="1" lang="zh-CN" altLang="en-US" sz="2800">
                                  <a:solidFill>
                                    <a:schemeClr val="tx1">
                                      <a:lumMod val="95000"/>
                                      <a:lumOff val="5000"/>
                                    </a:schemeClr>
                                  </a:solidFill>
                                  <a:latin typeface="Cambria Math" panose="02040503050406030204" charset="0"/>
                                  <a:ea typeface="黑体" panose="02010609060101010101" pitchFamily="49" charset="-122"/>
                                </a:rPr>
                                <m:t>0</m:t>
                              </m:r>
                              <m:r>
                                <a:rPr kumimoji="1" lang="zh-CN" altLang="en-US" sz="2800">
                                  <a:solidFill>
                                    <a:schemeClr val="tx1">
                                      <a:lumMod val="95000"/>
                                      <a:lumOff val="5000"/>
                                    </a:schemeClr>
                                  </a:solidFill>
                                  <a:latin typeface="Cambria Math" panose="02040503050406030204" charset="0"/>
                                  <a:ea typeface="黑体" panose="02010609060101010101" pitchFamily="49" charset="-122"/>
                                </a:rPr>
                                <m:t>,    </m:t>
                              </m:r>
                              <m:r>
                                <a:rPr kumimoji="1" lang="en-US" altLang="zh-CN" sz="2800" b="0" i="0" smtClean="0">
                                  <a:solidFill>
                                    <a:schemeClr val="tx1">
                                      <a:lumMod val="95000"/>
                                      <a:lumOff val="5000"/>
                                    </a:schemeClr>
                                  </a:solidFill>
                                  <a:latin typeface="Cambria Math" panose="02040503050406030204" charset="0"/>
                                  <a:ea typeface="黑体" panose="02010609060101010101" pitchFamily="49" charset="-122"/>
                                </a:rPr>
                                <m:t>  </m:t>
                              </m:r>
                              <m:r>
                                <a:rPr kumimoji="1" lang="zh-CN" altLang="en-US" sz="2800">
                                  <a:solidFill>
                                    <a:schemeClr val="tx1">
                                      <a:lumMod val="95000"/>
                                      <a:lumOff val="5000"/>
                                    </a:schemeClr>
                                  </a:solidFill>
                                  <a:latin typeface="Cambria Math" panose="02040503050406030204" charset="0"/>
                                  <a:ea typeface="黑体" panose="02010609060101010101" pitchFamily="49" charset="-122"/>
                                </a:rPr>
                                <m:t> </m:t>
                              </m:r>
                              <m:sSup>
                                <m:sSupPr>
                                  <m:ctrlPr>
                                    <a:rPr kumimoji="1" lang="zh-CN" altLang="en-US" sz="2800" i="1">
                                      <a:solidFill>
                                        <a:schemeClr val="tx1">
                                          <a:lumMod val="95000"/>
                                          <a:lumOff val="5000"/>
                                        </a:schemeClr>
                                      </a:solidFill>
                                      <a:latin typeface="Cambria Math" panose="02040503050406030204" charset="0"/>
                                      <a:ea typeface="黑体" panose="02010609060101010101" pitchFamily="49" charset="-122"/>
                                    </a:rPr>
                                  </m:ctrlPr>
                                </m:sSupPr>
                                <m:e>
                                  <m:r>
                                    <a:rPr kumimoji="1" lang="zh-CN" altLang="en-US" sz="2800">
                                      <a:solidFill>
                                        <a:schemeClr val="tx1">
                                          <a:lumMod val="95000"/>
                                          <a:lumOff val="5000"/>
                                        </a:schemeClr>
                                      </a:solidFill>
                                      <a:latin typeface="Cambria Math" panose="02040503050406030204" charset="0"/>
                                      <a:ea typeface="黑体" panose="02010609060101010101" pitchFamily="49" charset="-122"/>
                                    </a:rPr>
                                    <m:t>𝑥</m:t>
                                  </m:r>
                                </m:e>
                                <m:sup>
                                  <m:r>
                                    <a:rPr kumimoji="1" lang="zh-CN" altLang="en-US" sz="2800">
                                      <a:solidFill>
                                        <a:schemeClr val="tx1">
                                          <a:lumMod val="95000"/>
                                          <a:lumOff val="5000"/>
                                        </a:schemeClr>
                                      </a:solidFill>
                                      <a:latin typeface="Cambria Math" panose="02040503050406030204" charset="0"/>
                                      <a:ea typeface="黑体" panose="02010609060101010101" pitchFamily="49" charset="-122"/>
                                    </a:rPr>
                                    <m:t>2</m:t>
                                  </m:r>
                                </m:sup>
                              </m:sSup>
                              <m:r>
                                <a:rPr kumimoji="1" lang="zh-CN" altLang="en-US" sz="2800">
                                  <a:solidFill>
                                    <a:schemeClr val="tx1">
                                      <a:lumMod val="95000"/>
                                      <a:lumOff val="5000"/>
                                    </a:schemeClr>
                                  </a:solidFill>
                                  <a:latin typeface="Cambria Math" panose="02040503050406030204" charset="0"/>
                                  <a:ea typeface="黑体" panose="02010609060101010101" pitchFamily="49" charset="-122"/>
                                </a:rPr>
                                <m:t>+</m:t>
                              </m:r>
                              <m:sSup>
                                <m:sSupPr>
                                  <m:ctrlPr>
                                    <a:rPr kumimoji="1" lang="zh-CN" altLang="en-US" sz="2800" i="1">
                                      <a:solidFill>
                                        <a:schemeClr val="tx1">
                                          <a:lumMod val="95000"/>
                                          <a:lumOff val="5000"/>
                                        </a:schemeClr>
                                      </a:solidFill>
                                      <a:latin typeface="Cambria Math" panose="02040503050406030204" charset="0"/>
                                      <a:ea typeface="黑体" panose="02010609060101010101" pitchFamily="49" charset="-122"/>
                                    </a:rPr>
                                  </m:ctrlPr>
                                </m:sSupPr>
                                <m:e>
                                  <m:r>
                                    <a:rPr kumimoji="1" lang="zh-CN" altLang="en-US" sz="2800">
                                      <a:solidFill>
                                        <a:schemeClr val="tx1">
                                          <a:lumMod val="95000"/>
                                          <a:lumOff val="5000"/>
                                        </a:schemeClr>
                                      </a:solidFill>
                                      <a:latin typeface="Cambria Math" panose="02040503050406030204" charset="0"/>
                                      <a:ea typeface="黑体" panose="02010609060101010101" pitchFamily="49" charset="-122"/>
                                    </a:rPr>
                                    <m:t>𝑦</m:t>
                                  </m:r>
                                </m:e>
                                <m:sup>
                                  <m:r>
                                    <a:rPr kumimoji="1" lang="zh-CN" altLang="en-US" sz="2800">
                                      <a:solidFill>
                                        <a:schemeClr val="tx1">
                                          <a:lumMod val="95000"/>
                                          <a:lumOff val="5000"/>
                                        </a:schemeClr>
                                      </a:solidFill>
                                      <a:latin typeface="Cambria Math" panose="02040503050406030204" charset="0"/>
                                      <a:ea typeface="黑体" panose="02010609060101010101" pitchFamily="49" charset="-122"/>
                                    </a:rPr>
                                    <m:t>2</m:t>
                                  </m:r>
                                </m:sup>
                              </m:sSup>
                              <m:r>
                                <a:rPr kumimoji="1" lang="zh-CN" altLang="en-US" sz="2800">
                                  <a:solidFill>
                                    <a:schemeClr val="tx1">
                                      <a:lumMod val="95000"/>
                                      <a:lumOff val="5000"/>
                                    </a:schemeClr>
                                  </a:solidFill>
                                  <a:latin typeface="Cambria Math" panose="02040503050406030204" charset="0"/>
                                  <a:ea typeface="黑体" panose="02010609060101010101" pitchFamily="49" charset="-122"/>
                                </a:rPr>
                                <m:t>=</m:t>
                              </m:r>
                              <m:r>
                                <a:rPr kumimoji="1" lang="zh-CN" altLang="en-US" sz="2800">
                                  <a:solidFill>
                                    <a:schemeClr val="tx1">
                                      <a:lumMod val="95000"/>
                                      <a:lumOff val="5000"/>
                                    </a:schemeClr>
                                  </a:solidFill>
                                  <a:latin typeface="Cambria Math" panose="02040503050406030204" charset="0"/>
                                  <a:ea typeface="黑体" panose="02010609060101010101" pitchFamily="49" charset="-122"/>
                                </a:rPr>
                                <m:t>0</m:t>
                              </m:r>
                            </m:e>
                          </m:eqArr>
                        </m:e>
                      </m:d>
                    </m:oMath>
                  </m:oMathPara>
                </a14:m>
                <a:endParaRPr kumimoji="1" lang="zh-CN" altLang="en-US" sz="2800" dirty="0">
                  <a:solidFill>
                    <a:schemeClr val="tx1">
                      <a:lumMod val="95000"/>
                      <a:lumOff val="5000"/>
                    </a:schemeClr>
                  </a:solidFill>
                  <a:latin typeface="Cambria Math" panose="02040503050406030204" charset="0"/>
                  <a:ea typeface="黑体" panose="02010609060101010101" pitchFamily="49" charset="-122"/>
                </a:endParaRPr>
              </a:p>
            </p:txBody>
          </p:sp>
        </mc:Choice>
        <mc:Fallback>
          <p:sp>
            <p:nvSpPr>
              <p:cNvPr id="5" name="对象 4"/>
              <p:cNvSpPr txBox="1">
                <a:spLocks noRot="1" noChangeAspect="1" noMove="1" noResize="1" noEditPoints="1" noAdjustHandles="1" noChangeArrowheads="1" noChangeShapeType="1" noTextEdit="1"/>
              </p:cNvSpPr>
              <p:nvPr/>
            </p:nvSpPr>
            <p:spPr>
              <a:xfrm>
                <a:off x="2752600" y="2527481"/>
                <a:ext cx="5890443" cy="1651000"/>
              </a:xfrm>
              <a:prstGeom prst="rect">
                <a:avLst/>
              </a:prstGeom>
              <a:blipFill rotWithShape="1">
                <a:blip r:embed="rId4"/>
                <a:stretch>
                  <a:fillRect l="-9" t="-11" r="1" b="11"/>
                </a:stretch>
              </a:blipFill>
            </p:spPr>
            <p:txBody>
              <a:bodyPr/>
              <a:lstStyle/>
              <a:p>
                <a:r>
                  <a:rPr lang="zh-CN" altLang="en-US">
                    <a:noFill/>
                  </a:rPr>
                  <a:t> </a:t>
                </a:r>
              </a:p>
            </p:txBody>
          </p:sp>
        </mc:Fallback>
      </mc:AlternateContent>
      <p:grpSp>
        <p:nvGrpSpPr>
          <p:cNvPr id="12" name="组合 11"/>
          <p:cNvGrpSpPr/>
          <p:nvPr/>
        </p:nvGrpSpPr>
        <p:grpSpPr>
          <a:xfrm>
            <a:off x="2037910" y="1869751"/>
            <a:ext cx="1126490" cy="448945"/>
            <a:chOff x="1553" y="3803"/>
            <a:chExt cx="1774" cy="707"/>
          </a:xfrm>
        </p:grpSpPr>
        <p:sp>
          <p:nvSpPr>
            <p:cNvPr id="13" name="圆角矩形 3"/>
            <p:cNvSpPr/>
            <p:nvPr/>
          </p:nvSpPr>
          <p:spPr>
            <a:xfrm>
              <a:off x="1553" y="3803"/>
              <a:ext cx="1684" cy="707"/>
            </a:xfrm>
            <a:prstGeom prst="roundRect">
              <a:avLst/>
            </a:prstGeom>
            <a:solidFill>
              <a:srgbClr val="0492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endParaRPr>
            </a:p>
          </p:txBody>
        </p:sp>
        <p:sp>
          <p:nvSpPr>
            <p:cNvPr id="14" name="Text Box 28"/>
            <p:cNvSpPr txBox="1">
              <a:spLocks noChangeArrowheads="1"/>
            </p:cNvSpPr>
            <p:nvPr/>
          </p:nvSpPr>
          <p:spPr bwMode="auto">
            <a:xfrm>
              <a:off x="1702" y="3810"/>
              <a:ext cx="1625" cy="67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0" tIns="0" bIns="0">
              <a:spAutoFit/>
            </a:bodyPr>
            <a:lstStyle>
              <a:lvl1pPr>
                <a:lnSpc>
                  <a:spcPct val="85000"/>
                </a:lnSpc>
                <a:defRPr kumimoji="1" sz="2800" b="1">
                  <a:solidFill>
                    <a:schemeClr val="tx2"/>
                  </a:solidFill>
                  <a:latin typeface="Times New Roman" panose="02020603050405020304" pitchFamily="18" charset="0"/>
                  <a:ea typeface="楷体_GB2312" pitchFamily="49" charset="-122"/>
                </a:defRPr>
              </a:lvl1pPr>
              <a:lvl2pPr marL="742950" indent="-285750">
                <a:lnSpc>
                  <a:spcPct val="85000"/>
                </a:lnSpc>
                <a:defRPr kumimoji="1" sz="2800" b="1">
                  <a:solidFill>
                    <a:schemeClr val="tx2"/>
                  </a:solidFill>
                  <a:latin typeface="Times New Roman" panose="02020603050405020304" pitchFamily="18" charset="0"/>
                  <a:ea typeface="楷体_GB2312" pitchFamily="49" charset="-122"/>
                </a:defRPr>
              </a:lvl2pPr>
              <a:lvl3pPr marL="1143000" indent="-228600">
                <a:lnSpc>
                  <a:spcPct val="85000"/>
                </a:lnSpc>
                <a:defRPr kumimoji="1" sz="2800" b="1">
                  <a:solidFill>
                    <a:schemeClr val="tx2"/>
                  </a:solidFill>
                  <a:latin typeface="Times New Roman" panose="02020603050405020304" pitchFamily="18" charset="0"/>
                  <a:ea typeface="楷体_GB2312" pitchFamily="49" charset="-122"/>
                </a:defRPr>
              </a:lvl3pPr>
              <a:lvl4pPr marL="1600200" indent="-228600">
                <a:lnSpc>
                  <a:spcPct val="85000"/>
                </a:lnSpc>
                <a:defRPr kumimoji="1" sz="2800" b="1">
                  <a:solidFill>
                    <a:schemeClr val="tx2"/>
                  </a:solidFill>
                  <a:latin typeface="Times New Roman" panose="02020603050405020304" pitchFamily="18" charset="0"/>
                  <a:ea typeface="楷体_GB2312" pitchFamily="49" charset="-122"/>
                </a:defRPr>
              </a:lvl4pPr>
              <a:lvl5pPr marL="2057400" indent="-228600">
                <a:lnSpc>
                  <a:spcPct val="85000"/>
                </a:lnSpc>
                <a:defRPr kumimoji="1" sz="2800" b="1">
                  <a:solidFill>
                    <a:schemeClr val="tx2"/>
                  </a:solidFill>
                  <a:latin typeface="Times New Roman" panose="02020603050405020304" pitchFamily="18" charset="0"/>
                  <a:ea typeface="楷体_GB2312" pitchFamily="49" charset="-122"/>
                </a:defRPr>
              </a:lvl5pPr>
              <a:lvl6pPr marL="2514600" indent="-228600" eaLnBrk="0" fontAlgn="base" hangingPunct="0">
                <a:lnSpc>
                  <a:spcPct val="85000"/>
                </a:lnSpc>
                <a:spcBef>
                  <a:spcPct val="0"/>
                </a:spcBef>
                <a:spcAft>
                  <a:spcPct val="0"/>
                </a:spcAft>
                <a:defRPr kumimoji="1" sz="2800" b="1">
                  <a:solidFill>
                    <a:schemeClr val="tx2"/>
                  </a:solidFill>
                  <a:latin typeface="Times New Roman" panose="02020603050405020304" pitchFamily="18" charset="0"/>
                  <a:ea typeface="楷体_GB2312" pitchFamily="49" charset="-122"/>
                </a:defRPr>
              </a:lvl6pPr>
              <a:lvl7pPr marL="2971800" indent="-228600" eaLnBrk="0" fontAlgn="base" hangingPunct="0">
                <a:lnSpc>
                  <a:spcPct val="85000"/>
                </a:lnSpc>
                <a:spcBef>
                  <a:spcPct val="0"/>
                </a:spcBef>
                <a:spcAft>
                  <a:spcPct val="0"/>
                </a:spcAft>
                <a:defRPr kumimoji="1" sz="2800" b="1">
                  <a:solidFill>
                    <a:schemeClr val="tx2"/>
                  </a:solidFill>
                  <a:latin typeface="Times New Roman" panose="02020603050405020304" pitchFamily="18" charset="0"/>
                  <a:ea typeface="楷体_GB2312" pitchFamily="49" charset="-122"/>
                </a:defRPr>
              </a:lvl7pPr>
              <a:lvl8pPr marL="3429000" indent="-228600" eaLnBrk="0" fontAlgn="base" hangingPunct="0">
                <a:lnSpc>
                  <a:spcPct val="85000"/>
                </a:lnSpc>
                <a:spcBef>
                  <a:spcPct val="0"/>
                </a:spcBef>
                <a:spcAft>
                  <a:spcPct val="0"/>
                </a:spcAft>
                <a:defRPr kumimoji="1" sz="2800" b="1">
                  <a:solidFill>
                    <a:schemeClr val="tx2"/>
                  </a:solidFill>
                  <a:latin typeface="Times New Roman" panose="02020603050405020304" pitchFamily="18" charset="0"/>
                  <a:ea typeface="楷体_GB2312" pitchFamily="49" charset="-122"/>
                </a:defRPr>
              </a:lvl8pPr>
              <a:lvl9pPr marL="3886200" indent="-228600" eaLnBrk="0" fontAlgn="base" hangingPunct="0">
                <a:lnSpc>
                  <a:spcPct val="85000"/>
                </a:lnSpc>
                <a:spcBef>
                  <a:spcPct val="0"/>
                </a:spcBef>
                <a:spcAft>
                  <a:spcPct val="0"/>
                </a:spcAft>
                <a:defRPr kumimoji="1" sz="2800" b="1">
                  <a:solidFill>
                    <a:schemeClr val="tx2"/>
                  </a:solidFill>
                  <a:latin typeface="Times New Roman" panose="02020603050405020304" pitchFamily="18" charset="0"/>
                  <a:ea typeface="楷体_GB2312" pitchFamily="49" charset="-122"/>
                </a:defRPr>
              </a:lvl9pPr>
            </a:lstStyle>
            <a:p>
              <a:pPr marL="0" marR="0" lvl="0" indent="0" algn="l" defTabSz="914400" rtl="0" eaLnBrk="1" fontAlgn="base" latinLnBrk="0" hangingPunct="1">
                <a:lnSpc>
                  <a:spcPct val="100000"/>
                </a:lnSpc>
                <a:spcBef>
                  <a:spcPct val="50000"/>
                </a:spcBef>
                <a:spcAft>
                  <a:spcPct val="0"/>
                </a:spcAft>
                <a:buClrTx/>
                <a:buSzTx/>
                <a:buFontTx/>
                <a:buNone/>
                <a:defRPr/>
              </a:pPr>
              <a:r>
                <a:rPr kumimoji="1" lang="zh-CN" altLang="en-US" sz="2800" b="1" kern="0"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lt"/>
                </a:rPr>
                <a:t>反例</a:t>
              </a:r>
              <a:r>
                <a:rPr kumimoji="1" lang="en-US" altLang="zh-CN" sz="2800" b="1" kern="0"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lt"/>
                </a:rPr>
                <a:t>1</a:t>
              </a:r>
              <a:endParaRPr kumimoji="1" lang="zh-CN" altLang="en-US" sz="2800" b="1" kern="0"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wipe(left)">
                                      <p:cBhvr>
                                        <p:cTn id="10" dur="500"/>
                                        <p:tgtEl>
                                          <p:spTgt spid="4"/>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wipe(left)">
                                      <p:cBhvr>
                                        <p:cTn id="13" dur="500"/>
                                        <p:tgtEl>
                                          <p:spTgt spid="5"/>
                                        </p:tgtEl>
                                      </p:cBhvr>
                                    </p:animEffect>
                                  </p:childTnLst>
                                </p:cTn>
                              </p:par>
                              <p:par>
                                <p:cTn id="14" presetID="22" presetClass="entr" presetSubtype="8" fill="hold" nodeType="withEffect">
                                  <p:stCondLst>
                                    <p:cond delay="0"/>
                                  </p:stCondLst>
                                  <p:childTnLst>
                                    <p:set>
                                      <p:cBhvr>
                                        <p:cTn id="15" dur="1" fill="hold">
                                          <p:stCondLst>
                                            <p:cond delay="0"/>
                                          </p:stCondLst>
                                        </p:cTn>
                                        <p:tgtEl>
                                          <p:spTgt spid="12"/>
                                        </p:tgtEl>
                                        <p:attrNameLst>
                                          <p:attrName>style.visibility</p:attrName>
                                        </p:attrNameLst>
                                      </p:cBhvr>
                                      <p:to>
                                        <p:strVal val="visible"/>
                                      </p:to>
                                    </p:set>
                                    <p:animEffect transition="in" filter="wipe(left)">
                                      <p:cBhvr>
                                        <p:cTn id="16"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5"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6" name="矩形 25"/>
              <p:cNvSpPr/>
              <p:nvPr/>
            </p:nvSpPr>
            <p:spPr>
              <a:xfrm>
                <a:off x="687959" y="536260"/>
                <a:ext cx="10817352" cy="5799897"/>
              </a:xfrm>
              <a:prstGeom prst="rect">
                <a:avLst/>
              </a:prstGeom>
              <a:solidFill>
                <a:schemeClr val="bg1"/>
              </a:solidFill>
              <a:ln>
                <a:noFill/>
              </a:ln>
              <a:effectLst>
                <a:outerShdw blurRad="63500" sx="102000" sy="102000" algn="ctr" rotWithShape="0">
                  <a:prstClr val="black">
                    <a:alpha val="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kumimoji="1" lang="en-US" altLang="zh-CN" dirty="0">
                          <a:latin typeface="Cambria Math" panose="02040503050406030204" charset="0"/>
                          <a:ea typeface="黑体" panose="02010609060101010101" pitchFamily="49" charset="-122"/>
                          <a:cs typeface="Cambria Math" panose="02040503050406030204" charset="0"/>
                        </a:rPr>
                        <m:t>,</m:t>
                      </m:r>
                    </m:oMath>
                  </m:oMathPara>
                </a14:m>
                <a:endParaRPr lang="zh-CN" altLang="en-US"/>
              </a:p>
            </p:txBody>
          </p:sp>
        </mc:Choice>
        <mc:Fallback>
          <p:sp>
            <p:nvSpPr>
              <p:cNvPr id="26" name="矩形 25"/>
              <p:cNvSpPr>
                <a:spLocks noRot="1" noChangeAspect="1" noMove="1" noResize="1" noEditPoints="1" noAdjustHandles="1" noChangeArrowheads="1" noChangeShapeType="1" noTextEdit="1"/>
              </p:cNvSpPr>
              <p:nvPr/>
            </p:nvSpPr>
            <p:spPr>
              <a:xfrm>
                <a:off x="687959" y="536260"/>
                <a:ext cx="10817352" cy="5799897"/>
              </a:xfrm>
              <a:prstGeom prst="rect">
                <a:avLst/>
              </a:prstGeom>
              <a:blipFill rotWithShape="1">
                <a:blip r:embed="rId1"/>
                <a:stretch>
                  <a:fillRect l="-1499" t="-1932" r="-1493" b="-1914"/>
                </a:stretch>
              </a:blipFill>
              <a:ln>
                <a:noFill/>
              </a:ln>
              <a:effectLst>
                <a:outerShdw blurRad="63500" sx="102000" sy="102000" algn="ctr" rotWithShape="0">
                  <a:prstClr val="black">
                    <a:alpha val="9000"/>
                  </a:prstClr>
                </a:outerShdw>
              </a:effectLst>
            </p:spPr>
            <p:style>
              <a:lnRef idx="2">
                <a:schemeClr val="accent1">
                  <a:shade val="50000"/>
                </a:schemeClr>
              </a:lnRef>
              <a:fillRef idx="1">
                <a:schemeClr val="accent1"/>
              </a:fillRef>
              <a:effectRef idx="0">
                <a:schemeClr val="accent1"/>
              </a:effectRef>
              <a:fontRef idx="minor">
                <a:schemeClr val="lt1"/>
              </a:fontRef>
            </p:style>
            <p:txBody>
              <a:bodyPr/>
              <a:lstStyle/>
              <a:p>
                <a:r>
                  <a:rPr lang="zh-CN" altLang="en-US">
                    <a:noFill/>
                  </a:rPr>
                  <a:t> </a:t>
                </a:r>
              </a:p>
            </p:txBody>
          </p:sp>
        </mc:Fallback>
      </mc:AlternateContent>
      <p:sp>
        <p:nvSpPr>
          <p:cNvPr id="27" name="半闭框 26"/>
          <p:cNvSpPr/>
          <p:nvPr/>
        </p:nvSpPr>
        <p:spPr>
          <a:xfrm>
            <a:off x="687324" y="536434"/>
            <a:ext cx="681355" cy="739173"/>
          </a:xfrm>
          <a:prstGeom prst="halfFrame">
            <a:avLst>
              <a:gd name="adj1" fmla="val 7739"/>
              <a:gd name="adj2" fmla="val 6987"/>
            </a:avLst>
          </a:prstGeom>
          <a:gradFill flip="none" rotWithShape="1">
            <a:gsLst>
              <a:gs pos="0">
                <a:schemeClr val="bg1"/>
              </a:gs>
              <a:gs pos="46000">
                <a:srgbClr val="039463"/>
              </a:gs>
              <a:gs pos="100000">
                <a:schemeClr val="bg1"/>
              </a:gs>
            </a:gsLst>
            <a:path path="circle">
              <a:fillToRect t="100000" r="100000"/>
            </a:path>
            <a:tileRect l="-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28" name="半闭框 27"/>
          <p:cNvSpPr/>
          <p:nvPr/>
        </p:nvSpPr>
        <p:spPr>
          <a:xfrm flipH="1">
            <a:off x="10823530" y="535820"/>
            <a:ext cx="681146" cy="739134"/>
          </a:xfrm>
          <a:prstGeom prst="halfFrame">
            <a:avLst>
              <a:gd name="adj1" fmla="val 7739"/>
              <a:gd name="adj2" fmla="val 6987"/>
            </a:avLst>
          </a:prstGeom>
          <a:gradFill flip="none" rotWithShape="1">
            <a:gsLst>
              <a:gs pos="0">
                <a:schemeClr val="bg1"/>
              </a:gs>
              <a:gs pos="46000">
                <a:srgbClr val="039463"/>
              </a:gs>
              <a:gs pos="100000">
                <a:schemeClr val="bg1"/>
              </a:gs>
            </a:gsLst>
            <a:path path="circle">
              <a:fillToRect t="100000" r="100000"/>
            </a:path>
            <a:tileRect l="-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29" name="半闭框 28"/>
          <p:cNvSpPr/>
          <p:nvPr/>
        </p:nvSpPr>
        <p:spPr>
          <a:xfrm flipV="1">
            <a:off x="687324" y="5665394"/>
            <a:ext cx="681355" cy="673517"/>
          </a:xfrm>
          <a:prstGeom prst="halfFrame">
            <a:avLst>
              <a:gd name="adj1" fmla="val 7739"/>
              <a:gd name="adj2" fmla="val 6987"/>
            </a:avLst>
          </a:prstGeom>
          <a:gradFill flip="none" rotWithShape="1">
            <a:gsLst>
              <a:gs pos="0">
                <a:schemeClr val="bg1"/>
              </a:gs>
              <a:gs pos="46000">
                <a:srgbClr val="039463"/>
              </a:gs>
              <a:gs pos="100000">
                <a:schemeClr val="bg1"/>
              </a:gs>
            </a:gsLst>
            <a:path path="circle">
              <a:fillToRect t="100000" r="100000"/>
            </a:path>
            <a:tileRect l="-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200">
              <a:solidFill>
                <a:schemeClr val="tx1"/>
              </a:solidFill>
            </a:endParaRPr>
          </a:p>
        </p:txBody>
      </p:sp>
      <p:sp>
        <p:nvSpPr>
          <p:cNvPr id="30" name="半闭框 29"/>
          <p:cNvSpPr/>
          <p:nvPr/>
        </p:nvSpPr>
        <p:spPr>
          <a:xfrm flipH="1" flipV="1">
            <a:off x="10824165" y="5642774"/>
            <a:ext cx="681146" cy="693383"/>
          </a:xfrm>
          <a:prstGeom prst="halfFrame">
            <a:avLst>
              <a:gd name="adj1" fmla="val 7739"/>
              <a:gd name="adj2" fmla="val 6987"/>
            </a:avLst>
          </a:prstGeom>
          <a:gradFill flip="none" rotWithShape="1">
            <a:gsLst>
              <a:gs pos="0">
                <a:schemeClr val="bg1"/>
              </a:gs>
              <a:gs pos="46000">
                <a:srgbClr val="039463"/>
              </a:gs>
              <a:gs pos="100000">
                <a:schemeClr val="bg1"/>
              </a:gs>
            </a:gsLst>
            <a:path path="circle">
              <a:fillToRect t="100000" r="100000"/>
            </a:path>
            <a:tileRect l="-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2" name="Text Box 8"/>
          <p:cNvSpPr txBox="1">
            <a:spLocks noChangeArrowheads="1"/>
          </p:cNvSpPr>
          <p:nvPr/>
        </p:nvSpPr>
        <p:spPr bwMode="auto">
          <a:xfrm>
            <a:off x="2206427" y="2741835"/>
            <a:ext cx="751634" cy="43088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square">
            <a:spAutoFit/>
          </a:bodyPr>
          <a:lstStyle/>
          <a:p>
            <a:pPr marR="0" lvl="0" indent="0" fontAlgn="base">
              <a:lnSpc>
                <a:spcPct val="100000"/>
              </a:lnSpc>
              <a:spcBef>
                <a:spcPct val="50000"/>
              </a:spcBef>
              <a:spcAft>
                <a:spcPct val="0"/>
              </a:spcAft>
              <a:buClrTx/>
              <a:buSzTx/>
              <a:buFontTx/>
              <a:buNone/>
              <a:defRPr/>
            </a:pPr>
            <a:r>
              <a:rPr kumimoji="1" lang="zh-CN" altLang="en-US" sz="2200" dirty="0">
                <a:solidFill>
                  <a:schemeClr val="tx1">
                    <a:lumMod val="95000"/>
                    <a:lumOff val="5000"/>
                  </a:schemeClr>
                </a:solidFill>
                <a:latin typeface="Cambria Math" panose="02040503050406030204" charset="0"/>
                <a:ea typeface="黑体" panose="02010609060101010101" pitchFamily="49" charset="-122"/>
                <a:sym typeface="+mn-lt"/>
              </a:rPr>
              <a:t>易知</a:t>
            </a:r>
            <a:endParaRPr kumimoji="1" lang="zh-CN" altLang="en-US" sz="2200" dirty="0">
              <a:solidFill>
                <a:schemeClr val="tx1">
                  <a:lumMod val="95000"/>
                  <a:lumOff val="5000"/>
                </a:schemeClr>
              </a:solidFill>
              <a:latin typeface="Cambria Math" panose="02040503050406030204" charset="0"/>
              <a:ea typeface="黑体" panose="02010609060101010101" pitchFamily="49" charset="-122"/>
              <a:sym typeface="+mn-lt"/>
            </a:endParaRPr>
          </a:p>
        </p:txBody>
      </p:sp>
      <mc:AlternateContent xmlns:mc="http://schemas.openxmlformats.org/markup-compatibility/2006">
        <mc:Choice xmlns:a14="http://schemas.microsoft.com/office/drawing/2010/main" Requires="a14">
          <p:sp>
            <p:nvSpPr>
              <p:cNvPr id="3" name="Object 9"/>
              <p:cNvSpPr txBox="1"/>
              <p:nvPr/>
            </p:nvSpPr>
            <p:spPr bwMode="auto">
              <a:xfrm>
                <a:off x="2831465" y="2711450"/>
                <a:ext cx="3092450" cy="482600"/>
              </a:xfrm>
              <a:prstGeom prst="rect">
                <a:avLst/>
              </a:prstGeom>
              <a:noFill/>
              <a:ln>
                <a:noFill/>
              </a:ln>
              <a:effectLst/>
            </p:spPr>
            <p:txBody>
              <a:bodyPr>
                <a:noAutofit/>
              </a:bodyPr>
              <a:lstStyle/>
              <a:p>
                <a14:m>
                  <m:oMathPara xmlns:m="http://schemas.openxmlformats.org/officeDocument/2006/math">
                    <m:oMathParaPr>
                      <m:jc m:val="left"/>
                    </m:oMathParaPr>
                    <m:oMath xmlns:m="http://schemas.openxmlformats.org/officeDocument/2006/math">
                      <m:sSub>
                        <m:sSubPr>
                          <m:ctrlPr>
                            <a:rPr kumimoji="1" lang="zh-CN" altLang="en-US" sz="2200" i="1">
                              <a:solidFill>
                                <a:schemeClr val="tx1">
                                  <a:lumMod val="95000"/>
                                  <a:lumOff val="5000"/>
                                </a:schemeClr>
                              </a:solidFill>
                              <a:latin typeface="Cambria Math" panose="02040503050406030204" charset="0"/>
                              <a:ea typeface="黑体" panose="02010609060101010101" pitchFamily="49" charset="-122"/>
                            </a:rPr>
                          </m:ctrlPr>
                        </m:sSubPr>
                        <m:e>
                          <m:r>
                            <a:rPr kumimoji="1" lang="zh-CN" altLang="en-US" sz="2200">
                              <a:solidFill>
                                <a:schemeClr val="tx1">
                                  <a:lumMod val="95000"/>
                                  <a:lumOff val="5000"/>
                                </a:schemeClr>
                              </a:solidFill>
                              <a:latin typeface="Cambria Math" panose="02040503050406030204" charset="0"/>
                              <a:ea typeface="黑体" panose="02010609060101010101" pitchFamily="49" charset="-122"/>
                            </a:rPr>
                            <m:t>𝑓</m:t>
                          </m:r>
                        </m:e>
                        <m:sub>
                          <m:r>
                            <a:rPr kumimoji="1" lang="zh-CN" altLang="en-US" sz="2200">
                              <a:solidFill>
                                <a:schemeClr val="tx1">
                                  <a:lumMod val="95000"/>
                                  <a:lumOff val="5000"/>
                                </a:schemeClr>
                              </a:solidFill>
                              <a:latin typeface="Cambria Math" panose="02040503050406030204" charset="0"/>
                              <a:ea typeface="黑体" panose="02010609060101010101" pitchFamily="49" charset="-122"/>
                            </a:rPr>
                            <m:t>𝑥</m:t>
                          </m:r>
                        </m:sub>
                      </m:sSub>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rPr>
                        <m:t>0</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rPr>
                        <m:t>0</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sSub>
                        <m:sSubPr>
                          <m:ctrlPr>
                            <a:rPr kumimoji="1" lang="zh-CN" altLang="en-US" sz="2200" i="1">
                              <a:solidFill>
                                <a:schemeClr val="tx1">
                                  <a:lumMod val="95000"/>
                                  <a:lumOff val="5000"/>
                                </a:schemeClr>
                              </a:solidFill>
                              <a:latin typeface="Cambria Math" panose="02040503050406030204" charset="0"/>
                              <a:ea typeface="黑体" panose="02010609060101010101" pitchFamily="49" charset="-122"/>
                            </a:rPr>
                          </m:ctrlPr>
                        </m:sSubPr>
                        <m:e>
                          <m:r>
                            <a:rPr kumimoji="1" lang="zh-CN" altLang="en-US" sz="2200">
                              <a:solidFill>
                                <a:schemeClr val="tx1">
                                  <a:lumMod val="95000"/>
                                  <a:lumOff val="5000"/>
                                </a:schemeClr>
                              </a:solidFill>
                              <a:latin typeface="Cambria Math" panose="02040503050406030204" charset="0"/>
                              <a:ea typeface="黑体" panose="02010609060101010101" pitchFamily="49" charset="-122"/>
                            </a:rPr>
                            <m:t>𝑓</m:t>
                          </m:r>
                        </m:e>
                        <m:sub>
                          <m:r>
                            <a:rPr kumimoji="1" lang="zh-CN" altLang="en-US" sz="2200">
                              <a:solidFill>
                                <a:schemeClr val="tx1">
                                  <a:lumMod val="95000"/>
                                  <a:lumOff val="5000"/>
                                </a:schemeClr>
                              </a:solidFill>
                              <a:latin typeface="Cambria Math" panose="02040503050406030204" charset="0"/>
                              <a:ea typeface="黑体" panose="02010609060101010101" pitchFamily="49" charset="-122"/>
                            </a:rPr>
                            <m:t>𝑦</m:t>
                          </m:r>
                        </m:sub>
                      </m:sSub>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rPr>
                        <m:t>0</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rPr>
                        <m:t>0</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rPr>
                        <m:t>0</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oMath>
                  </m:oMathPara>
                </a14:m>
                <a:endParaRPr kumimoji="1" lang="zh-CN" altLang="en-US" sz="2200" dirty="0">
                  <a:solidFill>
                    <a:schemeClr val="tx1">
                      <a:lumMod val="95000"/>
                      <a:lumOff val="5000"/>
                    </a:schemeClr>
                  </a:solidFill>
                  <a:latin typeface="Cambria Math" panose="02040503050406030204" charset="0"/>
                  <a:ea typeface="黑体" panose="02010609060101010101" pitchFamily="49" charset="-122"/>
                </a:endParaRPr>
              </a:p>
            </p:txBody>
          </p:sp>
        </mc:Choice>
        <mc:Fallback>
          <p:sp>
            <p:nvSpPr>
              <p:cNvPr id="3" name="Object 9"/>
              <p:cNvSpPr txBox="1">
                <a:spLocks noRot="1" noChangeAspect="1" noMove="1" noResize="1" noEditPoints="1" noAdjustHandles="1" noChangeArrowheads="1" noChangeShapeType="1" noTextEdit="1"/>
              </p:cNvSpPr>
              <p:nvPr/>
            </p:nvSpPr>
            <p:spPr bwMode="auto">
              <a:xfrm>
                <a:off x="2831465" y="2711450"/>
                <a:ext cx="3092450" cy="482600"/>
              </a:xfrm>
              <a:prstGeom prst="rect">
                <a:avLst/>
              </a:prstGeom>
              <a:blipFill rotWithShape="1">
                <a:blip r:embed="rId2"/>
                <a:stretch>
                  <a:fillRect/>
                </a:stretch>
              </a:blipFill>
              <a:ln>
                <a:noFill/>
              </a:ln>
              <a:effectLst/>
            </p:spPr>
            <p:txBody>
              <a:bodyPr/>
              <a:lstStyle/>
              <a:p>
                <a:r>
                  <a:rPr lang="zh-CN" altLang="en-US">
                    <a:noFill/>
                  </a:rPr>
                  <a:t> </a:t>
                </a:r>
              </a:p>
            </p:txBody>
          </p:sp>
        </mc:Fallback>
      </mc:AlternateContent>
      <p:sp>
        <p:nvSpPr>
          <p:cNvPr id="4" name="Text Box 10"/>
          <p:cNvSpPr txBox="1">
            <a:spLocks noChangeArrowheads="1"/>
          </p:cNvSpPr>
          <p:nvPr/>
        </p:nvSpPr>
        <p:spPr bwMode="auto">
          <a:xfrm>
            <a:off x="2206427" y="3436118"/>
            <a:ext cx="762000" cy="43088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marR="0" lvl="0" indent="0" fontAlgn="base">
              <a:lnSpc>
                <a:spcPct val="100000"/>
              </a:lnSpc>
              <a:spcBef>
                <a:spcPct val="50000"/>
              </a:spcBef>
              <a:spcAft>
                <a:spcPct val="0"/>
              </a:spcAft>
              <a:buClrTx/>
              <a:buSzTx/>
              <a:buFontTx/>
              <a:buNone/>
              <a:defRPr/>
            </a:pPr>
            <a:r>
              <a:rPr kumimoji="1" lang="zh-CN" altLang="en-US" sz="2200" dirty="0">
                <a:solidFill>
                  <a:schemeClr val="tx1">
                    <a:lumMod val="95000"/>
                    <a:lumOff val="5000"/>
                  </a:schemeClr>
                </a:solidFill>
                <a:latin typeface="Cambria Math" panose="02040503050406030204" charset="0"/>
                <a:ea typeface="黑体" panose="02010609060101010101" pitchFamily="49" charset="-122"/>
                <a:sym typeface="+mn-lt"/>
              </a:rPr>
              <a:t>但</a:t>
            </a:r>
            <a:endParaRPr kumimoji="1" lang="zh-CN" altLang="en-US" sz="2200" dirty="0">
              <a:solidFill>
                <a:schemeClr val="tx1">
                  <a:lumMod val="95000"/>
                  <a:lumOff val="5000"/>
                </a:schemeClr>
              </a:solidFill>
              <a:latin typeface="Cambria Math" panose="02040503050406030204" charset="0"/>
              <a:ea typeface="黑体" panose="02010609060101010101" pitchFamily="49" charset="-122"/>
              <a:sym typeface="+mn-lt"/>
            </a:endParaRPr>
          </a:p>
        </p:txBody>
      </p:sp>
      <mc:AlternateContent xmlns:mc="http://schemas.openxmlformats.org/markup-compatibility/2006">
        <mc:Choice xmlns:a14="http://schemas.microsoft.com/office/drawing/2010/main" Requires="a14">
          <p:sp>
            <p:nvSpPr>
              <p:cNvPr id="5" name="Object 11"/>
              <p:cNvSpPr txBox="1"/>
              <p:nvPr/>
            </p:nvSpPr>
            <p:spPr bwMode="auto">
              <a:xfrm>
                <a:off x="2554605" y="3413760"/>
                <a:ext cx="3969385" cy="482600"/>
              </a:xfrm>
              <a:prstGeom prst="rect">
                <a:avLst/>
              </a:prstGeom>
              <a:noFill/>
              <a:ln>
                <a:noFill/>
              </a:ln>
              <a:effectLst/>
            </p:spPr>
            <p:txBody>
              <a:bodyPr>
                <a:normAutofit/>
              </a:bodyPr>
              <a:lstStyle/>
              <a:p>
                <a14:m>
                  <m:oMathPara xmlns:m="http://schemas.openxmlformats.org/officeDocument/2006/math">
                    <m:oMathParaPr>
                      <m:jc m:val="left"/>
                    </m:oMathParaPr>
                    <m:oMath xmlns:m="http://schemas.openxmlformats.org/officeDocument/2006/math">
                      <m:r>
                        <m:rPr>
                          <m:sty m:val="p"/>
                        </m:rPr>
                        <a:rPr kumimoji="1" lang="zh-CN" altLang="en-US" sz="2200">
                          <a:solidFill>
                            <a:schemeClr val="tx1">
                              <a:lumMod val="95000"/>
                              <a:lumOff val="5000"/>
                            </a:schemeClr>
                          </a:solidFill>
                          <a:latin typeface="Cambria Math" panose="02040503050406030204" charset="0"/>
                          <a:ea typeface="黑体" panose="02010609060101010101" pitchFamily="49" charset="-122"/>
                        </a:rPr>
                        <m:t>Δ</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𝑧</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sSub>
                        <m:sSubPr>
                          <m:ctrlPr>
                            <a:rPr kumimoji="1" lang="zh-CN" altLang="en-US" sz="2200" i="1">
                              <a:solidFill>
                                <a:schemeClr val="tx1">
                                  <a:lumMod val="95000"/>
                                  <a:lumOff val="5000"/>
                                </a:schemeClr>
                              </a:solidFill>
                              <a:latin typeface="Cambria Math" panose="02040503050406030204" charset="0"/>
                              <a:ea typeface="黑体" panose="02010609060101010101" pitchFamily="49" charset="-122"/>
                            </a:rPr>
                          </m:ctrlPr>
                        </m:sSubPr>
                        <m:e>
                          <m:r>
                            <a:rPr kumimoji="1" lang="zh-CN" altLang="en-US" sz="2200">
                              <a:solidFill>
                                <a:schemeClr val="tx1">
                                  <a:lumMod val="95000"/>
                                  <a:lumOff val="5000"/>
                                </a:schemeClr>
                              </a:solidFill>
                              <a:latin typeface="Cambria Math" panose="02040503050406030204" charset="0"/>
                              <a:ea typeface="黑体" panose="02010609060101010101" pitchFamily="49" charset="-122"/>
                            </a:rPr>
                            <m:t>𝑓</m:t>
                          </m:r>
                        </m:e>
                        <m:sub>
                          <m:r>
                            <a:rPr kumimoji="1" lang="zh-CN" altLang="en-US" sz="2200">
                              <a:solidFill>
                                <a:schemeClr val="tx1">
                                  <a:lumMod val="95000"/>
                                  <a:lumOff val="5000"/>
                                </a:schemeClr>
                              </a:solidFill>
                              <a:latin typeface="Cambria Math" panose="02040503050406030204" charset="0"/>
                              <a:ea typeface="黑体" panose="02010609060101010101" pitchFamily="49" charset="-122"/>
                            </a:rPr>
                            <m:t>𝑥</m:t>
                          </m:r>
                        </m:sub>
                      </m:sSub>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rPr>
                        <m:t>0</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rPr>
                        <m:t>0</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m:rPr>
                          <m:sty m:val="p"/>
                        </m:rPr>
                        <a:rPr kumimoji="1" lang="zh-CN" altLang="en-US" sz="2200">
                          <a:solidFill>
                            <a:schemeClr val="tx1">
                              <a:lumMod val="95000"/>
                              <a:lumOff val="5000"/>
                            </a:schemeClr>
                          </a:solidFill>
                          <a:latin typeface="Cambria Math" panose="02040503050406030204" charset="0"/>
                          <a:ea typeface="黑体" panose="02010609060101010101" pitchFamily="49" charset="-122"/>
                        </a:rPr>
                        <m:t>Δ</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𝑥</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sSub>
                        <m:sSubPr>
                          <m:ctrlPr>
                            <a:rPr kumimoji="1" lang="zh-CN" altLang="en-US" sz="2200" i="1">
                              <a:solidFill>
                                <a:schemeClr val="tx1">
                                  <a:lumMod val="95000"/>
                                  <a:lumOff val="5000"/>
                                </a:schemeClr>
                              </a:solidFill>
                              <a:latin typeface="Cambria Math" panose="02040503050406030204" charset="0"/>
                              <a:ea typeface="黑体" panose="02010609060101010101" pitchFamily="49" charset="-122"/>
                            </a:rPr>
                          </m:ctrlPr>
                        </m:sSubPr>
                        <m:e>
                          <m:r>
                            <a:rPr kumimoji="1" lang="zh-CN" altLang="en-US" sz="2200">
                              <a:solidFill>
                                <a:schemeClr val="tx1">
                                  <a:lumMod val="95000"/>
                                  <a:lumOff val="5000"/>
                                </a:schemeClr>
                              </a:solidFill>
                              <a:latin typeface="Cambria Math" panose="02040503050406030204" charset="0"/>
                              <a:ea typeface="黑体" panose="02010609060101010101" pitchFamily="49" charset="-122"/>
                            </a:rPr>
                            <m:t>𝑓</m:t>
                          </m:r>
                        </m:e>
                        <m:sub>
                          <m:r>
                            <a:rPr kumimoji="1" lang="zh-CN" altLang="en-US" sz="2200">
                              <a:solidFill>
                                <a:schemeClr val="tx1">
                                  <a:lumMod val="95000"/>
                                  <a:lumOff val="5000"/>
                                </a:schemeClr>
                              </a:solidFill>
                              <a:latin typeface="Cambria Math" panose="02040503050406030204" charset="0"/>
                              <a:ea typeface="黑体" panose="02010609060101010101" pitchFamily="49" charset="-122"/>
                            </a:rPr>
                            <m:t>𝑦</m:t>
                          </m:r>
                        </m:sub>
                      </m:sSub>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rPr>
                        <m:t>0</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rPr>
                        <m:t>0</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m:rPr>
                          <m:sty m:val="p"/>
                        </m:rPr>
                        <a:rPr kumimoji="1" lang="zh-CN" altLang="en-US" sz="2200">
                          <a:solidFill>
                            <a:schemeClr val="tx1">
                              <a:lumMod val="95000"/>
                              <a:lumOff val="5000"/>
                            </a:schemeClr>
                          </a:solidFill>
                          <a:latin typeface="Cambria Math" panose="02040503050406030204" charset="0"/>
                          <a:ea typeface="黑体" panose="02010609060101010101" pitchFamily="49" charset="-122"/>
                        </a:rPr>
                        <m:t>Δ</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𝑦</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oMath>
                  </m:oMathPara>
                </a14:m>
                <a:endParaRPr kumimoji="1" lang="zh-CN" altLang="en-US" sz="2200" dirty="0">
                  <a:solidFill>
                    <a:schemeClr val="tx1">
                      <a:lumMod val="95000"/>
                      <a:lumOff val="5000"/>
                    </a:schemeClr>
                  </a:solidFill>
                  <a:latin typeface="Cambria Math" panose="02040503050406030204" charset="0"/>
                  <a:ea typeface="黑体" panose="02010609060101010101" pitchFamily="49" charset="-122"/>
                </a:endParaRPr>
              </a:p>
            </p:txBody>
          </p:sp>
        </mc:Choice>
        <mc:Fallback>
          <p:sp>
            <p:nvSpPr>
              <p:cNvPr id="5" name="Object 11"/>
              <p:cNvSpPr txBox="1">
                <a:spLocks noRot="1" noChangeAspect="1" noMove="1" noResize="1" noEditPoints="1" noAdjustHandles="1" noChangeArrowheads="1" noChangeShapeType="1" noTextEdit="1"/>
              </p:cNvSpPr>
              <p:nvPr/>
            </p:nvSpPr>
            <p:spPr bwMode="auto">
              <a:xfrm>
                <a:off x="2554605" y="3413760"/>
                <a:ext cx="3969385" cy="482600"/>
              </a:xfrm>
              <a:prstGeom prst="rect">
                <a:avLst/>
              </a:prstGeom>
              <a:blipFill rotWithShape="1">
                <a:blip r:embed="rId3"/>
                <a:stretch>
                  <a:fillRect/>
                </a:stretch>
              </a:blipFill>
              <a:ln>
                <a:noFill/>
              </a:ln>
              <a:effectLst/>
            </p:spPr>
            <p:txBody>
              <a:bodyPr/>
              <a:lstStyle/>
              <a:p>
                <a:r>
                  <a:rPr lang="zh-CN" altLang="en-US">
                    <a:noFill/>
                  </a:rPr>
                  <a:t> </a:t>
                </a:r>
              </a:p>
            </p:txBody>
          </p:sp>
        </mc:Fallback>
      </mc:AlternateContent>
      <p:sp>
        <p:nvSpPr>
          <p:cNvPr id="6" name="Text Box 12"/>
          <p:cNvSpPr txBox="1">
            <a:spLocks noChangeArrowheads="1"/>
          </p:cNvSpPr>
          <p:nvPr/>
        </p:nvSpPr>
        <p:spPr bwMode="auto">
          <a:xfrm>
            <a:off x="7491269" y="5419223"/>
            <a:ext cx="3213806" cy="430887"/>
          </a:xfrm>
          <a:prstGeom prst="rect">
            <a:avLst/>
          </a:prstGeom>
          <a:solidFill>
            <a:srgbClr val="04926A">
              <a:alpha val="20000"/>
            </a:srgbClr>
          </a:solidFill>
          <a:ln>
            <a:noFill/>
          </a:ln>
        </p:spPr>
        <p:txBody>
          <a:bodyPr wrap="square">
            <a:spAutoFit/>
          </a:bodyPr>
          <a:lstStyle/>
          <a:p>
            <a:pPr marR="0" lvl="0" indent="0" fontAlgn="base">
              <a:lnSpc>
                <a:spcPct val="100000"/>
              </a:lnSpc>
              <a:spcBef>
                <a:spcPct val="50000"/>
              </a:spcBef>
              <a:spcAft>
                <a:spcPct val="0"/>
              </a:spcAft>
              <a:buClrTx/>
              <a:buSzTx/>
              <a:buFontTx/>
              <a:buNone/>
              <a:defRPr/>
            </a:pPr>
            <a:r>
              <a:rPr kumimoji="1" lang="zh-CN" altLang="en-US" sz="2200" dirty="0">
                <a:solidFill>
                  <a:schemeClr val="tx1">
                    <a:lumMod val="95000"/>
                    <a:lumOff val="5000"/>
                  </a:schemeClr>
                </a:solidFill>
                <a:latin typeface="Cambria Math" panose="02040503050406030204" charset="0"/>
                <a:ea typeface="黑体" panose="02010609060101010101" pitchFamily="49" charset="-122"/>
                <a:sym typeface="+mn-lt"/>
              </a:rPr>
              <a:t>即函数在点 </a:t>
            </a:r>
            <a:r>
              <a:rPr kumimoji="1" lang="en-US" altLang="zh-CN" sz="2200" dirty="0">
                <a:solidFill>
                  <a:schemeClr val="tx1">
                    <a:lumMod val="95000"/>
                    <a:lumOff val="5000"/>
                  </a:schemeClr>
                </a:solidFill>
                <a:latin typeface="Cambria Math" panose="02040503050406030204" charset="0"/>
                <a:ea typeface="黑体" panose="02010609060101010101" pitchFamily="49" charset="-122"/>
                <a:sym typeface="+mn-lt"/>
              </a:rPr>
              <a:t>(0,0) </a:t>
            </a:r>
            <a:r>
              <a:rPr kumimoji="1" lang="zh-CN" altLang="en-US" sz="2200" b="1" dirty="0">
                <a:solidFill>
                  <a:srgbClr val="04926A"/>
                </a:solidFill>
                <a:latin typeface="Cambria Math" panose="02040503050406030204" charset="0"/>
                <a:ea typeface="黑体" panose="02010609060101010101" pitchFamily="49" charset="-122"/>
                <a:sym typeface="+mn-lt"/>
              </a:rPr>
              <a:t>不可微</a:t>
            </a:r>
            <a:r>
              <a:rPr kumimoji="1" lang="zh-CN" altLang="en-US" sz="2200" dirty="0">
                <a:solidFill>
                  <a:schemeClr val="tx1">
                    <a:lumMod val="95000"/>
                    <a:lumOff val="5000"/>
                  </a:schemeClr>
                </a:solidFill>
                <a:latin typeface="Cambria Math" panose="02040503050406030204" charset="0"/>
                <a:ea typeface="黑体" panose="02010609060101010101" pitchFamily="49" charset="-122"/>
                <a:sym typeface="+mn-lt"/>
              </a:rPr>
              <a:t> </a:t>
            </a:r>
            <a:r>
              <a:rPr kumimoji="1" lang="en-US" altLang="zh-CN" sz="2200" dirty="0">
                <a:solidFill>
                  <a:schemeClr val="tx1">
                    <a:lumMod val="95000"/>
                    <a:lumOff val="5000"/>
                  </a:schemeClr>
                </a:solidFill>
                <a:latin typeface="Cambria Math" panose="02040503050406030204" charset="0"/>
                <a:ea typeface="黑体" panose="02010609060101010101" pitchFamily="49" charset="-122"/>
                <a:sym typeface="+mn-lt"/>
              </a:rPr>
              <a:t>.</a:t>
            </a:r>
            <a:endParaRPr kumimoji="1" lang="en-US" altLang="zh-CN" sz="2200" dirty="0">
              <a:solidFill>
                <a:schemeClr val="tx1">
                  <a:lumMod val="95000"/>
                  <a:lumOff val="5000"/>
                </a:schemeClr>
              </a:solidFill>
              <a:latin typeface="Cambria Math" panose="02040503050406030204" charset="0"/>
              <a:ea typeface="黑体" panose="02010609060101010101" pitchFamily="49" charset="-122"/>
              <a:sym typeface="+mn-lt"/>
            </a:endParaRPr>
          </a:p>
        </p:txBody>
      </p:sp>
      <mc:AlternateContent xmlns:mc="http://schemas.openxmlformats.org/markup-compatibility/2006">
        <mc:Choice xmlns:a14="http://schemas.microsoft.com/office/drawing/2010/main" Requires="a14">
          <p:sp>
            <p:nvSpPr>
              <p:cNvPr id="7" name="Object 15"/>
              <p:cNvSpPr txBox="1"/>
              <p:nvPr/>
            </p:nvSpPr>
            <p:spPr bwMode="auto">
              <a:xfrm>
                <a:off x="2201348" y="4067272"/>
                <a:ext cx="6410908" cy="1236236"/>
              </a:xfrm>
              <a:prstGeom prst="rect">
                <a:avLst/>
              </a:prstGeom>
              <a:noFill/>
              <a:ln>
                <a:noFill/>
              </a:ln>
              <a:effectLst/>
            </p:spPr>
            <p:txBody>
              <a:bodyPr>
                <a:noAutofit/>
              </a:bodyPr>
              <a:lstStyle/>
              <a:p>
                <a14:m>
                  <m:oMathPara xmlns:m="http://schemas.openxmlformats.org/officeDocument/2006/math">
                    <m:oMathParaPr>
                      <m:jc m:val="left"/>
                    </m:oMathParaPr>
                    <m:oMath xmlns:m="http://schemas.openxmlformats.org/officeDocument/2006/math">
                      <m:r>
                        <a:rPr kumimoji="1" lang="zh-CN" altLang="en-US" sz="2200">
                          <a:solidFill>
                            <a:schemeClr val="tx1">
                              <a:lumMod val="95000"/>
                              <a:lumOff val="5000"/>
                            </a:schemeClr>
                          </a:solidFill>
                          <a:latin typeface="Cambria Math" panose="02040503050406030204" charset="0"/>
                          <a:ea typeface="黑体" panose="02010609060101010101" pitchFamily="49" charset="-122"/>
                        </a:rPr>
                        <m:t>∵ </m:t>
                      </m:r>
                      <m:func>
                        <m:funcPr>
                          <m:ctrlPr>
                            <a:rPr kumimoji="1" lang="zh-CN" altLang="en-US" sz="2200" i="1">
                              <a:solidFill>
                                <a:schemeClr val="tx1">
                                  <a:lumMod val="95000"/>
                                  <a:lumOff val="5000"/>
                                </a:schemeClr>
                              </a:solidFill>
                              <a:latin typeface="Cambria Math" panose="02040503050406030204" charset="0"/>
                              <a:ea typeface="黑体" panose="02010609060101010101" pitchFamily="49" charset="-122"/>
                            </a:rPr>
                          </m:ctrlPr>
                        </m:funcPr>
                        <m:fName>
                          <m:limLow>
                            <m:limLowPr>
                              <m:ctrlPr>
                                <a:rPr kumimoji="1" lang="zh-CN" altLang="en-US" sz="2200" i="1">
                                  <a:solidFill>
                                    <a:schemeClr val="tx1">
                                      <a:lumMod val="95000"/>
                                      <a:lumOff val="5000"/>
                                    </a:schemeClr>
                                  </a:solidFill>
                                  <a:latin typeface="Cambria Math" panose="02040503050406030204" charset="0"/>
                                  <a:ea typeface="黑体" panose="02010609060101010101" pitchFamily="49" charset="-122"/>
                                </a:rPr>
                              </m:ctrlPr>
                            </m:limLowPr>
                            <m:e>
                              <m:r>
                                <m:rPr>
                                  <m:sty m:val="p"/>
                                </m:rPr>
                                <a:rPr kumimoji="1" lang="zh-CN" altLang="en-US" sz="2200">
                                  <a:solidFill>
                                    <a:schemeClr val="tx1">
                                      <a:lumMod val="95000"/>
                                      <a:lumOff val="5000"/>
                                    </a:schemeClr>
                                  </a:solidFill>
                                  <a:latin typeface="Cambria Math" panose="02040503050406030204" charset="0"/>
                                  <a:ea typeface="黑体" panose="02010609060101010101" pitchFamily="49" charset="-122"/>
                                </a:rPr>
                                <m:t>lim</m:t>
                              </m:r>
                            </m:e>
                            <m:lim>
                              <m:r>
                                <a:rPr kumimoji="1" lang="zh-CN" altLang="en-US" sz="2200">
                                  <a:solidFill>
                                    <a:schemeClr val="tx1">
                                      <a:lumMod val="95000"/>
                                      <a:lumOff val="5000"/>
                                    </a:schemeClr>
                                  </a:solidFill>
                                  <a:latin typeface="Cambria Math" panose="02040503050406030204" charset="0"/>
                                  <a:ea typeface="黑体" panose="02010609060101010101" pitchFamily="49" charset="-122"/>
                                </a:rPr>
                                <m:t>𝜌</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rPr>
                                <m:t>0</m:t>
                              </m:r>
                            </m:lim>
                          </m:limLow>
                        </m:fName>
                        <m:e>
                          <m:f>
                            <m:fPr>
                              <m:ctrlPr>
                                <a:rPr kumimoji="1" lang="zh-CN" altLang="en-US" sz="2200" i="1">
                                  <a:solidFill>
                                    <a:schemeClr val="tx1">
                                      <a:lumMod val="95000"/>
                                      <a:lumOff val="5000"/>
                                    </a:schemeClr>
                                  </a:solidFill>
                                  <a:latin typeface="Cambria Math" panose="02040503050406030204" charset="0"/>
                                  <a:ea typeface="黑体" panose="02010609060101010101" pitchFamily="49" charset="-122"/>
                                </a:rPr>
                              </m:ctrlPr>
                            </m:fPr>
                            <m:num>
                              <m:f>
                                <m:fPr>
                                  <m:ctrlPr>
                                    <a:rPr kumimoji="1" lang="zh-CN" altLang="en-US" sz="2200" i="1">
                                      <a:solidFill>
                                        <a:schemeClr val="tx1">
                                          <a:lumMod val="95000"/>
                                          <a:lumOff val="5000"/>
                                        </a:schemeClr>
                                      </a:solidFill>
                                      <a:latin typeface="Cambria Math" panose="02040503050406030204" charset="0"/>
                                      <a:ea typeface="黑体" panose="02010609060101010101" pitchFamily="49" charset="-122"/>
                                    </a:rPr>
                                  </m:ctrlPr>
                                </m:fPr>
                                <m:num>
                                  <m:r>
                                    <m:rPr>
                                      <m:sty m:val="p"/>
                                    </m:rPr>
                                    <a:rPr kumimoji="1" lang="zh-CN" altLang="en-US" sz="2200">
                                      <a:solidFill>
                                        <a:schemeClr val="tx1">
                                          <a:lumMod val="95000"/>
                                          <a:lumOff val="5000"/>
                                        </a:schemeClr>
                                      </a:solidFill>
                                      <a:latin typeface="Cambria Math" panose="02040503050406030204" charset="0"/>
                                      <a:ea typeface="黑体" panose="02010609060101010101" pitchFamily="49" charset="-122"/>
                                    </a:rPr>
                                    <m:t>Δ</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𝑥</m:t>
                                  </m:r>
                                  <m:r>
                                    <m:rPr>
                                      <m:sty m:val="p"/>
                                    </m:rPr>
                                    <a:rPr kumimoji="1" lang="zh-CN" altLang="en-US" sz="2200">
                                      <a:solidFill>
                                        <a:schemeClr val="tx1">
                                          <a:lumMod val="95000"/>
                                          <a:lumOff val="5000"/>
                                        </a:schemeClr>
                                      </a:solidFill>
                                      <a:latin typeface="Cambria Math" panose="02040503050406030204" charset="0"/>
                                      <a:ea typeface="黑体" panose="02010609060101010101" pitchFamily="49" charset="-122"/>
                                    </a:rPr>
                                    <m:t>Δ</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𝑦</m:t>
                                  </m:r>
                                </m:num>
                                <m:den>
                                  <m:rad>
                                    <m:radPr>
                                      <m:degHide m:val="on"/>
                                      <m:ctrlPr>
                                        <a:rPr kumimoji="1" lang="zh-CN" altLang="en-US" sz="2200" i="1">
                                          <a:solidFill>
                                            <a:schemeClr val="tx1">
                                              <a:lumMod val="95000"/>
                                              <a:lumOff val="5000"/>
                                            </a:schemeClr>
                                          </a:solidFill>
                                          <a:latin typeface="Cambria Math" panose="02040503050406030204" charset="0"/>
                                          <a:ea typeface="黑体" panose="02010609060101010101" pitchFamily="49" charset="-122"/>
                                        </a:rPr>
                                      </m:ctrlPr>
                                    </m:radPr>
                                    <m:deg/>
                                    <m:e>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m:rPr>
                                          <m:sty m:val="p"/>
                                        </m:rPr>
                                        <a:rPr kumimoji="1" lang="zh-CN" altLang="en-US" sz="2200">
                                          <a:solidFill>
                                            <a:schemeClr val="tx1">
                                              <a:lumMod val="95000"/>
                                              <a:lumOff val="5000"/>
                                            </a:schemeClr>
                                          </a:solidFill>
                                          <a:latin typeface="Cambria Math" panose="02040503050406030204" charset="0"/>
                                          <a:ea typeface="黑体" panose="02010609060101010101" pitchFamily="49" charset="-122"/>
                                        </a:rPr>
                                        <m:t>Δ</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𝑥</m:t>
                                      </m:r>
                                      <m:sSup>
                                        <m:sSupPr>
                                          <m:ctrlPr>
                                            <a:rPr kumimoji="1" lang="zh-CN" altLang="en-US" sz="2200" i="1">
                                              <a:solidFill>
                                                <a:schemeClr val="tx1">
                                                  <a:lumMod val="95000"/>
                                                  <a:lumOff val="5000"/>
                                                </a:schemeClr>
                                              </a:solidFill>
                                              <a:latin typeface="Cambria Math" panose="02040503050406030204" charset="0"/>
                                              <a:ea typeface="黑体" panose="02010609060101010101" pitchFamily="49" charset="-122"/>
                                            </a:rPr>
                                          </m:ctrlPr>
                                        </m:sSupPr>
                                        <m:e>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e>
                                        <m:sup>
                                          <m:r>
                                            <a:rPr kumimoji="1" lang="zh-CN" altLang="en-US" sz="2200">
                                              <a:solidFill>
                                                <a:schemeClr val="tx1">
                                                  <a:lumMod val="95000"/>
                                                  <a:lumOff val="5000"/>
                                                </a:schemeClr>
                                              </a:solidFill>
                                              <a:latin typeface="Cambria Math" panose="02040503050406030204" charset="0"/>
                                              <a:ea typeface="黑体" panose="02010609060101010101" pitchFamily="49" charset="-122"/>
                                            </a:rPr>
                                            <m:t>2</m:t>
                                          </m:r>
                                        </m:sup>
                                      </m:sSup>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m:rPr>
                                          <m:sty m:val="p"/>
                                        </m:rPr>
                                        <a:rPr kumimoji="1" lang="zh-CN" altLang="en-US" sz="2200">
                                          <a:solidFill>
                                            <a:schemeClr val="tx1">
                                              <a:lumMod val="95000"/>
                                              <a:lumOff val="5000"/>
                                            </a:schemeClr>
                                          </a:solidFill>
                                          <a:latin typeface="Cambria Math" panose="02040503050406030204" charset="0"/>
                                          <a:ea typeface="黑体" panose="02010609060101010101" pitchFamily="49" charset="-122"/>
                                        </a:rPr>
                                        <m:t>Δ</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𝑦</m:t>
                                      </m:r>
                                      <m:sSup>
                                        <m:sSupPr>
                                          <m:ctrlPr>
                                            <a:rPr kumimoji="1" lang="zh-CN" altLang="en-US" sz="2200" i="1">
                                              <a:solidFill>
                                                <a:schemeClr val="tx1">
                                                  <a:lumMod val="95000"/>
                                                  <a:lumOff val="5000"/>
                                                </a:schemeClr>
                                              </a:solidFill>
                                              <a:latin typeface="Cambria Math" panose="02040503050406030204" charset="0"/>
                                              <a:ea typeface="黑体" panose="02010609060101010101" pitchFamily="49" charset="-122"/>
                                            </a:rPr>
                                          </m:ctrlPr>
                                        </m:sSupPr>
                                        <m:e>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e>
                                        <m:sup>
                                          <m:r>
                                            <a:rPr kumimoji="1" lang="zh-CN" altLang="en-US" sz="2200">
                                              <a:solidFill>
                                                <a:schemeClr val="tx1">
                                                  <a:lumMod val="95000"/>
                                                  <a:lumOff val="5000"/>
                                                </a:schemeClr>
                                              </a:solidFill>
                                              <a:latin typeface="Cambria Math" panose="02040503050406030204" charset="0"/>
                                              <a:ea typeface="黑体" panose="02010609060101010101" pitchFamily="49" charset="-122"/>
                                            </a:rPr>
                                            <m:t>2</m:t>
                                          </m:r>
                                        </m:sup>
                                      </m:sSup>
                                    </m:e>
                                  </m:rad>
                                </m:den>
                              </m:f>
                            </m:num>
                            <m:den>
                              <m:r>
                                <a:rPr kumimoji="1" lang="zh-CN" altLang="en-US" sz="2200">
                                  <a:solidFill>
                                    <a:schemeClr val="tx1">
                                      <a:lumMod val="95000"/>
                                      <a:lumOff val="5000"/>
                                    </a:schemeClr>
                                  </a:solidFill>
                                  <a:latin typeface="Cambria Math" panose="02040503050406030204" charset="0"/>
                                  <a:ea typeface="黑体" panose="02010609060101010101" pitchFamily="49" charset="-122"/>
                                </a:rPr>
                                <m:t>𝜌</m:t>
                              </m:r>
                            </m:den>
                          </m:f>
                        </m:e>
                      </m:func>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func>
                        <m:funcPr>
                          <m:ctrlPr>
                            <a:rPr kumimoji="1" lang="zh-CN" altLang="en-US" sz="2200" i="1">
                              <a:solidFill>
                                <a:schemeClr val="tx1">
                                  <a:lumMod val="95000"/>
                                  <a:lumOff val="5000"/>
                                </a:schemeClr>
                              </a:solidFill>
                              <a:latin typeface="Cambria Math" panose="02040503050406030204" charset="0"/>
                              <a:ea typeface="黑体" panose="02010609060101010101" pitchFamily="49" charset="-122"/>
                            </a:rPr>
                          </m:ctrlPr>
                        </m:funcPr>
                        <m:fName>
                          <m:limLow>
                            <m:limLowPr>
                              <m:ctrlPr>
                                <a:rPr kumimoji="1" lang="zh-CN" altLang="en-US" sz="2200" i="1">
                                  <a:solidFill>
                                    <a:schemeClr val="tx1">
                                      <a:lumMod val="95000"/>
                                      <a:lumOff val="5000"/>
                                    </a:schemeClr>
                                  </a:solidFill>
                                  <a:latin typeface="Cambria Math" panose="02040503050406030204" charset="0"/>
                                  <a:ea typeface="黑体" panose="02010609060101010101" pitchFamily="49" charset="-122"/>
                                </a:rPr>
                              </m:ctrlPr>
                            </m:limLowPr>
                            <m:e>
                              <m:r>
                                <m:rPr>
                                  <m:sty m:val="p"/>
                                </m:rPr>
                                <a:rPr kumimoji="1" lang="zh-CN" altLang="en-US" sz="2200">
                                  <a:solidFill>
                                    <a:schemeClr val="tx1">
                                      <a:lumMod val="95000"/>
                                      <a:lumOff val="5000"/>
                                    </a:schemeClr>
                                  </a:solidFill>
                                  <a:latin typeface="Cambria Math" panose="02040503050406030204" charset="0"/>
                                  <a:ea typeface="黑体" panose="02010609060101010101" pitchFamily="49" charset="-122"/>
                                </a:rPr>
                                <m:t>lim</m:t>
                              </m:r>
                            </m:e>
                            <m:lim>
                              <m:r>
                                <a:rPr kumimoji="1" lang="zh-CN" altLang="en-US" sz="2200">
                                  <a:solidFill>
                                    <a:schemeClr val="tx1">
                                      <a:lumMod val="95000"/>
                                      <a:lumOff val="5000"/>
                                    </a:schemeClr>
                                  </a:solidFill>
                                  <a:latin typeface="Cambria Math" panose="02040503050406030204" charset="0"/>
                                  <a:ea typeface="黑体" panose="02010609060101010101" pitchFamily="49" charset="-122"/>
                                </a:rPr>
                                <m:t>𝜌</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rPr>
                                <m:t>0</m:t>
                              </m:r>
                            </m:lim>
                          </m:limLow>
                        </m:fName>
                        <m:e>
                          <m:f>
                            <m:fPr>
                              <m:ctrlPr>
                                <a:rPr kumimoji="1" lang="zh-CN" altLang="en-US" sz="2200" i="1">
                                  <a:solidFill>
                                    <a:schemeClr val="tx1">
                                      <a:lumMod val="95000"/>
                                      <a:lumOff val="5000"/>
                                    </a:schemeClr>
                                  </a:solidFill>
                                  <a:latin typeface="Cambria Math" panose="02040503050406030204" charset="0"/>
                                  <a:ea typeface="黑体" panose="02010609060101010101" pitchFamily="49" charset="-122"/>
                                </a:rPr>
                              </m:ctrlPr>
                            </m:fPr>
                            <m:num>
                              <m:r>
                                <m:rPr>
                                  <m:sty m:val="p"/>
                                </m:rPr>
                                <a:rPr kumimoji="1" lang="zh-CN" altLang="en-US" sz="2200">
                                  <a:solidFill>
                                    <a:schemeClr val="tx1">
                                      <a:lumMod val="95000"/>
                                      <a:lumOff val="5000"/>
                                    </a:schemeClr>
                                  </a:solidFill>
                                  <a:latin typeface="Cambria Math" panose="02040503050406030204" charset="0"/>
                                  <a:ea typeface="黑体" panose="02010609060101010101" pitchFamily="49" charset="-122"/>
                                </a:rPr>
                                <m:t>Δ</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𝑥</m:t>
                              </m:r>
                              <m:r>
                                <m:rPr>
                                  <m:sty m:val="p"/>
                                </m:rPr>
                                <a:rPr kumimoji="1" lang="zh-CN" altLang="en-US" sz="2200">
                                  <a:solidFill>
                                    <a:schemeClr val="tx1">
                                      <a:lumMod val="95000"/>
                                      <a:lumOff val="5000"/>
                                    </a:schemeClr>
                                  </a:solidFill>
                                  <a:latin typeface="Cambria Math" panose="02040503050406030204" charset="0"/>
                                  <a:ea typeface="黑体" panose="02010609060101010101" pitchFamily="49" charset="-122"/>
                                </a:rPr>
                                <m:t>Δ</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𝑦</m:t>
                              </m:r>
                            </m:num>
                            <m:den>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m:rPr>
                                  <m:sty m:val="p"/>
                                </m:rPr>
                                <a:rPr kumimoji="1" lang="zh-CN" altLang="en-US" sz="2200">
                                  <a:solidFill>
                                    <a:schemeClr val="tx1">
                                      <a:lumMod val="95000"/>
                                      <a:lumOff val="5000"/>
                                    </a:schemeClr>
                                  </a:solidFill>
                                  <a:latin typeface="Cambria Math" panose="02040503050406030204" charset="0"/>
                                  <a:ea typeface="黑体" panose="02010609060101010101" pitchFamily="49" charset="-122"/>
                                </a:rPr>
                                <m:t>Δ</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𝑥</m:t>
                              </m:r>
                              <m:sSup>
                                <m:sSupPr>
                                  <m:ctrlPr>
                                    <a:rPr kumimoji="1" lang="zh-CN" altLang="en-US" sz="2200" i="1">
                                      <a:solidFill>
                                        <a:schemeClr val="tx1">
                                          <a:lumMod val="95000"/>
                                          <a:lumOff val="5000"/>
                                        </a:schemeClr>
                                      </a:solidFill>
                                      <a:latin typeface="Cambria Math" panose="02040503050406030204" charset="0"/>
                                      <a:ea typeface="黑体" panose="02010609060101010101" pitchFamily="49" charset="-122"/>
                                    </a:rPr>
                                  </m:ctrlPr>
                                </m:sSupPr>
                                <m:e>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e>
                                <m:sup>
                                  <m:r>
                                    <a:rPr kumimoji="1" lang="zh-CN" altLang="en-US" sz="2200">
                                      <a:solidFill>
                                        <a:schemeClr val="tx1">
                                          <a:lumMod val="95000"/>
                                          <a:lumOff val="5000"/>
                                        </a:schemeClr>
                                      </a:solidFill>
                                      <a:latin typeface="Cambria Math" panose="02040503050406030204" charset="0"/>
                                      <a:ea typeface="黑体" panose="02010609060101010101" pitchFamily="49" charset="-122"/>
                                    </a:rPr>
                                    <m:t>2</m:t>
                                  </m:r>
                                </m:sup>
                              </m:sSup>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m:rPr>
                                  <m:sty m:val="p"/>
                                </m:rPr>
                                <a:rPr kumimoji="1" lang="zh-CN" altLang="en-US" sz="2200">
                                  <a:solidFill>
                                    <a:schemeClr val="tx1">
                                      <a:lumMod val="95000"/>
                                      <a:lumOff val="5000"/>
                                    </a:schemeClr>
                                  </a:solidFill>
                                  <a:latin typeface="Cambria Math" panose="02040503050406030204" charset="0"/>
                                  <a:ea typeface="黑体" panose="02010609060101010101" pitchFamily="49" charset="-122"/>
                                </a:rPr>
                                <m:t>Δ</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𝑦</m:t>
                              </m:r>
                              <m:sSup>
                                <m:sSupPr>
                                  <m:ctrlPr>
                                    <a:rPr kumimoji="1" lang="zh-CN" altLang="en-US" sz="2200" i="1">
                                      <a:solidFill>
                                        <a:schemeClr val="tx1">
                                          <a:lumMod val="95000"/>
                                          <a:lumOff val="5000"/>
                                        </a:schemeClr>
                                      </a:solidFill>
                                      <a:latin typeface="Cambria Math" panose="02040503050406030204" charset="0"/>
                                      <a:ea typeface="黑体" panose="02010609060101010101" pitchFamily="49" charset="-122"/>
                                    </a:rPr>
                                  </m:ctrlPr>
                                </m:sSupPr>
                                <m:e>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e>
                                <m:sup>
                                  <m:r>
                                    <a:rPr kumimoji="1" lang="zh-CN" altLang="en-US" sz="2200">
                                      <a:solidFill>
                                        <a:schemeClr val="tx1">
                                          <a:lumMod val="95000"/>
                                          <a:lumOff val="5000"/>
                                        </a:schemeClr>
                                      </a:solidFill>
                                      <a:latin typeface="Cambria Math" panose="02040503050406030204" charset="0"/>
                                      <a:ea typeface="黑体" panose="02010609060101010101" pitchFamily="49" charset="-122"/>
                                    </a:rPr>
                                    <m:t>2</m:t>
                                  </m:r>
                                </m:sup>
                              </m:sSup>
                            </m:den>
                          </m:f>
                        </m:e>
                      </m:func>
                      <m:r>
                        <a:rPr kumimoji="1" lang="zh-CN" altLang="en-US" sz="2200">
                          <a:solidFill>
                            <a:schemeClr val="tx1">
                              <a:lumMod val="95000"/>
                              <a:lumOff val="5000"/>
                            </a:schemeClr>
                          </a:solidFill>
                          <a:latin typeface="Cambria Math" panose="02040503050406030204" charset="0"/>
                          <a:ea typeface="黑体" panose="02010609060101010101" pitchFamily="49" charset="-122"/>
                        </a:rPr>
                        <m:t>不存在</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oMath>
                  </m:oMathPara>
                </a14:m>
                <a:endParaRPr kumimoji="1" lang="zh-CN" altLang="en-US" sz="2200" dirty="0">
                  <a:solidFill>
                    <a:schemeClr val="tx1">
                      <a:lumMod val="95000"/>
                      <a:lumOff val="5000"/>
                    </a:schemeClr>
                  </a:solidFill>
                  <a:latin typeface="Cambria Math" panose="02040503050406030204" charset="0"/>
                  <a:ea typeface="黑体" panose="02010609060101010101" pitchFamily="49" charset="-122"/>
                </a:endParaRPr>
              </a:p>
            </p:txBody>
          </p:sp>
        </mc:Choice>
        <mc:Fallback>
          <p:sp>
            <p:nvSpPr>
              <p:cNvPr id="7" name="Object 15"/>
              <p:cNvSpPr txBox="1">
                <a:spLocks noRot="1" noChangeAspect="1" noMove="1" noResize="1" noEditPoints="1" noAdjustHandles="1" noChangeArrowheads="1" noChangeShapeType="1" noTextEdit="1"/>
              </p:cNvSpPr>
              <p:nvPr/>
            </p:nvSpPr>
            <p:spPr bwMode="auto">
              <a:xfrm>
                <a:off x="2201348" y="4067272"/>
                <a:ext cx="6410908" cy="1236236"/>
              </a:xfrm>
              <a:prstGeom prst="rect">
                <a:avLst/>
              </a:prstGeom>
              <a:blipFill rotWithShape="1">
                <a:blip r:embed="rId4"/>
                <a:stretch>
                  <a:fillRect l="-7" t="-8" r="6" b="50"/>
                </a:stretch>
              </a:blipFill>
              <a:ln>
                <a:noFill/>
              </a:ln>
              <a:effectLst/>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8" name="Object 18"/>
              <p:cNvSpPr txBox="1"/>
              <p:nvPr/>
            </p:nvSpPr>
            <p:spPr bwMode="auto">
              <a:xfrm>
                <a:off x="6101312" y="3242246"/>
                <a:ext cx="2455538" cy="891073"/>
              </a:xfrm>
              <a:prstGeom prst="rect">
                <a:avLst/>
              </a:prstGeom>
              <a:noFill/>
              <a:ln>
                <a:noFill/>
              </a:ln>
              <a:effectLst/>
            </p:spPr>
            <p:txBody>
              <a:bodyPr>
                <a:normAutofit/>
              </a:bodyPr>
              <a:lstStyle/>
              <a:p>
                <a14:m>
                  <m:oMathPara xmlns:m="http://schemas.openxmlformats.org/officeDocument/2006/math">
                    <m:oMathParaPr>
                      <m:jc m:val="left"/>
                    </m:oMathParaPr>
                    <m:oMath xmlns:m="http://schemas.openxmlformats.org/officeDocument/2006/math">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f>
                        <m:fPr>
                          <m:ctrlPr>
                            <a:rPr kumimoji="1" lang="zh-CN" altLang="en-US" sz="2200" i="1">
                              <a:solidFill>
                                <a:schemeClr val="tx1">
                                  <a:lumMod val="95000"/>
                                  <a:lumOff val="5000"/>
                                </a:schemeClr>
                              </a:solidFill>
                              <a:latin typeface="Cambria Math" panose="02040503050406030204" charset="0"/>
                              <a:ea typeface="黑体" panose="02010609060101010101" pitchFamily="49" charset="-122"/>
                            </a:rPr>
                          </m:ctrlPr>
                        </m:fPr>
                        <m:num>
                          <m:r>
                            <m:rPr>
                              <m:sty m:val="p"/>
                            </m:rPr>
                            <a:rPr kumimoji="1" lang="zh-CN" altLang="en-US" sz="2200">
                              <a:solidFill>
                                <a:schemeClr val="tx1">
                                  <a:lumMod val="95000"/>
                                  <a:lumOff val="5000"/>
                                </a:schemeClr>
                              </a:solidFill>
                              <a:latin typeface="Cambria Math" panose="02040503050406030204" charset="0"/>
                              <a:ea typeface="黑体" panose="02010609060101010101" pitchFamily="49" charset="-122"/>
                            </a:rPr>
                            <m:t>Δ</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𝑥</m:t>
                          </m:r>
                          <m:r>
                            <m:rPr>
                              <m:sty m:val="p"/>
                            </m:rPr>
                            <a:rPr kumimoji="1" lang="zh-CN" altLang="en-US" sz="2200">
                              <a:solidFill>
                                <a:schemeClr val="tx1">
                                  <a:lumMod val="95000"/>
                                  <a:lumOff val="5000"/>
                                </a:schemeClr>
                              </a:solidFill>
                              <a:latin typeface="Cambria Math" panose="02040503050406030204" charset="0"/>
                              <a:ea typeface="黑体" panose="02010609060101010101" pitchFamily="49" charset="-122"/>
                            </a:rPr>
                            <m:t>Δ</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𝑦</m:t>
                          </m:r>
                        </m:num>
                        <m:den>
                          <m:rad>
                            <m:radPr>
                              <m:degHide m:val="on"/>
                              <m:ctrlPr>
                                <a:rPr kumimoji="1" lang="zh-CN" altLang="en-US" sz="2200" i="1">
                                  <a:solidFill>
                                    <a:schemeClr val="tx1">
                                      <a:lumMod val="95000"/>
                                      <a:lumOff val="5000"/>
                                    </a:schemeClr>
                                  </a:solidFill>
                                  <a:latin typeface="Cambria Math" panose="02040503050406030204" charset="0"/>
                                  <a:ea typeface="黑体" panose="02010609060101010101" pitchFamily="49" charset="-122"/>
                                </a:rPr>
                              </m:ctrlPr>
                            </m:radPr>
                            <m:deg/>
                            <m:e>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m:rPr>
                                  <m:sty m:val="p"/>
                                </m:rPr>
                                <a:rPr kumimoji="1" lang="zh-CN" altLang="en-US" sz="2200">
                                  <a:solidFill>
                                    <a:schemeClr val="tx1">
                                      <a:lumMod val="95000"/>
                                      <a:lumOff val="5000"/>
                                    </a:schemeClr>
                                  </a:solidFill>
                                  <a:latin typeface="Cambria Math" panose="02040503050406030204" charset="0"/>
                                  <a:ea typeface="黑体" panose="02010609060101010101" pitchFamily="49" charset="-122"/>
                                </a:rPr>
                                <m:t>Δ</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𝑥</m:t>
                              </m:r>
                              <m:sSup>
                                <m:sSupPr>
                                  <m:ctrlPr>
                                    <a:rPr kumimoji="1" lang="zh-CN" altLang="en-US" sz="2200" i="1">
                                      <a:solidFill>
                                        <a:schemeClr val="tx1">
                                          <a:lumMod val="95000"/>
                                          <a:lumOff val="5000"/>
                                        </a:schemeClr>
                                      </a:solidFill>
                                      <a:latin typeface="Cambria Math" panose="02040503050406030204" charset="0"/>
                                      <a:ea typeface="黑体" panose="02010609060101010101" pitchFamily="49" charset="-122"/>
                                    </a:rPr>
                                  </m:ctrlPr>
                                </m:sSupPr>
                                <m:e>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e>
                                <m:sup>
                                  <m:r>
                                    <a:rPr kumimoji="1" lang="zh-CN" altLang="en-US" sz="2200">
                                      <a:solidFill>
                                        <a:schemeClr val="tx1">
                                          <a:lumMod val="95000"/>
                                          <a:lumOff val="5000"/>
                                        </a:schemeClr>
                                      </a:solidFill>
                                      <a:latin typeface="Cambria Math" panose="02040503050406030204" charset="0"/>
                                      <a:ea typeface="黑体" panose="02010609060101010101" pitchFamily="49" charset="-122"/>
                                    </a:rPr>
                                    <m:t>2</m:t>
                                  </m:r>
                                </m:sup>
                              </m:sSup>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m:rPr>
                                  <m:sty m:val="p"/>
                                </m:rPr>
                                <a:rPr kumimoji="1" lang="zh-CN" altLang="en-US" sz="2200">
                                  <a:solidFill>
                                    <a:schemeClr val="tx1">
                                      <a:lumMod val="95000"/>
                                      <a:lumOff val="5000"/>
                                    </a:schemeClr>
                                  </a:solidFill>
                                  <a:latin typeface="Cambria Math" panose="02040503050406030204" charset="0"/>
                                  <a:ea typeface="黑体" panose="02010609060101010101" pitchFamily="49" charset="-122"/>
                                </a:rPr>
                                <m:t>Δ</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𝑦</m:t>
                              </m:r>
                              <m:sSup>
                                <m:sSupPr>
                                  <m:ctrlPr>
                                    <a:rPr kumimoji="1" lang="zh-CN" altLang="en-US" sz="2200" i="1">
                                      <a:solidFill>
                                        <a:schemeClr val="tx1">
                                          <a:lumMod val="95000"/>
                                          <a:lumOff val="5000"/>
                                        </a:schemeClr>
                                      </a:solidFill>
                                      <a:latin typeface="Cambria Math" panose="02040503050406030204" charset="0"/>
                                      <a:ea typeface="黑体" panose="02010609060101010101" pitchFamily="49" charset="-122"/>
                                    </a:rPr>
                                  </m:ctrlPr>
                                </m:sSupPr>
                                <m:e>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e>
                                <m:sup>
                                  <m:r>
                                    <a:rPr kumimoji="1" lang="zh-CN" altLang="en-US" sz="2200">
                                      <a:solidFill>
                                        <a:schemeClr val="tx1">
                                          <a:lumMod val="95000"/>
                                          <a:lumOff val="5000"/>
                                        </a:schemeClr>
                                      </a:solidFill>
                                      <a:latin typeface="Cambria Math" panose="02040503050406030204" charset="0"/>
                                      <a:ea typeface="黑体" panose="02010609060101010101" pitchFamily="49" charset="-122"/>
                                    </a:rPr>
                                    <m:t>2</m:t>
                                  </m:r>
                                </m:sup>
                              </m:sSup>
                            </m:e>
                          </m:rad>
                        </m:den>
                      </m:f>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oMath>
                  </m:oMathPara>
                </a14:m>
                <a:endParaRPr kumimoji="1" lang="zh-CN" altLang="en-US" sz="2200" dirty="0">
                  <a:solidFill>
                    <a:schemeClr val="tx1">
                      <a:lumMod val="95000"/>
                      <a:lumOff val="5000"/>
                    </a:schemeClr>
                  </a:solidFill>
                  <a:latin typeface="Cambria Math" panose="02040503050406030204" charset="0"/>
                  <a:ea typeface="黑体" panose="02010609060101010101" pitchFamily="49" charset="-122"/>
                </a:endParaRPr>
              </a:p>
            </p:txBody>
          </p:sp>
        </mc:Choice>
        <mc:Fallback>
          <p:sp>
            <p:nvSpPr>
              <p:cNvPr id="8" name="Object 18"/>
              <p:cNvSpPr txBox="1">
                <a:spLocks noRot="1" noChangeAspect="1" noMove="1" noResize="1" noEditPoints="1" noAdjustHandles="1" noChangeArrowheads="1" noChangeShapeType="1" noTextEdit="1"/>
              </p:cNvSpPr>
              <p:nvPr/>
            </p:nvSpPr>
            <p:spPr bwMode="auto">
              <a:xfrm>
                <a:off x="6101312" y="3242246"/>
                <a:ext cx="2455538" cy="891073"/>
              </a:xfrm>
              <a:prstGeom prst="rect">
                <a:avLst/>
              </a:prstGeom>
              <a:blipFill rotWithShape="1">
                <a:blip r:embed="rId5"/>
                <a:stretch>
                  <a:fillRect l="-9" t="-64" r="9" b="12"/>
                </a:stretch>
              </a:blipFill>
              <a:ln>
                <a:noFill/>
              </a:ln>
              <a:effectLst/>
            </p:spPr>
            <p:txBody>
              <a:bodyPr/>
              <a:lstStyle/>
              <a:p>
                <a:r>
                  <a:rPr lang="zh-CN" altLang="en-US">
                    <a:noFill/>
                  </a:rPr>
                  <a:t> </a:t>
                </a:r>
              </a:p>
            </p:txBody>
          </p:sp>
        </mc:Fallback>
      </mc:AlternateContent>
      <p:sp>
        <p:nvSpPr>
          <p:cNvPr id="9" name="Text Box 221"/>
          <p:cNvSpPr txBox="1">
            <a:spLocks noChangeArrowheads="1"/>
          </p:cNvSpPr>
          <p:nvPr/>
        </p:nvSpPr>
        <p:spPr bwMode="auto">
          <a:xfrm>
            <a:off x="1423349" y="2689972"/>
            <a:ext cx="991462" cy="52322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square">
            <a:spAutoFit/>
          </a:bodyPr>
          <a:lstStyle/>
          <a:p>
            <a:pPr>
              <a:spcBef>
                <a:spcPct val="50000"/>
              </a:spcBef>
              <a:defRPr/>
            </a:pPr>
            <a:r>
              <a:rPr kumimoji="1" lang="zh-CN" altLang="en-US" sz="2800" b="1" kern="0" dirty="0">
                <a:solidFill>
                  <a:srgbClr val="04926A"/>
                </a:solidFill>
                <a:latin typeface="微软雅黑" panose="020B0503020204020204" pitchFamily="34" charset="-122"/>
                <a:ea typeface="微软雅黑" panose="020B0503020204020204" pitchFamily="34" charset="-122"/>
                <a:cs typeface="微软雅黑" panose="020B0503020204020204" pitchFamily="34" charset="-122"/>
              </a:rPr>
              <a:t>证明</a:t>
            </a:r>
            <a:endParaRPr kumimoji="1" lang="zh-CN" altLang="en-US" sz="2800" b="1" kern="0" dirty="0">
              <a:solidFill>
                <a:srgbClr val="04926A"/>
              </a:solidFill>
              <a:latin typeface="微软雅黑" panose="020B0503020204020204" pitchFamily="34" charset="-122"/>
              <a:ea typeface="微软雅黑" panose="020B0503020204020204" pitchFamily="34" charset="-122"/>
              <a:cs typeface="微软雅黑" panose="020B0503020204020204" pitchFamily="34" charset="-122"/>
            </a:endParaRPr>
          </a:p>
        </p:txBody>
      </p:sp>
      <mc:AlternateContent xmlns:mc="http://schemas.openxmlformats.org/markup-compatibility/2006">
        <mc:Choice xmlns:a14="http://schemas.microsoft.com/office/drawing/2010/main" Requires="a14">
          <p:sp>
            <p:nvSpPr>
              <p:cNvPr id="10" name="对象 9"/>
              <p:cNvSpPr txBox="1"/>
              <p:nvPr/>
            </p:nvSpPr>
            <p:spPr>
              <a:xfrm>
                <a:off x="2201348" y="5402111"/>
                <a:ext cx="5376672" cy="482600"/>
              </a:xfrm>
              <a:prstGeom prst="rect">
                <a:avLst/>
              </a:prstGeom>
            </p:spPr>
            <p:txBody>
              <a:bodyPr>
                <a:normAutofit/>
              </a:bodyPr>
              <a:lstStyle/>
              <a:p>
                <a14:m>
                  <m:oMathPara xmlns:m="http://schemas.openxmlformats.org/officeDocument/2006/math">
                    <m:oMathParaPr>
                      <m:jc m:val="left"/>
                    </m:oMathParaPr>
                    <m:oMath xmlns:m="http://schemas.openxmlformats.org/officeDocument/2006/math">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m:rPr>
                          <m:sty m:val="p"/>
                        </m:rPr>
                        <a:rPr kumimoji="1" lang="zh-CN" altLang="en-US" sz="2200">
                          <a:solidFill>
                            <a:schemeClr val="tx1">
                              <a:lumMod val="95000"/>
                              <a:lumOff val="5000"/>
                            </a:schemeClr>
                          </a:solidFill>
                          <a:latin typeface="Cambria Math" panose="02040503050406030204" charset="0"/>
                          <a:ea typeface="黑体" panose="02010609060101010101" pitchFamily="49" charset="-122"/>
                        </a:rPr>
                        <m:t>Δ</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𝑧</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sSub>
                        <m:sSubPr>
                          <m:ctrlPr>
                            <a:rPr kumimoji="1" lang="zh-CN" altLang="en-US" sz="2200" i="1">
                              <a:solidFill>
                                <a:schemeClr val="tx1">
                                  <a:lumMod val="95000"/>
                                  <a:lumOff val="5000"/>
                                </a:schemeClr>
                              </a:solidFill>
                              <a:latin typeface="Cambria Math" panose="02040503050406030204" charset="0"/>
                              <a:ea typeface="黑体" panose="02010609060101010101" pitchFamily="49" charset="-122"/>
                            </a:rPr>
                          </m:ctrlPr>
                        </m:sSubPr>
                        <m:e>
                          <m:r>
                            <a:rPr kumimoji="1" lang="zh-CN" altLang="en-US" sz="2200">
                              <a:solidFill>
                                <a:schemeClr val="tx1">
                                  <a:lumMod val="95000"/>
                                  <a:lumOff val="5000"/>
                                </a:schemeClr>
                              </a:solidFill>
                              <a:latin typeface="Cambria Math" panose="02040503050406030204" charset="0"/>
                              <a:ea typeface="黑体" panose="02010609060101010101" pitchFamily="49" charset="-122"/>
                            </a:rPr>
                            <m:t>𝑓</m:t>
                          </m:r>
                        </m:e>
                        <m:sub>
                          <m:r>
                            <a:rPr kumimoji="1" lang="zh-CN" altLang="en-US" sz="2200">
                              <a:solidFill>
                                <a:schemeClr val="tx1">
                                  <a:lumMod val="95000"/>
                                  <a:lumOff val="5000"/>
                                </a:schemeClr>
                              </a:solidFill>
                              <a:latin typeface="Cambria Math" panose="02040503050406030204" charset="0"/>
                              <a:ea typeface="黑体" panose="02010609060101010101" pitchFamily="49" charset="-122"/>
                            </a:rPr>
                            <m:t>𝑥</m:t>
                          </m:r>
                        </m:sub>
                      </m:sSub>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rPr>
                        <m:t>0</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rPr>
                        <m:t>0</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m:rPr>
                          <m:sty m:val="p"/>
                        </m:rPr>
                        <a:rPr kumimoji="1" lang="zh-CN" altLang="en-US" sz="2200">
                          <a:solidFill>
                            <a:schemeClr val="tx1">
                              <a:lumMod val="95000"/>
                              <a:lumOff val="5000"/>
                            </a:schemeClr>
                          </a:solidFill>
                          <a:latin typeface="Cambria Math" panose="02040503050406030204" charset="0"/>
                          <a:ea typeface="黑体" panose="02010609060101010101" pitchFamily="49" charset="-122"/>
                        </a:rPr>
                        <m:t>Δ</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𝑥</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sSub>
                        <m:sSubPr>
                          <m:ctrlPr>
                            <a:rPr kumimoji="1" lang="zh-CN" altLang="en-US" sz="2200" i="1">
                              <a:solidFill>
                                <a:schemeClr val="tx1">
                                  <a:lumMod val="95000"/>
                                  <a:lumOff val="5000"/>
                                </a:schemeClr>
                              </a:solidFill>
                              <a:latin typeface="Cambria Math" panose="02040503050406030204" charset="0"/>
                              <a:ea typeface="黑体" panose="02010609060101010101" pitchFamily="49" charset="-122"/>
                            </a:rPr>
                          </m:ctrlPr>
                        </m:sSubPr>
                        <m:e>
                          <m:r>
                            <a:rPr kumimoji="1" lang="zh-CN" altLang="en-US" sz="2200">
                              <a:solidFill>
                                <a:schemeClr val="tx1">
                                  <a:lumMod val="95000"/>
                                  <a:lumOff val="5000"/>
                                </a:schemeClr>
                              </a:solidFill>
                              <a:latin typeface="Cambria Math" panose="02040503050406030204" charset="0"/>
                              <a:ea typeface="黑体" panose="02010609060101010101" pitchFamily="49" charset="-122"/>
                            </a:rPr>
                            <m:t>𝑓</m:t>
                          </m:r>
                        </m:e>
                        <m:sub>
                          <m:r>
                            <a:rPr kumimoji="1" lang="zh-CN" altLang="en-US" sz="2200">
                              <a:solidFill>
                                <a:schemeClr val="tx1">
                                  <a:lumMod val="95000"/>
                                  <a:lumOff val="5000"/>
                                </a:schemeClr>
                              </a:solidFill>
                              <a:latin typeface="Cambria Math" panose="02040503050406030204" charset="0"/>
                              <a:ea typeface="黑体" panose="02010609060101010101" pitchFamily="49" charset="-122"/>
                            </a:rPr>
                            <m:t>𝑦</m:t>
                          </m:r>
                        </m:sub>
                      </m:sSub>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rPr>
                        <m:t>0</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rPr>
                        <m:t>0</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m:rPr>
                          <m:sty m:val="p"/>
                        </m:rPr>
                        <a:rPr kumimoji="1" lang="zh-CN" altLang="en-US" sz="2200">
                          <a:solidFill>
                            <a:schemeClr val="tx1">
                              <a:lumMod val="95000"/>
                              <a:lumOff val="5000"/>
                            </a:schemeClr>
                          </a:solidFill>
                          <a:latin typeface="Cambria Math" panose="02040503050406030204" charset="0"/>
                          <a:ea typeface="黑体" panose="02010609060101010101" pitchFamily="49" charset="-122"/>
                        </a:rPr>
                        <m:t>Δ</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𝑦</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𝑜</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𝜌</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oMath>
                  </m:oMathPara>
                </a14:m>
                <a:endParaRPr kumimoji="1" lang="zh-CN" altLang="en-US" sz="2200" dirty="0">
                  <a:solidFill>
                    <a:schemeClr val="tx1">
                      <a:lumMod val="95000"/>
                      <a:lumOff val="5000"/>
                    </a:schemeClr>
                  </a:solidFill>
                  <a:latin typeface="Cambria Math" panose="02040503050406030204" charset="0"/>
                  <a:ea typeface="黑体" panose="02010609060101010101" pitchFamily="49" charset="-122"/>
                </a:endParaRPr>
              </a:p>
            </p:txBody>
          </p:sp>
        </mc:Choice>
        <mc:Fallback>
          <p:sp>
            <p:nvSpPr>
              <p:cNvPr id="10" name="对象 9"/>
              <p:cNvSpPr txBox="1">
                <a:spLocks noRot="1" noChangeAspect="1" noMove="1" noResize="1" noEditPoints="1" noAdjustHandles="1" noChangeArrowheads="1" noChangeShapeType="1" noTextEdit="1"/>
              </p:cNvSpPr>
              <p:nvPr/>
            </p:nvSpPr>
            <p:spPr>
              <a:xfrm>
                <a:off x="2201348" y="5402111"/>
                <a:ext cx="5376672" cy="482600"/>
              </a:xfrm>
              <a:prstGeom prst="rect">
                <a:avLst/>
              </a:prstGeom>
              <a:blipFill rotWithShape="1">
                <a:blip r:embed="rId6"/>
                <a:stretch>
                  <a:fillRect l="-8" t="-34" r="11" b="34"/>
                </a:stretch>
              </a:blipFill>
            </p:spPr>
            <p:txBody>
              <a:bodyPr/>
              <a:lstStyle/>
              <a:p>
                <a:r>
                  <a:rPr lang="zh-CN" altLang="en-US">
                    <a:noFill/>
                  </a:rPr>
                  <a:t> </a:t>
                </a:r>
              </a:p>
            </p:txBody>
          </p:sp>
        </mc:Fallback>
      </mc:AlternateContent>
      <p:sp>
        <p:nvSpPr>
          <p:cNvPr id="11" name="Text Box 12"/>
          <p:cNvSpPr txBox="1">
            <a:spLocks noChangeArrowheads="1"/>
          </p:cNvSpPr>
          <p:nvPr/>
        </p:nvSpPr>
        <p:spPr bwMode="auto">
          <a:xfrm>
            <a:off x="6101715" y="2727960"/>
            <a:ext cx="4319270" cy="429895"/>
          </a:xfrm>
          <a:prstGeom prst="rect">
            <a:avLst/>
          </a:prstGeom>
          <a:solidFill>
            <a:srgbClr val="04926A">
              <a:alpha val="20000"/>
            </a:srgbClr>
          </a:solidFill>
          <a:ln>
            <a:noFill/>
          </a:ln>
        </p:spPr>
        <p:txBody>
          <a:bodyPr wrap="square">
            <a:spAutoFit/>
          </a:bodyPr>
          <a:lstStyle/>
          <a:p>
            <a:pPr marR="0" lvl="0" indent="0" fontAlgn="base">
              <a:lnSpc>
                <a:spcPct val="100000"/>
              </a:lnSpc>
              <a:spcBef>
                <a:spcPct val="50000"/>
              </a:spcBef>
              <a:spcAft>
                <a:spcPct val="0"/>
              </a:spcAft>
              <a:buClrTx/>
              <a:buSzTx/>
              <a:buFontTx/>
              <a:buNone/>
              <a:defRPr/>
            </a:pPr>
            <a:r>
              <a:rPr kumimoji="1" lang="zh-CN" altLang="en-US" sz="2200" dirty="0">
                <a:solidFill>
                  <a:schemeClr val="tx1">
                    <a:lumMod val="95000"/>
                    <a:lumOff val="5000"/>
                  </a:schemeClr>
                </a:solidFill>
                <a:latin typeface="Cambria Math" panose="02040503050406030204" charset="0"/>
                <a:ea typeface="黑体" panose="02010609060101010101" pitchFamily="49" charset="-122"/>
                <a:sym typeface="+mn-lt"/>
              </a:rPr>
              <a:t>即在点 </a:t>
            </a:r>
            <a:r>
              <a:rPr kumimoji="1" lang="en-US" altLang="zh-CN" sz="2200" dirty="0">
                <a:solidFill>
                  <a:schemeClr val="tx1">
                    <a:lumMod val="95000"/>
                    <a:lumOff val="5000"/>
                  </a:schemeClr>
                </a:solidFill>
                <a:latin typeface="Cambria Math" panose="02040503050406030204" charset="0"/>
                <a:ea typeface="黑体" panose="02010609060101010101" pitchFamily="49" charset="-122"/>
                <a:sym typeface="+mn-lt"/>
              </a:rPr>
              <a:t>(0,0)</a:t>
            </a:r>
            <a:r>
              <a:rPr kumimoji="1" lang="zh-CN" altLang="en-US" sz="2200" dirty="0">
                <a:solidFill>
                  <a:schemeClr val="tx1">
                    <a:lumMod val="95000"/>
                    <a:lumOff val="5000"/>
                  </a:schemeClr>
                </a:solidFill>
                <a:latin typeface="Cambria Math" panose="02040503050406030204" charset="0"/>
                <a:ea typeface="黑体" panose="02010609060101010101" pitchFamily="49" charset="-122"/>
                <a:sym typeface="+mn-lt"/>
              </a:rPr>
              <a:t>两个</a:t>
            </a:r>
            <a:r>
              <a:rPr kumimoji="1" lang="zh-CN" altLang="en-US" sz="2200" b="1" dirty="0">
                <a:solidFill>
                  <a:srgbClr val="04926A"/>
                </a:solidFill>
                <a:latin typeface="Cambria Math" panose="02040503050406030204" charset="0"/>
                <a:ea typeface="黑体" panose="02010609060101010101" pitchFamily="49" charset="-122"/>
                <a:sym typeface="+mn-lt"/>
              </a:rPr>
              <a:t>偏导数存在</a:t>
            </a:r>
            <a:r>
              <a:rPr kumimoji="1" lang="en-US" altLang="zh-CN" sz="2200" dirty="0">
                <a:solidFill>
                  <a:schemeClr val="tx1">
                    <a:lumMod val="95000"/>
                    <a:lumOff val="5000"/>
                  </a:schemeClr>
                </a:solidFill>
                <a:latin typeface="Cambria Math" panose="02040503050406030204" charset="0"/>
                <a:ea typeface="黑体" panose="02010609060101010101" pitchFamily="49" charset="-122"/>
                <a:sym typeface="+mn-lt"/>
              </a:rPr>
              <a:t>.</a:t>
            </a:r>
            <a:endParaRPr kumimoji="1" lang="en-US" altLang="zh-CN" sz="2200" dirty="0">
              <a:solidFill>
                <a:schemeClr val="tx1">
                  <a:lumMod val="95000"/>
                  <a:lumOff val="5000"/>
                </a:schemeClr>
              </a:solidFill>
              <a:latin typeface="Cambria Math" panose="02040503050406030204" charset="0"/>
              <a:ea typeface="黑体" panose="02010609060101010101" pitchFamily="49" charset="-122"/>
              <a:sym typeface="+mn-lt"/>
            </a:endParaRPr>
          </a:p>
        </p:txBody>
      </p:sp>
      <p:sp>
        <p:nvSpPr>
          <p:cNvPr id="12" name="Line 33"/>
          <p:cNvSpPr>
            <a:spLocks noChangeShapeType="1"/>
          </p:cNvSpPr>
          <p:nvPr/>
        </p:nvSpPr>
        <p:spPr bwMode="auto">
          <a:xfrm flipV="1">
            <a:off x="1550425" y="2356389"/>
            <a:ext cx="9091150" cy="35425"/>
          </a:xfrm>
          <a:prstGeom prst="line">
            <a:avLst/>
          </a:prstGeom>
          <a:noFill/>
          <a:ln w="19050">
            <a:solidFill>
              <a:srgbClr val="04926A"/>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mc:AlternateContent xmlns:mc="http://schemas.openxmlformats.org/markup-compatibility/2006">
        <mc:Choice xmlns:a14="http://schemas.microsoft.com/office/drawing/2010/main" Requires="a14">
          <p:sp>
            <p:nvSpPr>
              <p:cNvPr id="13" name="对象 12"/>
              <p:cNvSpPr txBox="1"/>
              <p:nvPr/>
            </p:nvSpPr>
            <p:spPr>
              <a:xfrm>
                <a:off x="3539301" y="858618"/>
                <a:ext cx="4656199" cy="1314709"/>
              </a:xfrm>
              <a:prstGeom prst="rect">
                <a:avLst/>
              </a:prstGeom>
            </p:spPr>
            <p:txBody>
              <a:bodyPr>
                <a:noAutofit/>
              </a:bodyPr>
              <a:lstStyle/>
              <a:p>
                <a14:m>
                  <m:oMathPara xmlns:m="http://schemas.openxmlformats.org/officeDocument/2006/math">
                    <m:oMathParaPr>
                      <m:jc m:val="left"/>
                    </m:oMathParaPr>
                    <m:oMath xmlns:m="http://schemas.openxmlformats.org/officeDocument/2006/math">
                      <m:r>
                        <a:rPr kumimoji="1" lang="zh-CN" altLang="en-US" sz="2200" smtClean="0">
                          <a:solidFill>
                            <a:schemeClr val="tx1">
                              <a:lumMod val="95000"/>
                              <a:lumOff val="5000"/>
                            </a:schemeClr>
                          </a:solidFill>
                          <a:latin typeface="Cambria Math" panose="02040503050406030204" charset="0"/>
                          <a:ea typeface="黑体" panose="02010609060101010101" pitchFamily="49" charset="-122"/>
                        </a:rPr>
                        <m:t>𝑓</m:t>
                      </m:r>
                      <m:r>
                        <a:rPr kumimoji="1" lang="zh-CN" altLang="en-US" sz="2200" smtClean="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smtClean="0">
                          <a:solidFill>
                            <a:schemeClr val="tx1">
                              <a:lumMod val="95000"/>
                              <a:lumOff val="5000"/>
                            </a:schemeClr>
                          </a:solidFill>
                          <a:latin typeface="Cambria Math" panose="02040503050406030204" charset="0"/>
                          <a:ea typeface="黑体" panose="02010609060101010101" pitchFamily="49" charset="-122"/>
                        </a:rPr>
                        <m:t>𝑥</m:t>
                      </m:r>
                      <m:r>
                        <a:rPr kumimoji="1" lang="zh-CN" altLang="en-US" sz="2200" smtClean="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smtClean="0">
                          <a:solidFill>
                            <a:schemeClr val="tx1">
                              <a:lumMod val="95000"/>
                              <a:lumOff val="5000"/>
                            </a:schemeClr>
                          </a:solidFill>
                          <a:latin typeface="Cambria Math" panose="02040503050406030204" charset="0"/>
                          <a:ea typeface="黑体" panose="02010609060101010101" pitchFamily="49" charset="-122"/>
                        </a:rPr>
                        <m:t>𝑦</m:t>
                      </m:r>
                      <m:r>
                        <a:rPr kumimoji="1" lang="zh-CN" altLang="en-US" sz="2200" smtClean="0">
                          <a:solidFill>
                            <a:schemeClr val="tx1">
                              <a:lumMod val="95000"/>
                              <a:lumOff val="5000"/>
                            </a:schemeClr>
                          </a:solidFill>
                          <a:latin typeface="Cambria Math" panose="02040503050406030204" charset="0"/>
                          <a:ea typeface="黑体" panose="02010609060101010101" pitchFamily="49" charset="-122"/>
                        </a:rPr>
                        <m:t>)=</m:t>
                      </m:r>
                      <m:d>
                        <m:dPr>
                          <m:begChr m:val="{"/>
                          <m:endChr m:val=""/>
                          <m:ctrlPr>
                            <a:rPr kumimoji="1" lang="zh-CN" altLang="en-US" sz="2200" i="1">
                              <a:solidFill>
                                <a:schemeClr val="tx1">
                                  <a:lumMod val="95000"/>
                                  <a:lumOff val="5000"/>
                                </a:schemeClr>
                              </a:solidFill>
                              <a:latin typeface="Cambria Math" panose="02040503050406030204" charset="0"/>
                              <a:ea typeface="黑体" panose="02010609060101010101" pitchFamily="49" charset="-122"/>
                            </a:rPr>
                          </m:ctrlPr>
                        </m:dPr>
                        <m:e>
                          <m:eqArr>
                            <m:eqArrPr>
                              <m:ctrlPr>
                                <a:rPr kumimoji="1" lang="zh-CN" altLang="en-US" sz="2200" i="1">
                                  <a:solidFill>
                                    <a:schemeClr val="tx1">
                                      <a:lumMod val="95000"/>
                                      <a:lumOff val="5000"/>
                                    </a:schemeClr>
                                  </a:solidFill>
                                  <a:latin typeface="Cambria Math" panose="02040503050406030204" charset="0"/>
                                  <a:ea typeface="黑体" panose="02010609060101010101" pitchFamily="49" charset="-122"/>
                                </a:rPr>
                              </m:ctrlPr>
                            </m:eqArrPr>
                            <m:e>
                              <m:r>
                                <a:rPr kumimoji="1" lang="zh-CN" altLang="en-US" sz="2200">
                                  <a:solidFill>
                                    <a:schemeClr val="tx1">
                                      <a:lumMod val="95000"/>
                                      <a:lumOff val="5000"/>
                                    </a:schemeClr>
                                  </a:solidFill>
                                  <a:latin typeface="Cambria Math" panose="02040503050406030204" charset="0"/>
                                  <a:ea typeface="黑体" panose="02010609060101010101" pitchFamily="49" charset="-122"/>
                                </a:rPr>
                                <m:t>&amp;</m:t>
                              </m:r>
                              <m:f>
                                <m:fPr>
                                  <m:ctrlPr>
                                    <a:rPr kumimoji="1" lang="zh-CN" altLang="en-US" sz="2200" i="1">
                                      <a:solidFill>
                                        <a:schemeClr val="tx1">
                                          <a:lumMod val="95000"/>
                                          <a:lumOff val="5000"/>
                                        </a:schemeClr>
                                      </a:solidFill>
                                      <a:latin typeface="Cambria Math" panose="02040503050406030204" charset="0"/>
                                      <a:ea typeface="黑体" panose="02010609060101010101" pitchFamily="49" charset="-122"/>
                                    </a:rPr>
                                  </m:ctrlPr>
                                </m:fPr>
                                <m:num>
                                  <m:r>
                                    <a:rPr kumimoji="1" lang="zh-CN" altLang="en-US" sz="2200">
                                      <a:solidFill>
                                        <a:schemeClr val="tx1">
                                          <a:lumMod val="95000"/>
                                          <a:lumOff val="5000"/>
                                        </a:schemeClr>
                                      </a:solidFill>
                                      <a:latin typeface="Cambria Math" panose="02040503050406030204" charset="0"/>
                                      <a:ea typeface="黑体" panose="02010609060101010101" pitchFamily="49" charset="-122"/>
                                    </a:rPr>
                                    <m:t>𝑥</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𝑦</m:t>
                                  </m:r>
                                </m:num>
                                <m:den>
                                  <m:rad>
                                    <m:radPr>
                                      <m:degHide m:val="on"/>
                                      <m:ctrlPr>
                                        <a:rPr kumimoji="1" lang="zh-CN" altLang="en-US" sz="2200" i="1">
                                          <a:solidFill>
                                            <a:schemeClr val="tx1">
                                              <a:lumMod val="95000"/>
                                              <a:lumOff val="5000"/>
                                            </a:schemeClr>
                                          </a:solidFill>
                                          <a:latin typeface="Cambria Math" panose="02040503050406030204" charset="0"/>
                                          <a:ea typeface="黑体" panose="02010609060101010101" pitchFamily="49" charset="-122"/>
                                        </a:rPr>
                                      </m:ctrlPr>
                                    </m:radPr>
                                    <m:deg/>
                                    <m:e>
                                      <m:sSup>
                                        <m:sSupPr>
                                          <m:ctrlPr>
                                            <a:rPr kumimoji="1" lang="zh-CN" altLang="en-US" sz="2200" i="1">
                                              <a:solidFill>
                                                <a:schemeClr val="tx1">
                                                  <a:lumMod val="95000"/>
                                                  <a:lumOff val="5000"/>
                                                </a:schemeClr>
                                              </a:solidFill>
                                              <a:latin typeface="Cambria Math" panose="02040503050406030204" charset="0"/>
                                              <a:ea typeface="黑体" panose="02010609060101010101" pitchFamily="49" charset="-122"/>
                                            </a:rPr>
                                          </m:ctrlPr>
                                        </m:sSupPr>
                                        <m:e>
                                          <m:r>
                                            <a:rPr kumimoji="1" lang="zh-CN" altLang="en-US" sz="2200">
                                              <a:solidFill>
                                                <a:schemeClr val="tx1">
                                                  <a:lumMod val="95000"/>
                                                  <a:lumOff val="5000"/>
                                                </a:schemeClr>
                                              </a:solidFill>
                                              <a:latin typeface="Cambria Math" panose="02040503050406030204" charset="0"/>
                                              <a:ea typeface="黑体" panose="02010609060101010101" pitchFamily="49" charset="-122"/>
                                            </a:rPr>
                                            <m:t>𝑥</m:t>
                                          </m:r>
                                        </m:e>
                                        <m:sup>
                                          <m:r>
                                            <a:rPr kumimoji="1" lang="zh-CN" altLang="en-US" sz="2200">
                                              <a:solidFill>
                                                <a:schemeClr val="tx1">
                                                  <a:lumMod val="95000"/>
                                                  <a:lumOff val="5000"/>
                                                </a:schemeClr>
                                              </a:solidFill>
                                              <a:latin typeface="Cambria Math" panose="02040503050406030204" charset="0"/>
                                              <a:ea typeface="黑体" panose="02010609060101010101" pitchFamily="49" charset="-122"/>
                                            </a:rPr>
                                            <m:t>2</m:t>
                                          </m:r>
                                        </m:sup>
                                      </m:sSup>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sSup>
                                        <m:sSupPr>
                                          <m:ctrlPr>
                                            <a:rPr kumimoji="1" lang="zh-CN" altLang="en-US" sz="2200" i="1">
                                              <a:solidFill>
                                                <a:schemeClr val="tx1">
                                                  <a:lumMod val="95000"/>
                                                  <a:lumOff val="5000"/>
                                                </a:schemeClr>
                                              </a:solidFill>
                                              <a:latin typeface="Cambria Math" panose="02040503050406030204" charset="0"/>
                                              <a:ea typeface="黑体" panose="02010609060101010101" pitchFamily="49" charset="-122"/>
                                            </a:rPr>
                                          </m:ctrlPr>
                                        </m:sSupPr>
                                        <m:e>
                                          <m:r>
                                            <a:rPr kumimoji="1" lang="zh-CN" altLang="en-US" sz="2200">
                                              <a:solidFill>
                                                <a:schemeClr val="tx1">
                                                  <a:lumMod val="95000"/>
                                                  <a:lumOff val="5000"/>
                                                </a:schemeClr>
                                              </a:solidFill>
                                              <a:latin typeface="Cambria Math" panose="02040503050406030204" charset="0"/>
                                              <a:ea typeface="黑体" panose="02010609060101010101" pitchFamily="49" charset="-122"/>
                                            </a:rPr>
                                            <m:t>𝑦</m:t>
                                          </m:r>
                                        </m:e>
                                        <m:sup>
                                          <m:r>
                                            <a:rPr kumimoji="1" lang="zh-CN" altLang="en-US" sz="2200">
                                              <a:solidFill>
                                                <a:schemeClr val="tx1">
                                                  <a:lumMod val="95000"/>
                                                  <a:lumOff val="5000"/>
                                                </a:schemeClr>
                                              </a:solidFill>
                                              <a:latin typeface="Cambria Math" panose="02040503050406030204" charset="0"/>
                                              <a:ea typeface="黑体" panose="02010609060101010101" pitchFamily="49" charset="-122"/>
                                            </a:rPr>
                                            <m:t>2</m:t>
                                          </m:r>
                                        </m:sup>
                                      </m:sSup>
                                    </m:e>
                                  </m:rad>
                                </m:den>
                              </m:f>
                              <m:r>
                                <a:rPr kumimoji="1" lang="zh-CN" altLang="en-US" sz="2200">
                                  <a:solidFill>
                                    <a:schemeClr val="tx1">
                                      <a:lumMod val="95000"/>
                                      <a:lumOff val="5000"/>
                                    </a:schemeClr>
                                  </a:solidFill>
                                  <a:latin typeface="Cambria Math" panose="02040503050406030204" charset="0"/>
                                  <a:ea typeface="黑体" panose="02010609060101010101" pitchFamily="49" charset="-122"/>
                                </a:rPr>
                                <m:t>, </m:t>
                              </m:r>
                              <m:sSup>
                                <m:sSupPr>
                                  <m:ctrlPr>
                                    <a:rPr kumimoji="1" lang="zh-CN" altLang="en-US" sz="2200" i="1">
                                      <a:solidFill>
                                        <a:schemeClr val="tx1">
                                          <a:lumMod val="95000"/>
                                          <a:lumOff val="5000"/>
                                        </a:schemeClr>
                                      </a:solidFill>
                                      <a:latin typeface="Cambria Math" panose="02040503050406030204" charset="0"/>
                                      <a:ea typeface="黑体" panose="02010609060101010101" pitchFamily="49" charset="-122"/>
                                    </a:rPr>
                                  </m:ctrlPr>
                                </m:sSupPr>
                                <m:e>
                                  <m:r>
                                    <a:rPr kumimoji="1" lang="zh-CN" altLang="en-US" sz="2200">
                                      <a:solidFill>
                                        <a:schemeClr val="tx1">
                                          <a:lumMod val="95000"/>
                                          <a:lumOff val="5000"/>
                                        </a:schemeClr>
                                      </a:solidFill>
                                      <a:latin typeface="Cambria Math" panose="02040503050406030204" charset="0"/>
                                      <a:ea typeface="黑体" panose="02010609060101010101" pitchFamily="49" charset="-122"/>
                                    </a:rPr>
                                    <m:t>𝑥</m:t>
                                  </m:r>
                                </m:e>
                                <m:sup>
                                  <m:r>
                                    <a:rPr kumimoji="1" lang="zh-CN" altLang="en-US" sz="2200">
                                      <a:solidFill>
                                        <a:schemeClr val="tx1">
                                          <a:lumMod val="95000"/>
                                          <a:lumOff val="5000"/>
                                        </a:schemeClr>
                                      </a:solidFill>
                                      <a:latin typeface="Cambria Math" panose="02040503050406030204" charset="0"/>
                                      <a:ea typeface="黑体" panose="02010609060101010101" pitchFamily="49" charset="-122"/>
                                    </a:rPr>
                                    <m:t>2</m:t>
                                  </m:r>
                                </m:sup>
                              </m:sSup>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sSup>
                                <m:sSupPr>
                                  <m:ctrlPr>
                                    <a:rPr kumimoji="1" lang="zh-CN" altLang="en-US" sz="2200" i="1">
                                      <a:solidFill>
                                        <a:schemeClr val="tx1">
                                          <a:lumMod val="95000"/>
                                          <a:lumOff val="5000"/>
                                        </a:schemeClr>
                                      </a:solidFill>
                                      <a:latin typeface="Cambria Math" panose="02040503050406030204" charset="0"/>
                                      <a:ea typeface="黑体" panose="02010609060101010101" pitchFamily="49" charset="-122"/>
                                    </a:rPr>
                                  </m:ctrlPr>
                                </m:sSupPr>
                                <m:e>
                                  <m:r>
                                    <a:rPr kumimoji="1" lang="zh-CN" altLang="en-US" sz="2200">
                                      <a:solidFill>
                                        <a:schemeClr val="tx1">
                                          <a:lumMod val="95000"/>
                                          <a:lumOff val="5000"/>
                                        </a:schemeClr>
                                      </a:solidFill>
                                      <a:latin typeface="Cambria Math" panose="02040503050406030204" charset="0"/>
                                      <a:ea typeface="黑体" panose="02010609060101010101" pitchFamily="49" charset="-122"/>
                                    </a:rPr>
                                    <m:t>𝑦</m:t>
                                  </m:r>
                                </m:e>
                                <m:sup>
                                  <m:r>
                                    <a:rPr kumimoji="1" lang="zh-CN" altLang="en-US" sz="2200">
                                      <a:solidFill>
                                        <a:schemeClr val="tx1">
                                          <a:lumMod val="95000"/>
                                          <a:lumOff val="5000"/>
                                        </a:schemeClr>
                                      </a:solidFill>
                                      <a:latin typeface="Cambria Math" panose="02040503050406030204" charset="0"/>
                                      <a:ea typeface="黑体" panose="02010609060101010101" pitchFamily="49" charset="-122"/>
                                    </a:rPr>
                                    <m:t>2</m:t>
                                  </m:r>
                                </m:sup>
                              </m:sSup>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rPr>
                                <m:t>0</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e>
                            <m:e>
                              <m:r>
                                <a:rPr kumimoji="1" lang="zh-CN" altLang="en-US" sz="2200">
                                  <a:solidFill>
                                    <a:schemeClr val="tx1">
                                      <a:lumMod val="95000"/>
                                      <a:lumOff val="5000"/>
                                    </a:schemeClr>
                                  </a:solidFill>
                                  <a:latin typeface="Cambria Math" panose="02040503050406030204" charset="0"/>
                                  <a:ea typeface="黑体" panose="02010609060101010101" pitchFamily="49" charset="-122"/>
                                </a:rPr>
                                <m:t>&amp;</m:t>
                              </m:r>
                              <m:r>
                                <a:rPr kumimoji="1" lang="zh-CN" altLang="en-US" sz="2200">
                                  <a:solidFill>
                                    <a:schemeClr val="tx1">
                                      <a:lumMod val="95000"/>
                                      <a:lumOff val="5000"/>
                                    </a:schemeClr>
                                  </a:solidFill>
                                  <a:latin typeface="Cambria Math" panose="02040503050406030204" charset="0"/>
                                  <a:ea typeface="黑体" panose="02010609060101010101" pitchFamily="49" charset="-122"/>
                                </a:rPr>
                                <m:t>0</m:t>
                              </m:r>
                              <m:r>
                                <a:rPr kumimoji="1" lang="zh-CN" altLang="en-US" sz="2200">
                                  <a:solidFill>
                                    <a:schemeClr val="tx1">
                                      <a:lumMod val="95000"/>
                                      <a:lumOff val="5000"/>
                                    </a:schemeClr>
                                  </a:solidFill>
                                  <a:latin typeface="Cambria Math" panose="02040503050406030204" charset="0"/>
                                  <a:ea typeface="黑体" panose="02010609060101010101" pitchFamily="49" charset="-122"/>
                                </a:rPr>
                                <m:t>,  </m:t>
                              </m:r>
                              <m:r>
                                <a:rPr kumimoji="1" lang="en-US" altLang="zh-CN" sz="2200" b="0" i="0" smtClean="0">
                                  <a:solidFill>
                                    <a:schemeClr val="tx1">
                                      <a:lumMod val="95000"/>
                                      <a:lumOff val="5000"/>
                                    </a:schemeClr>
                                  </a:solidFill>
                                  <a:latin typeface="Cambria Math" panose="02040503050406030204" charset="0"/>
                                  <a:ea typeface="黑体" panose="02010609060101010101" pitchFamily="49" charset="-122"/>
                                </a:rPr>
                                <m:t>  </m:t>
                              </m:r>
                              <m:r>
                                <a:rPr kumimoji="1" lang="zh-CN" altLang="en-US" sz="2200">
                                  <a:solidFill>
                                    <a:schemeClr val="tx1">
                                      <a:lumMod val="95000"/>
                                      <a:lumOff val="5000"/>
                                    </a:schemeClr>
                                  </a:solidFill>
                                  <a:latin typeface="Cambria Math" panose="02040503050406030204" charset="0"/>
                                  <a:ea typeface="黑体" panose="02010609060101010101" pitchFamily="49" charset="-122"/>
                                </a:rPr>
                                <m:t>   </m:t>
                              </m:r>
                              <m:sSup>
                                <m:sSupPr>
                                  <m:ctrlPr>
                                    <a:rPr kumimoji="1" lang="zh-CN" altLang="en-US" sz="2200" i="1">
                                      <a:solidFill>
                                        <a:schemeClr val="tx1">
                                          <a:lumMod val="95000"/>
                                          <a:lumOff val="5000"/>
                                        </a:schemeClr>
                                      </a:solidFill>
                                      <a:latin typeface="Cambria Math" panose="02040503050406030204" charset="0"/>
                                      <a:ea typeface="黑体" panose="02010609060101010101" pitchFamily="49" charset="-122"/>
                                    </a:rPr>
                                  </m:ctrlPr>
                                </m:sSupPr>
                                <m:e>
                                  <m:r>
                                    <a:rPr kumimoji="1" lang="zh-CN" altLang="en-US" sz="2200">
                                      <a:solidFill>
                                        <a:schemeClr val="tx1">
                                          <a:lumMod val="95000"/>
                                          <a:lumOff val="5000"/>
                                        </a:schemeClr>
                                      </a:solidFill>
                                      <a:latin typeface="Cambria Math" panose="02040503050406030204" charset="0"/>
                                      <a:ea typeface="黑体" panose="02010609060101010101" pitchFamily="49" charset="-122"/>
                                    </a:rPr>
                                    <m:t>𝑥</m:t>
                                  </m:r>
                                </m:e>
                                <m:sup>
                                  <m:r>
                                    <a:rPr kumimoji="1" lang="zh-CN" altLang="en-US" sz="2200">
                                      <a:solidFill>
                                        <a:schemeClr val="tx1">
                                          <a:lumMod val="95000"/>
                                          <a:lumOff val="5000"/>
                                        </a:schemeClr>
                                      </a:solidFill>
                                      <a:latin typeface="Cambria Math" panose="02040503050406030204" charset="0"/>
                                      <a:ea typeface="黑体" panose="02010609060101010101" pitchFamily="49" charset="-122"/>
                                    </a:rPr>
                                    <m:t>2</m:t>
                                  </m:r>
                                </m:sup>
                              </m:sSup>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sSup>
                                <m:sSupPr>
                                  <m:ctrlPr>
                                    <a:rPr kumimoji="1" lang="zh-CN" altLang="en-US" sz="2200" i="1">
                                      <a:solidFill>
                                        <a:schemeClr val="tx1">
                                          <a:lumMod val="95000"/>
                                          <a:lumOff val="5000"/>
                                        </a:schemeClr>
                                      </a:solidFill>
                                      <a:latin typeface="Cambria Math" panose="02040503050406030204" charset="0"/>
                                      <a:ea typeface="黑体" panose="02010609060101010101" pitchFamily="49" charset="-122"/>
                                    </a:rPr>
                                  </m:ctrlPr>
                                </m:sSupPr>
                                <m:e>
                                  <m:r>
                                    <a:rPr kumimoji="1" lang="zh-CN" altLang="en-US" sz="2200">
                                      <a:solidFill>
                                        <a:schemeClr val="tx1">
                                          <a:lumMod val="95000"/>
                                          <a:lumOff val="5000"/>
                                        </a:schemeClr>
                                      </a:solidFill>
                                      <a:latin typeface="Cambria Math" panose="02040503050406030204" charset="0"/>
                                      <a:ea typeface="黑体" panose="02010609060101010101" pitchFamily="49" charset="-122"/>
                                    </a:rPr>
                                    <m:t>𝑦</m:t>
                                  </m:r>
                                </m:e>
                                <m:sup>
                                  <m:r>
                                    <a:rPr kumimoji="1" lang="zh-CN" altLang="en-US" sz="2200">
                                      <a:solidFill>
                                        <a:schemeClr val="tx1">
                                          <a:lumMod val="95000"/>
                                          <a:lumOff val="5000"/>
                                        </a:schemeClr>
                                      </a:solidFill>
                                      <a:latin typeface="Cambria Math" panose="02040503050406030204" charset="0"/>
                                      <a:ea typeface="黑体" panose="02010609060101010101" pitchFamily="49" charset="-122"/>
                                    </a:rPr>
                                    <m:t>2</m:t>
                                  </m:r>
                                </m:sup>
                              </m:sSup>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rPr>
                                <m:t>0</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e>
                          </m:eqArr>
                        </m:e>
                      </m:d>
                    </m:oMath>
                  </m:oMathPara>
                </a14:m>
                <a:endParaRPr kumimoji="1" lang="zh-CN" altLang="en-US" sz="2200" dirty="0">
                  <a:solidFill>
                    <a:schemeClr val="tx1">
                      <a:lumMod val="95000"/>
                      <a:lumOff val="5000"/>
                    </a:schemeClr>
                  </a:solidFill>
                  <a:latin typeface="Cambria Math" panose="02040503050406030204" charset="0"/>
                  <a:ea typeface="黑体" panose="02010609060101010101" pitchFamily="49" charset="-122"/>
                </a:endParaRPr>
              </a:p>
            </p:txBody>
          </p:sp>
        </mc:Choice>
        <mc:Fallback>
          <p:sp>
            <p:nvSpPr>
              <p:cNvPr id="13" name="对象 12"/>
              <p:cNvSpPr txBox="1">
                <a:spLocks noRot="1" noChangeAspect="1" noMove="1" noResize="1" noEditPoints="1" noAdjustHandles="1" noChangeArrowheads="1" noChangeShapeType="1" noTextEdit="1"/>
              </p:cNvSpPr>
              <p:nvPr/>
            </p:nvSpPr>
            <p:spPr>
              <a:xfrm>
                <a:off x="3539301" y="858618"/>
                <a:ext cx="4656199" cy="1314709"/>
              </a:xfrm>
              <a:prstGeom prst="rect">
                <a:avLst/>
              </a:prstGeom>
              <a:blipFill rotWithShape="1">
                <a:blip r:embed="rId7"/>
                <a:stretch>
                  <a:fillRect l="-10" t="-7" r="4" b="27"/>
                </a:stretch>
              </a:blipFill>
            </p:spPr>
            <p:txBody>
              <a:bodyPr/>
              <a:lstStyle/>
              <a:p>
                <a:r>
                  <a:rPr lang="zh-CN" altLang="en-US">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wipe(left)">
                                      <p:cBhvr>
                                        <p:cTn id="7" dur="500"/>
                                        <p:tgtEl>
                                          <p:spTgt spid="13"/>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wipe(left)">
                                      <p:cBhvr>
                                        <p:cTn id="10" dur="500"/>
                                        <p:tgtEl>
                                          <p:spTgt spid="12"/>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8"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wipe(left)">
                                      <p:cBhvr>
                                        <p:cTn id="15" dur="500"/>
                                        <p:tgtEl>
                                          <p:spTgt spid="9"/>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grpId="0" nodeType="clickEffect">
                                  <p:stCondLst>
                                    <p:cond delay="0"/>
                                  </p:stCondLst>
                                  <p:childTnLst>
                                    <p:set>
                                      <p:cBhvr>
                                        <p:cTn id="19" dur="1" fill="hold">
                                          <p:stCondLst>
                                            <p:cond delay="0"/>
                                          </p:stCondLst>
                                        </p:cTn>
                                        <p:tgtEl>
                                          <p:spTgt spid="2"/>
                                        </p:tgtEl>
                                        <p:attrNameLst>
                                          <p:attrName>style.visibility</p:attrName>
                                        </p:attrNameLst>
                                      </p:cBhvr>
                                      <p:to>
                                        <p:strVal val="visible"/>
                                      </p:to>
                                    </p:set>
                                    <p:animEffect transition="in" filter="wipe(left)">
                                      <p:cBhvr>
                                        <p:cTn id="20" dur="500"/>
                                        <p:tgtEl>
                                          <p:spTgt spid="2"/>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grpId="0" nodeType="clickEffect">
                                  <p:stCondLst>
                                    <p:cond delay="0"/>
                                  </p:stCondLst>
                                  <p:childTnLst>
                                    <p:set>
                                      <p:cBhvr>
                                        <p:cTn id="24" dur="1" fill="hold">
                                          <p:stCondLst>
                                            <p:cond delay="0"/>
                                          </p:stCondLst>
                                        </p:cTn>
                                        <p:tgtEl>
                                          <p:spTgt spid="3"/>
                                        </p:tgtEl>
                                        <p:attrNameLst>
                                          <p:attrName>style.visibility</p:attrName>
                                        </p:attrNameLst>
                                      </p:cBhvr>
                                      <p:to>
                                        <p:strVal val="visible"/>
                                      </p:to>
                                    </p:set>
                                    <p:animEffect transition="in" filter="wipe(left)">
                                      <p:cBhvr>
                                        <p:cTn id="25" dur="500"/>
                                        <p:tgtEl>
                                          <p:spTgt spid="3"/>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8" fill="hold" grpId="0" nodeType="clickEffect">
                                  <p:stCondLst>
                                    <p:cond delay="0"/>
                                  </p:stCondLst>
                                  <p:childTnLst>
                                    <p:set>
                                      <p:cBhvr>
                                        <p:cTn id="29" dur="1" fill="hold">
                                          <p:stCondLst>
                                            <p:cond delay="0"/>
                                          </p:stCondLst>
                                        </p:cTn>
                                        <p:tgtEl>
                                          <p:spTgt spid="11"/>
                                        </p:tgtEl>
                                        <p:attrNameLst>
                                          <p:attrName>style.visibility</p:attrName>
                                        </p:attrNameLst>
                                      </p:cBhvr>
                                      <p:to>
                                        <p:strVal val="visible"/>
                                      </p:to>
                                    </p:set>
                                    <p:animEffect transition="in" filter="wipe(left)">
                                      <p:cBhvr>
                                        <p:cTn id="30" dur="500"/>
                                        <p:tgtEl>
                                          <p:spTgt spid="11"/>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8" fill="hold" grpId="0" nodeType="clickEffect">
                                  <p:stCondLst>
                                    <p:cond delay="0"/>
                                  </p:stCondLst>
                                  <p:childTnLst>
                                    <p:set>
                                      <p:cBhvr>
                                        <p:cTn id="34" dur="1" fill="hold">
                                          <p:stCondLst>
                                            <p:cond delay="0"/>
                                          </p:stCondLst>
                                        </p:cTn>
                                        <p:tgtEl>
                                          <p:spTgt spid="4"/>
                                        </p:tgtEl>
                                        <p:attrNameLst>
                                          <p:attrName>style.visibility</p:attrName>
                                        </p:attrNameLst>
                                      </p:cBhvr>
                                      <p:to>
                                        <p:strVal val="visible"/>
                                      </p:to>
                                    </p:set>
                                    <p:animEffect transition="in" filter="wipe(left)">
                                      <p:cBhvr>
                                        <p:cTn id="35" dur="500"/>
                                        <p:tgtEl>
                                          <p:spTgt spid="4"/>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8" fill="hold" grpId="0" nodeType="clickEffect">
                                  <p:stCondLst>
                                    <p:cond delay="0"/>
                                  </p:stCondLst>
                                  <p:childTnLst>
                                    <p:set>
                                      <p:cBhvr>
                                        <p:cTn id="39" dur="1" fill="hold">
                                          <p:stCondLst>
                                            <p:cond delay="0"/>
                                          </p:stCondLst>
                                        </p:cTn>
                                        <p:tgtEl>
                                          <p:spTgt spid="5"/>
                                        </p:tgtEl>
                                        <p:attrNameLst>
                                          <p:attrName>style.visibility</p:attrName>
                                        </p:attrNameLst>
                                      </p:cBhvr>
                                      <p:to>
                                        <p:strVal val="visible"/>
                                      </p:to>
                                    </p:set>
                                    <p:animEffect transition="in" filter="wipe(left)">
                                      <p:cBhvr>
                                        <p:cTn id="40" dur="500"/>
                                        <p:tgtEl>
                                          <p:spTgt spid="5"/>
                                        </p:tgtEl>
                                      </p:cBhvr>
                                    </p:animEffect>
                                  </p:childTnLst>
                                </p:cTn>
                              </p:par>
                            </p:childTnLst>
                          </p:cTn>
                        </p:par>
                      </p:childTnLst>
                    </p:cTn>
                  </p:par>
                  <p:par>
                    <p:cTn id="41" fill="hold">
                      <p:stCondLst>
                        <p:cond delay="indefinite"/>
                      </p:stCondLst>
                      <p:childTnLst>
                        <p:par>
                          <p:cTn id="42" fill="hold">
                            <p:stCondLst>
                              <p:cond delay="0"/>
                            </p:stCondLst>
                            <p:childTnLst>
                              <p:par>
                                <p:cTn id="43" presetID="22" presetClass="entr" presetSubtype="8" fill="hold" grpId="0" nodeType="clickEffect">
                                  <p:stCondLst>
                                    <p:cond delay="0"/>
                                  </p:stCondLst>
                                  <p:childTnLst>
                                    <p:set>
                                      <p:cBhvr>
                                        <p:cTn id="44" dur="1" fill="hold">
                                          <p:stCondLst>
                                            <p:cond delay="0"/>
                                          </p:stCondLst>
                                        </p:cTn>
                                        <p:tgtEl>
                                          <p:spTgt spid="8"/>
                                        </p:tgtEl>
                                        <p:attrNameLst>
                                          <p:attrName>style.visibility</p:attrName>
                                        </p:attrNameLst>
                                      </p:cBhvr>
                                      <p:to>
                                        <p:strVal val="visible"/>
                                      </p:to>
                                    </p:set>
                                    <p:animEffect transition="in" filter="wipe(left)">
                                      <p:cBhvr>
                                        <p:cTn id="45" dur="500"/>
                                        <p:tgtEl>
                                          <p:spTgt spid="8"/>
                                        </p:tgtEl>
                                      </p:cBhvr>
                                    </p:animEffect>
                                  </p:childTnLst>
                                </p:cTn>
                              </p:par>
                            </p:childTnLst>
                          </p:cTn>
                        </p:par>
                      </p:childTnLst>
                    </p:cTn>
                  </p:par>
                  <p:par>
                    <p:cTn id="46" fill="hold">
                      <p:stCondLst>
                        <p:cond delay="indefinite"/>
                      </p:stCondLst>
                      <p:childTnLst>
                        <p:par>
                          <p:cTn id="47" fill="hold">
                            <p:stCondLst>
                              <p:cond delay="0"/>
                            </p:stCondLst>
                            <p:childTnLst>
                              <p:par>
                                <p:cTn id="48" presetID="22" presetClass="entr" presetSubtype="8" fill="hold" grpId="0" nodeType="clickEffect">
                                  <p:stCondLst>
                                    <p:cond delay="0"/>
                                  </p:stCondLst>
                                  <p:childTnLst>
                                    <p:set>
                                      <p:cBhvr>
                                        <p:cTn id="49" dur="1" fill="hold">
                                          <p:stCondLst>
                                            <p:cond delay="0"/>
                                          </p:stCondLst>
                                        </p:cTn>
                                        <p:tgtEl>
                                          <p:spTgt spid="7"/>
                                        </p:tgtEl>
                                        <p:attrNameLst>
                                          <p:attrName>style.visibility</p:attrName>
                                        </p:attrNameLst>
                                      </p:cBhvr>
                                      <p:to>
                                        <p:strVal val="visible"/>
                                      </p:to>
                                    </p:set>
                                    <p:animEffect transition="in" filter="wipe(left)">
                                      <p:cBhvr>
                                        <p:cTn id="50" dur="500"/>
                                        <p:tgtEl>
                                          <p:spTgt spid="7"/>
                                        </p:tgtEl>
                                      </p:cBhvr>
                                    </p:animEffect>
                                  </p:childTnLst>
                                </p:cTn>
                              </p:par>
                            </p:childTnLst>
                          </p:cTn>
                        </p:par>
                      </p:childTnLst>
                    </p:cTn>
                  </p:par>
                  <p:par>
                    <p:cTn id="51" fill="hold">
                      <p:stCondLst>
                        <p:cond delay="indefinite"/>
                      </p:stCondLst>
                      <p:childTnLst>
                        <p:par>
                          <p:cTn id="52" fill="hold">
                            <p:stCondLst>
                              <p:cond delay="0"/>
                            </p:stCondLst>
                            <p:childTnLst>
                              <p:par>
                                <p:cTn id="53" presetID="22" presetClass="entr" presetSubtype="8" fill="hold" grpId="0" nodeType="clickEffect">
                                  <p:stCondLst>
                                    <p:cond delay="0"/>
                                  </p:stCondLst>
                                  <p:childTnLst>
                                    <p:set>
                                      <p:cBhvr>
                                        <p:cTn id="54" dur="1" fill="hold">
                                          <p:stCondLst>
                                            <p:cond delay="0"/>
                                          </p:stCondLst>
                                        </p:cTn>
                                        <p:tgtEl>
                                          <p:spTgt spid="10"/>
                                        </p:tgtEl>
                                        <p:attrNameLst>
                                          <p:attrName>style.visibility</p:attrName>
                                        </p:attrNameLst>
                                      </p:cBhvr>
                                      <p:to>
                                        <p:strVal val="visible"/>
                                      </p:to>
                                    </p:set>
                                    <p:animEffect transition="in" filter="wipe(left)">
                                      <p:cBhvr>
                                        <p:cTn id="55" dur="500"/>
                                        <p:tgtEl>
                                          <p:spTgt spid="10"/>
                                        </p:tgtEl>
                                      </p:cBhvr>
                                    </p:animEffect>
                                  </p:childTnLst>
                                </p:cTn>
                              </p:par>
                            </p:childTnLst>
                          </p:cTn>
                        </p:par>
                      </p:childTnLst>
                    </p:cTn>
                  </p:par>
                  <p:par>
                    <p:cTn id="56" fill="hold">
                      <p:stCondLst>
                        <p:cond delay="indefinite"/>
                      </p:stCondLst>
                      <p:childTnLst>
                        <p:par>
                          <p:cTn id="57" fill="hold">
                            <p:stCondLst>
                              <p:cond delay="0"/>
                            </p:stCondLst>
                            <p:childTnLst>
                              <p:par>
                                <p:cTn id="58" presetID="22" presetClass="entr" presetSubtype="8" fill="hold" grpId="0" nodeType="clickEffect">
                                  <p:stCondLst>
                                    <p:cond delay="0"/>
                                  </p:stCondLst>
                                  <p:childTnLst>
                                    <p:set>
                                      <p:cBhvr>
                                        <p:cTn id="59" dur="1" fill="hold">
                                          <p:stCondLst>
                                            <p:cond delay="0"/>
                                          </p:stCondLst>
                                        </p:cTn>
                                        <p:tgtEl>
                                          <p:spTgt spid="6"/>
                                        </p:tgtEl>
                                        <p:attrNameLst>
                                          <p:attrName>style.visibility</p:attrName>
                                        </p:attrNameLst>
                                      </p:cBhvr>
                                      <p:to>
                                        <p:strVal val="visible"/>
                                      </p:to>
                                    </p:set>
                                    <p:animEffect transition="in" filter="wipe(left)">
                                      <p:cBhvr>
                                        <p:cTn id="60"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ldLvl="0" animBg="1"/>
      <p:bldP spid="4" grpId="0"/>
      <p:bldP spid="5" grpId="0" bldLvl="0" animBg="1"/>
      <p:bldP spid="6" grpId="0" animBg="1"/>
      <p:bldP spid="7" grpId="0"/>
      <p:bldP spid="8" grpId="0"/>
      <p:bldP spid="9" grpId="0"/>
      <p:bldP spid="10" grpId="0"/>
      <p:bldP spid="11" grpId="0" bldLvl="0" animBg="1"/>
      <p:bldP spid="12" grpId="0" animBg="1"/>
      <p:bldP spid="13"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14" name="矩形 13"/>
              <p:cNvSpPr/>
              <p:nvPr/>
            </p:nvSpPr>
            <p:spPr>
              <a:xfrm>
                <a:off x="687959" y="536260"/>
                <a:ext cx="10817352" cy="5799897"/>
              </a:xfrm>
              <a:prstGeom prst="rect">
                <a:avLst/>
              </a:prstGeom>
              <a:solidFill>
                <a:schemeClr val="bg1"/>
              </a:solidFill>
              <a:ln>
                <a:noFill/>
              </a:ln>
              <a:effectLst>
                <a:outerShdw blurRad="63500" sx="102000" sy="102000" algn="ctr" rotWithShape="0">
                  <a:prstClr val="black">
                    <a:alpha val="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kumimoji="1" lang="en-US" altLang="zh-CN" dirty="0">
                          <a:latin typeface="Cambria Math" panose="02040503050406030204" charset="0"/>
                          <a:ea typeface="黑体" panose="02010609060101010101" pitchFamily="49" charset="-122"/>
                          <a:cs typeface="Cambria Math" panose="02040503050406030204" charset="0"/>
                        </a:rPr>
                        <m:t>,</m:t>
                      </m:r>
                    </m:oMath>
                  </m:oMathPara>
                </a14:m>
                <a:endParaRPr lang="zh-CN" altLang="en-US"/>
              </a:p>
            </p:txBody>
          </p:sp>
        </mc:Choice>
        <mc:Fallback>
          <p:sp>
            <p:nvSpPr>
              <p:cNvPr id="14" name="矩形 13"/>
              <p:cNvSpPr>
                <a:spLocks noRot="1" noChangeAspect="1" noMove="1" noResize="1" noEditPoints="1" noAdjustHandles="1" noChangeArrowheads="1" noChangeShapeType="1" noTextEdit="1"/>
              </p:cNvSpPr>
              <p:nvPr/>
            </p:nvSpPr>
            <p:spPr>
              <a:xfrm>
                <a:off x="687959" y="536260"/>
                <a:ext cx="10817352" cy="5799897"/>
              </a:xfrm>
              <a:prstGeom prst="rect">
                <a:avLst/>
              </a:prstGeom>
              <a:blipFill rotWithShape="1">
                <a:blip r:embed="rId1"/>
                <a:stretch>
                  <a:fillRect l="-1499" t="-1932" r="-1493" b="-1914"/>
                </a:stretch>
              </a:blipFill>
              <a:ln>
                <a:noFill/>
              </a:ln>
              <a:effectLst>
                <a:outerShdw blurRad="63500" sx="102000" sy="102000" algn="ctr" rotWithShape="0">
                  <a:prstClr val="black">
                    <a:alpha val="9000"/>
                  </a:prstClr>
                </a:outerShdw>
              </a:effectLst>
            </p:spPr>
            <p:style>
              <a:lnRef idx="2">
                <a:schemeClr val="accent1">
                  <a:shade val="50000"/>
                </a:schemeClr>
              </a:lnRef>
              <a:fillRef idx="1">
                <a:schemeClr val="accent1"/>
              </a:fillRef>
              <a:effectRef idx="0">
                <a:schemeClr val="accent1"/>
              </a:effectRef>
              <a:fontRef idx="minor">
                <a:schemeClr val="lt1"/>
              </a:fontRef>
            </p:style>
            <p:txBody>
              <a:bodyPr/>
              <a:lstStyle/>
              <a:p>
                <a:r>
                  <a:rPr lang="zh-CN" altLang="en-US">
                    <a:noFill/>
                  </a:rPr>
                  <a:t> </a:t>
                </a:r>
              </a:p>
            </p:txBody>
          </p:sp>
        </mc:Fallback>
      </mc:AlternateContent>
      <p:sp>
        <p:nvSpPr>
          <p:cNvPr id="15" name="半闭框 14"/>
          <p:cNvSpPr/>
          <p:nvPr/>
        </p:nvSpPr>
        <p:spPr>
          <a:xfrm>
            <a:off x="687324" y="536434"/>
            <a:ext cx="681355" cy="739173"/>
          </a:xfrm>
          <a:prstGeom prst="halfFrame">
            <a:avLst>
              <a:gd name="adj1" fmla="val 7739"/>
              <a:gd name="adj2" fmla="val 6987"/>
            </a:avLst>
          </a:prstGeom>
          <a:gradFill flip="none" rotWithShape="1">
            <a:gsLst>
              <a:gs pos="0">
                <a:schemeClr val="bg1"/>
              </a:gs>
              <a:gs pos="46000">
                <a:srgbClr val="039463"/>
              </a:gs>
              <a:gs pos="100000">
                <a:schemeClr val="bg1"/>
              </a:gs>
            </a:gsLst>
            <a:path path="circle">
              <a:fillToRect t="100000" r="100000"/>
            </a:path>
            <a:tileRect l="-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6" name="半闭框 15"/>
          <p:cNvSpPr/>
          <p:nvPr/>
        </p:nvSpPr>
        <p:spPr>
          <a:xfrm flipH="1">
            <a:off x="10823530" y="535820"/>
            <a:ext cx="681146" cy="739134"/>
          </a:xfrm>
          <a:prstGeom prst="halfFrame">
            <a:avLst>
              <a:gd name="adj1" fmla="val 7739"/>
              <a:gd name="adj2" fmla="val 6987"/>
            </a:avLst>
          </a:prstGeom>
          <a:gradFill flip="none" rotWithShape="1">
            <a:gsLst>
              <a:gs pos="0">
                <a:schemeClr val="bg1"/>
              </a:gs>
              <a:gs pos="46000">
                <a:srgbClr val="039463"/>
              </a:gs>
              <a:gs pos="100000">
                <a:schemeClr val="bg1"/>
              </a:gs>
            </a:gsLst>
            <a:path path="circle">
              <a:fillToRect t="100000" r="100000"/>
            </a:path>
            <a:tileRect l="-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00">
              <a:solidFill>
                <a:schemeClr val="tx1"/>
              </a:solidFill>
            </a:endParaRPr>
          </a:p>
        </p:txBody>
      </p:sp>
      <p:sp>
        <p:nvSpPr>
          <p:cNvPr id="17" name="半闭框 16"/>
          <p:cNvSpPr/>
          <p:nvPr/>
        </p:nvSpPr>
        <p:spPr>
          <a:xfrm flipV="1">
            <a:off x="687324" y="5665394"/>
            <a:ext cx="681355" cy="673517"/>
          </a:xfrm>
          <a:prstGeom prst="halfFrame">
            <a:avLst>
              <a:gd name="adj1" fmla="val 7739"/>
              <a:gd name="adj2" fmla="val 6987"/>
            </a:avLst>
          </a:prstGeom>
          <a:gradFill flip="none" rotWithShape="1">
            <a:gsLst>
              <a:gs pos="0">
                <a:schemeClr val="bg1"/>
              </a:gs>
              <a:gs pos="46000">
                <a:srgbClr val="039463"/>
              </a:gs>
              <a:gs pos="100000">
                <a:schemeClr val="bg1"/>
              </a:gs>
            </a:gsLst>
            <a:path path="circle">
              <a:fillToRect t="100000" r="100000"/>
            </a:path>
            <a:tileRect l="-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200">
              <a:solidFill>
                <a:schemeClr val="tx1"/>
              </a:solidFill>
            </a:endParaRPr>
          </a:p>
        </p:txBody>
      </p:sp>
      <p:sp>
        <p:nvSpPr>
          <p:cNvPr id="18" name="半闭框 17"/>
          <p:cNvSpPr/>
          <p:nvPr/>
        </p:nvSpPr>
        <p:spPr>
          <a:xfrm flipH="1" flipV="1">
            <a:off x="10824165" y="5642774"/>
            <a:ext cx="681146" cy="693383"/>
          </a:xfrm>
          <a:prstGeom prst="halfFrame">
            <a:avLst>
              <a:gd name="adj1" fmla="val 7739"/>
              <a:gd name="adj2" fmla="val 6987"/>
            </a:avLst>
          </a:prstGeom>
          <a:gradFill flip="none" rotWithShape="1">
            <a:gsLst>
              <a:gs pos="0">
                <a:schemeClr val="bg1"/>
              </a:gs>
              <a:gs pos="46000">
                <a:srgbClr val="039463"/>
              </a:gs>
              <a:gs pos="100000">
                <a:schemeClr val="bg1"/>
              </a:gs>
            </a:gsLst>
            <a:path path="circle">
              <a:fillToRect t="100000" r="100000"/>
            </a:path>
            <a:tileRect l="-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00">
              <a:solidFill>
                <a:schemeClr val="tx1"/>
              </a:solidFill>
            </a:endParaRPr>
          </a:p>
        </p:txBody>
      </p:sp>
      <mc:AlternateContent xmlns:mc="http://schemas.openxmlformats.org/markup-compatibility/2006">
        <mc:Choice xmlns:a14="http://schemas.microsoft.com/office/drawing/2010/main" Requires="a14">
          <p:sp>
            <p:nvSpPr>
              <p:cNvPr id="2" name="Text Box 277"/>
              <p:cNvSpPr txBox="1">
                <a:spLocks noChangeArrowheads="1"/>
              </p:cNvSpPr>
              <p:nvPr/>
            </p:nvSpPr>
            <p:spPr bwMode="auto">
              <a:xfrm>
                <a:off x="1951867" y="4480536"/>
                <a:ext cx="6260856"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2800" b="1">
                    <a:solidFill>
                      <a:schemeClr val="tx1"/>
                    </a:solidFill>
                    <a:latin typeface="Times New Roman" panose="02020603050405020304" pitchFamily="18" charset="0"/>
                    <a:ea typeface="黑体" panose="02010609060101010101" pitchFamily="49" charset="-122"/>
                  </a:defRPr>
                </a:lvl1pPr>
                <a:lvl2pPr marL="742950" indent="-285750">
                  <a:defRPr sz="2800" b="1">
                    <a:solidFill>
                      <a:schemeClr val="tx1"/>
                    </a:solidFill>
                    <a:latin typeface="Times New Roman" panose="02020603050405020304" pitchFamily="18" charset="0"/>
                    <a:ea typeface="黑体" panose="02010609060101010101" pitchFamily="49" charset="-122"/>
                  </a:defRPr>
                </a:lvl2pPr>
                <a:lvl3pPr marL="1143000" indent="-228600">
                  <a:defRPr sz="2800" b="1">
                    <a:solidFill>
                      <a:schemeClr val="tx1"/>
                    </a:solidFill>
                    <a:latin typeface="Times New Roman" panose="02020603050405020304" pitchFamily="18" charset="0"/>
                    <a:ea typeface="黑体" panose="02010609060101010101" pitchFamily="49" charset="-122"/>
                  </a:defRPr>
                </a:lvl3pPr>
                <a:lvl4pPr marL="1600200" indent="-228600">
                  <a:defRPr sz="2800" b="1">
                    <a:solidFill>
                      <a:schemeClr val="tx1"/>
                    </a:solidFill>
                    <a:latin typeface="Times New Roman" panose="02020603050405020304" pitchFamily="18" charset="0"/>
                    <a:ea typeface="黑体" panose="02010609060101010101" pitchFamily="49" charset="-122"/>
                  </a:defRPr>
                </a:lvl4pPr>
                <a:lvl5pPr marL="2057400" indent="-228600">
                  <a:defRPr sz="2800" b="1">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黑体" panose="02010609060101010101" pitchFamily="49" charset="-122"/>
                  </a:defRPr>
                </a:lvl9pPr>
              </a:lstStyle>
              <a:p>
                <a:pPr>
                  <a:spcBef>
                    <a:spcPct val="50000"/>
                  </a:spcBef>
                </a:pPr>
                <a:r>
                  <a:rPr kumimoji="1" lang="zh-CN" altLang="en-US" b="0" dirty="0">
                    <a:solidFill>
                      <a:schemeClr val="tx1">
                        <a:lumMod val="95000"/>
                        <a:lumOff val="5000"/>
                      </a:schemeClr>
                    </a:solidFill>
                    <a:latin typeface="Cambria Math" panose="02040503050406030204" charset="0"/>
                  </a:rPr>
                  <a:t>在</a:t>
                </a:r>
                <a:r>
                  <a:rPr kumimoji="1" lang="en-US" altLang="zh-CN" b="0" dirty="0">
                    <a:solidFill>
                      <a:schemeClr val="tx1">
                        <a:lumMod val="95000"/>
                        <a:lumOff val="5000"/>
                      </a:schemeClr>
                    </a:solidFill>
                    <a:latin typeface="Cambria Math" panose="02040503050406030204" charset="0"/>
                  </a:rPr>
                  <a:t>(0 , 0)</a:t>
                </a:r>
                <a:r>
                  <a:rPr kumimoji="1" lang="zh-CN" altLang="en-US" b="0" dirty="0">
                    <a:solidFill>
                      <a:schemeClr val="tx1">
                        <a:lumMod val="95000"/>
                        <a:lumOff val="5000"/>
                      </a:schemeClr>
                    </a:solidFill>
                    <a:latin typeface="Cambria Math" panose="02040503050406030204" charset="0"/>
                  </a:rPr>
                  <a:t>处可微</a:t>
                </a:r>
                <a14:m>
                  <m:oMath xmlns:m="http://schemas.openxmlformats.org/officeDocument/2006/math">
                    <m:r>
                      <a:rPr kumimoji="1" lang="zh-CN" altLang="en-US" b="0">
                        <a:solidFill>
                          <a:schemeClr val="tx1">
                            <a:lumMod val="95000"/>
                            <a:lumOff val="5000"/>
                          </a:schemeClr>
                        </a:solidFill>
                        <a:latin typeface="Cambria Math" panose="02040503050406030204" charset="0"/>
                      </a:rPr>
                      <m:t>,</m:t>
                    </m:r>
                  </m:oMath>
                </a14:m>
                <a:r>
                  <a:rPr kumimoji="1" lang="zh-CN" altLang="en-US" b="0" dirty="0">
                    <a:solidFill>
                      <a:schemeClr val="tx1">
                        <a:lumMod val="95000"/>
                        <a:lumOff val="5000"/>
                      </a:schemeClr>
                    </a:solidFill>
                    <a:latin typeface="Cambria Math" panose="02040503050406030204" charset="0"/>
                  </a:rPr>
                  <a:t>但两个偏导数都不连续</a:t>
                </a:r>
                <a:r>
                  <a:rPr kumimoji="1" lang="en-US" altLang="zh-CN" b="0" dirty="0">
                    <a:solidFill>
                      <a:schemeClr val="tx1">
                        <a:lumMod val="95000"/>
                        <a:lumOff val="5000"/>
                      </a:schemeClr>
                    </a:solidFill>
                    <a:latin typeface="Cambria Math" panose="02040503050406030204" charset="0"/>
                  </a:rPr>
                  <a:t>.</a:t>
                </a:r>
                <a:endParaRPr kumimoji="1" lang="en-US" altLang="zh-CN" b="0" dirty="0">
                  <a:solidFill>
                    <a:schemeClr val="tx1">
                      <a:lumMod val="95000"/>
                      <a:lumOff val="5000"/>
                    </a:schemeClr>
                  </a:solidFill>
                  <a:latin typeface="Cambria Math" panose="02040503050406030204" charset="0"/>
                </a:endParaRPr>
              </a:p>
            </p:txBody>
          </p:sp>
        </mc:Choice>
        <mc:Fallback>
          <p:sp>
            <p:nvSpPr>
              <p:cNvPr id="2" name="Text Box 277"/>
              <p:cNvSpPr txBox="1">
                <a:spLocks noRot="1" noChangeAspect="1" noMove="1" noResize="1" noEditPoints="1" noAdjustHandles="1" noChangeArrowheads="1" noChangeShapeType="1" noTextEdit="1"/>
              </p:cNvSpPr>
              <p:nvPr/>
            </p:nvSpPr>
            <p:spPr bwMode="auto">
              <a:xfrm>
                <a:off x="1951867" y="4480536"/>
                <a:ext cx="6260856" cy="519113"/>
              </a:xfrm>
              <a:prstGeom prst="rect">
                <a:avLst/>
              </a:prstGeom>
              <a:blipFill rotWithShape="1">
                <a:blip r:embed="rId2"/>
                <a:stretch>
                  <a:fillRect l="-8" t="-118" r="4" b="57"/>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3" name="对象 2"/>
              <p:cNvSpPr txBox="1"/>
              <p:nvPr/>
            </p:nvSpPr>
            <p:spPr>
              <a:xfrm>
                <a:off x="2789237" y="2525712"/>
                <a:ext cx="7553325" cy="1751013"/>
              </a:xfrm>
              <a:prstGeom prst="rect">
                <a:avLst/>
              </a:prstGeom>
            </p:spPr>
            <p:txBody>
              <a:bodyPr>
                <a:noAutofit/>
              </a:bodyPr>
              <a:lstStyle/>
              <a:p>
                <a14:m>
                  <m:oMathPara xmlns:m="http://schemas.openxmlformats.org/officeDocument/2006/math">
                    <m:oMathParaPr>
                      <m:jc m:val="left"/>
                    </m:oMathParaPr>
                    <m:oMath xmlns:m="http://schemas.openxmlformats.org/officeDocument/2006/math">
                      <m:r>
                        <a:rPr kumimoji="1" lang="zh-CN" altLang="en-US" sz="2800" smtClean="0">
                          <a:solidFill>
                            <a:schemeClr val="tx1">
                              <a:lumMod val="95000"/>
                              <a:lumOff val="5000"/>
                            </a:schemeClr>
                          </a:solidFill>
                          <a:latin typeface="Cambria Math" panose="02040503050406030204" charset="0"/>
                          <a:ea typeface="黑体" panose="02010609060101010101" pitchFamily="49" charset="-122"/>
                        </a:rPr>
                        <m:t>𝑓</m:t>
                      </m:r>
                      <m:r>
                        <a:rPr kumimoji="1" lang="zh-CN" altLang="en-US" sz="2800" smtClean="0">
                          <a:solidFill>
                            <a:schemeClr val="tx1">
                              <a:lumMod val="95000"/>
                              <a:lumOff val="5000"/>
                            </a:schemeClr>
                          </a:solidFill>
                          <a:latin typeface="Cambria Math" panose="02040503050406030204" charset="0"/>
                          <a:ea typeface="黑体" panose="02010609060101010101" pitchFamily="49" charset="-122"/>
                        </a:rPr>
                        <m:t>(</m:t>
                      </m:r>
                      <m:r>
                        <a:rPr kumimoji="1" lang="zh-CN" altLang="en-US" sz="2800" smtClean="0">
                          <a:solidFill>
                            <a:schemeClr val="tx1">
                              <a:lumMod val="95000"/>
                              <a:lumOff val="5000"/>
                            </a:schemeClr>
                          </a:solidFill>
                          <a:latin typeface="Cambria Math" panose="02040503050406030204" charset="0"/>
                          <a:ea typeface="黑体" panose="02010609060101010101" pitchFamily="49" charset="-122"/>
                        </a:rPr>
                        <m:t>𝑥</m:t>
                      </m:r>
                      <m:r>
                        <a:rPr kumimoji="1" lang="zh-CN" altLang="en-US" sz="2800" smtClean="0">
                          <a:solidFill>
                            <a:schemeClr val="tx1">
                              <a:lumMod val="95000"/>
                              <a:lumOff val="5000"/>
                            </a:schemeClr>
                          </a:solidFill>
                          <a:latin typeface="Cambria Math" panose="02040503050406030204" charset="0"/>
                          <a:ea typeface="黑体" panose="02010609060101010101" pitchFamily="49" charset="-122"/>
                        </a:rPr>
                        <m:t>,</m:t>
                      </m:r>
                      <m:r>
                        <a:rPr kumimoji="1" lang="zh-CN" altLang="en-US" sz="2800" smtClean="0">
                          <a:solidFill>
                            <a:schemeClr val="tx1">
                              <a:lumMod val="95000"/>
                              <a:lumOff val="5000"/>
                            </a:schemeClr>
                          </a:solidFill>
                          <a:latin typeface="Cambria Math" panose="02040503050406030204" charset="0"/>
                          <a:ea typeface="黑体" panose="02010609060101010101" pitchFamily="49" charset="-122"/>
                        </a:rPr>
                        <m:t>𝑦</m:t>
                      </m:r>
                      <m:r>
                        <a:rPr kumimoji="1" lang="zh-CN" altLang="en-US" sz="2800" smtClean="0">
                          <a:solidFill>
                            <a:schemeClr val="tx1">
                              <a:lumMod val="95000"/>
                              <a:lumOff val="5000"/>
                            </a:schemeClr>
                          </a:solidFill>
                          <a:latin typeface="Cambria Math" panose="02040503050406030204" charset="0"/>
                          <a:ea typeface="黑体" panose="02010609060101010101" pitchFamily="49" charset="-122"/>
                        </a:rPr>
                        <m:t>)=</m:t>
                      </m:r>
                      <m:d>
                        <m:dPr>
                          <m:begChr m:val="{"/>
                          <m:endChr m:val=""/>
                          <m:ctrlPr>
                            <a:rPr kumimoji="1" lang="zh-CN" altLang="en-US" sz="2800" i="1">
                              <a:solidFill>
                                <a:schemeClr val="tx1">
                                  <a:lumMod val="95000"/>
                                  <a:lumOff val="5000"/>
                                </a:schemeClr>
                              </a:solidFill>
                              <a:latin typeface="Cambria Math" panose="02040503050406030204" charset="0"/>
                              <a:ea typeface="黑体" panose="02010609060101010101" pitchFamily="49" charset="-122"/>
                            </a:rPr>
                          </m:ctrlPr>
                        </m:dPr>
                        <m:e>
                          <m:m>
                            <m:mPr>
                              <m:mcs>
                                <m:mc>
                                  <m:mcPr>
                                    <m:count m:val="1"/>
                                    <m:mcJc m:val="center"/>
                                  </m:mcPr>
                                </m:mc>
                              </m:mcs>
                              <m:plcHide m:val="on"/>
                              <m:ctrlPr>
                                <a:rPr kumimoji="1" lang="zh-CN" altLang="en-US" sz="2800" i="1">
                                  <a:solidFill>
                                    <a:schemeClr val="tx1">
                                      <a:lumMod val="95000"/>
                                      <a:lumOff val="5000"/>
                                    </a:schemeClr>
                                  </a:solidFill>
                                  <a:latin typeface="Cambria Math" panose="02040503050406030204" charset="0"/>
                                  <a:ea typeface="黑体" panose="02010609060101010101" pitchFamily="49" charset="-122"/>
                                </a:rPr>
                              </m:ctrlPr>
                            </m:mPr>
                            <m:mr>
                              <m:e>
                                <m:r>
                                  <a:rPr kumimoji="1" lang="zh-CN" altLang="en-US" sz="2800">
                                    <a:solidFill>
                                      <a:schemeClr val="tx1">
                                        <a:lumMod val="95000"/>
                                        <a:lumOff val="5000"/>
                                      </a:schemeClr>
                                    </a:solidFill>
                                    <a:latin typeface="Cambria Math" panose="02040503050406030204" charset="0"/>
                                    <a:ea typeface="黑体" panose="02010609060101010101" pitchFamily="49" charset="-122"/>
                                  </a:rPr>
                                  <m:t>(</m:t>
                                </m:r>
                                <m:sSup>
                                  <m:sSupPr>
                                    <m:ctrlPr>
                                      <a:rPr kumimoji="1" lang="zh-CN" altLang="en-US" sz="2800" i="1">
                                        <a:solidFill>
                                          <a:schemeClr val="tx1">
                                            <a:lumMod val="95000"/>
                                            <a:lumOff val="5000"/>
                                          </a:schemeClr>
                                        </a:solidFill>
                                        <a:latin typeface="Cambria Math" panose="02040503050406030204" charset="0"/>
                                        <a:ea typeface="黑体" panose="02010609060101010101" pitchFamily="49" charset="-122"/>
                                      </a:rPr>
                                    </m:ctrlPr>
                                  </m:sSupPr>
                                  <m:e>
                                    <m:r>
                                      <a:rPr kumimoji="1" lang="zh-CN" altLang="en-US" sz="2800">
                                        <a:solidFill>
                                          <a:schemeClr val="tx1">
                                            <a:lumMod val="95000"/>
                                            <a:lumOff val="5000"/>
                                          </a:schemeClr>
                                        </a:solidFill>
                                        <a:latin typeface="Cambria Math" panose="02040503050406030204" charset="0"/>
                                        <a:ea typeface="黑体" panose="02010609060101010101" pitchFamily="49" charset="-122"/>
                                      </a:rPr>
                                      <m:t>𝑥</m:t>
                                    </m:r>
                                  </m:e>
                                  <m:sup>
                                    <m:r>
                                      <a:rPr kumimoji="1" lang="zh-CN" altLang="en-US" sz="2800">
                                        <a:solidFill>
                                          <a:schemeClr val="tx1">
                                            <a:lumMod val="95000"/>
                                            <a:lumOff val="5000"/>
                                          </a:schemeClr>
                                        </a:solidFill>
                                        <a:latin typeface="Cambria Math" panose="02040503050406030204" charset="0"/>
                                        <a:ea typeface="黑体" panose="02010609060101010101" pitchFamily="49" charset="-122"/>
                                      </a:rPr>
                                      <m:t>2</m:t>
                                    </m:r>
                                  </m:sup>
                                </m:sSup>
                                <m:r>
                                  <a:rPr kumimoji="1" lang="zh-CN" altLang="en-US" sz="2800">
                                    <a:solidFill>
                                      <a:schemeClr val="tx1">
                                        <a:lumMod val="95000"/>
                                        <a:lumOff val="5000"/>
                                      </a:schemeClr>
                                    </a:solidFill>
                                    <a:latin typeface="Cambria Math" panose="02040503050406030204" charset="0"/>
                                    <a:ea typeface="黑体" panose="02010609060101010101" pitchFamily="49" charset="-122"/>
                                  </a:rPr>
                                  <m:t>+</m:t>
                                </m:r>
                                <m:sSup>
                                  <m:sSupPr>
                                    <m:ctrlPr>
                                      <a:rPr kumimoji="1" lang="zh-CN" altLang="en-US" sz="2800" i="1">
                                        <a:solidFill>
                                          <a:schemeClr val="tx1">
                                            <a:lumMod val="95000"/>
                                            <a:lumOff val="5000"/>
                                          </a:schemeClr>
                                        </a:solidFill>
                                        <a:latin typeface="Cambria Math" panose="02040503050406030204" charset="0"/>
                                        <a:ea typeface="黑体" panose="02010609060101010101" pitchFamily="49" charset="-122"/>
                                      </a:rPr>
                                    </m:ctrlPr>
                                  </m:sSupPr>
                                  <m:e>
                                    <m:r>
                                      <a:rPr kumimoji="1" lang="zh-CN" altLang="en-US" sz="2800">
                                        <a:solidFill>
                                          <a:schemeClr val="tx1">
                                            <a:lumMod val="95000"/>
                                            <a:lumOff val="5000"/>
                                          </a:schemeClr>
                                        </a:solidFill>
                                        <a:latin typeface="Cambria Math" panose="02040503050406030204" charset="0"/>
                                        <a:ea typeface="黑体" panose="02010609060101010101" pitchFamily="49" charset="-122"/>
                                      </a:rPr>
                                      <m:t>𝑦</m:t>
                                    </m:r>
                                  </m:e>
                                  <m:sup>
                                    <m:r>
                                      <a:rPr kumimoji="1" lang="zh-CN" altLang="en-US" sz="2800">
                                        <a:solidFill>
                                          <a:schemeClr val="tx1">
                                            <a:lumMod val="95000"/>
                                            <a:lumOff val="5000"/>
                                          </a:schemeClr>
                                        </a:solidFill>
                                        <a:latin typeface="Cambria Math" panose="02040503050406030204" charset="0"/>
                                        <a:ea typeface="黑体" panose="02010609060101010101" pitchFamily="49" charset="-122"/>
                                      </a:rPr>
                                      <m:t>2</m:t>
                                    </m:r>
                                  </m:sup>
                                </m:sSup>
                                <m:r>
                                  <a:rPr kumimoji="1" lang="zh-CN" altLang="en-US" sz="2800">
                                    <a:solidFill>
                                      <a:schemeClr val="tx1">
                                        <a:lumMod val="95000"/>
                                        <a:lumOff val="5000"/>
                                      </a:schemeClr>
                                    </a:solidFill>
                                    <a:latin typeface="Cambria Math" panose="02040503050406030204" charset="0"/>
                                    <a:ea typeface="黑体" panose="02010609060101010101" pitchFamily="49" charset="-122"/>
                                  </a:rPr>
                                  <m:t>)</m:t>
                                </m:r>
                                <m:func>
                                  <m:funcPr>
                                    <m:ctrlPr>
                                      <a:rPr kumimoji="1" lang="zh-CN" altLang="en-US" sz="2800" i="1">
                                        <a:solidFill>
                                          <a:schemeClr val="tx1">
                                            <a:lumMod val="95000"/>
                                            <a:lumOff val="5000"/>
                                          </a:schemeClr>
                                        </a:solidFill>
                                        <a:latin typeface="Cambria Math" panose="02040503050406030204" charset="0"/>
                                        <a:ea typeface="黑体" panose="02010609060101010101" pitchFamily="49" charset="-122"/>
                                      </a:rPr>
                                    </m:ctrlPr>
                                  </m:funcPr>
                                  <m:fName>
                                    <m:r>
                                      <m:rPr>
                                        <m:sty m:val="p"/>
                                      </m:rPr>
                                      <a:rPr kumimoji="1" lang="zh-CN" altLang="en-US" sz="2800">
                                        <a:solidFill>
                                          <a:schemeClr val="tx1">
                                            <a:lumMod val="95000"/>
                                            <a:lumOff val="5000"/>
                                          </a:schemeClr>
                                        </a:solidFill>
                                        <a:latin typeface="Cambria Math" panose="02040503050406030204" charset="0"/>
                                        <a:ea typeface="黑体" panose="02010609060101010101" pitchFamily="49" charset="-122"/>
                                      </a:rPr>
                                      <m:t>sin</m:t>
                                    </m:r>
                                  </m:fName>
                                  <m:e>
                                    <m:f>
                                      <m:fPr>
                                        <m:ctrlPr>
                                          <a:rPr kumimoji="1" lang="zh-CN" altLang="en-US" sz="2800" i="1">
                                            <a:solidFill>
                                              <a:schemeClr val="tx1">
                                                <a:lumMod val="95000"/>
                                                <a:lumOff val="5000"/>
                                              </a:schemeClr>
                                            </a:solidFill>
                                            <a:latin typeface="Cambria Math" panose="02040503050406030204" charset="0"/>
                                            <a:ea typeface="黑体" panose="02010609060101010101" pitchFamily="49" charset="-122"/>
                                          </a:rPr>
                                        </m:ctrlPr>
                                      </m:fPr>
                                      <m:num>
                                        <m:r>
                                          <a:rPr kumimoji="1" lang="zh-CN" altLang="en-US" sz="2800">
                                            <a:solidFill>
                                              <a:schemeClr val="tx1">
                                                <a:lumMod val="95000"/>
                                                <a:lumOff val="5000"/>
                                              </a:schemeClr>
                                            </a:solidFill>
                                            <a:latin typeface="Cambria Math" panose="02040503050406030204" charset="0"/>
                                            <a:ea typeface="黑体" panose="02010609060101010101" pitchFamily="49" charset="-122"/>
                                          </a:rPr>
                                          <m:t>1</m:t>
                                        </m:r>
                                      </m:num>
                                      <m:den>
                                        <m:sSup>
                                          <m:sSupPr>
                                            <m:ctrlPr>
                                              <a:rPr kumimoji="1" lang="zh-CN" altLang="en-US" sz="2800" i="1">
                                                <a:solidFill>
                                                  <a:schemeClr val="tx1">
                                                    <a:lumMod val="95000"/>
                                                    <a:lumOff val="5000"/>
                                                  </a:schemeClr>
                                                </a:solidFill>
                                                <a:latin typeface="Cambria Math" panose="02040503050406030204" charset="0"/>
                                                <a:ea typeface="黑体" panose="02010609060101010101" pitchFamily="49" charset="-122"/>
                                              </a:rPr>
                                            </m:ctrlPr>
                                          </m:sSupPr>
                                          <m:e>
                                            <m:r>
                                              <a:rPr kumimoji="1" lang="zh-CN" altLang="en-US" sz="2800">
                                                <a:solidFill>
                                                  <a:schemeClr val="tx1">
                                                    <a:lumMod val="95000"/>
                                                    <a:lumOff val="5000"/>
                                                  </a:schemeClr>
                                                </a:solidFill>
                                                <a:latin typeface="Cambria Math" panose="02040503050406030204" charset="0"/>
                                                <a:ea typeface="黑体" panose="02010609060101010101" pitchFamily="49" charset="-122"/>
                                              </a:rPr>
                                              <m:t>𝑥</m:t>
                                            </m:r>
                                          </m:e>
                                          <m:sup>
                                            <m:r>
                                              <a:rPr kumimoji="1" lang="zh-CN" altLang="en-US" sz="2800">
                                                <a:solidFill>
                                                  <a:schemeClr val="tx1">
                                                    <a:lumMod val="95000"/>
                                                    <a:lumOff val="5000"/>
                                                  </a:schemeClr>
                                                </a:solidFill>
                                                <a:latin typeface="Cambria Math" panose="02040503050406030204" charset="0"/>
                                                <a:ea typeface="黑体" panose="02010609060101010101" pitchFamily="49" charset="-122"/>
                                              </a:rPr>
                                              <m:t>2</m:t>
                                            </m:r>
                                          </m:sup>
                                        </m:sSup>
                                        <m:r>
                                          <a:rPr kumimoji="1" lang="zh-CN" altLang="en-US" sz="2800">
                                            <a:solidFill>
                                              <a:schemeClr val="tx1">
                                                <a:lumMod val="95000"/>
                                                <a:lumOff val="5000"/>
                                              </a:schemeClr>
                                            </a:solidFill>
                                            <a:latin typeface="Cambria Math" panose="02040503050406030204" charset="0"/>
                                            <a:ea typeface="黑体" panose="02010609060101010101" pitchFamily="49" charset="-122"/>
                                          </a:rPr>
                                          <m:t>+</m:t>
                                        </m:r>
                                        <m:sSup>
                                          <m:sSupPr>
                                            <m:ctrlPr>
                                              <a:rPr kumimoji="1" lang="zh-CN" altLang="en-US" sz="2800" i="1">
                                                <a:solidFill>
                                                  <a:schemeClr val="tx1">
                                                    <a:lumMod val="95000"/>
                                                    <a:lumOff val="5000"/>
                                                  </a:schemeClr>
                                                </a:solidFill>
                                                <a:latin typeface="Cambria Math" panose="02040503050406030204" charset="0"/>
                                                <a:ea typeface="黑体" panose="02010609060101010101" pitchFamily="49" charset="-122"/>
                                              </a:rPr>
                                            </m:ctrlPr>
                                          </m:sSupPr>
                                          <m:e>
                                            <m:r>
                                              <a:rPr kumimoji="1" lang="zh-CN" altLang="en-US" sz="2800">
                                                <a:solidFill>
                                                  <a:schemeClr val="tx1">
                                                    <a:lumMod val="95000"/>
                                                    <a:lumOff val="5000"/>
                                                  </a:schemeClr>
                                                </a:solidFill>
                                                <a:latin typeface="Cambria Math" panose="02040503050406030204" charset="0"/>
                                                <a:ea typeface="黑体" panose="02010609060101010101" pitchFamily="49" charset="-122"/>
                                              </a:rPr>
                                              <m:t>𝑦</m:t>
                                            </m:r>
                                          </m:e>
                                          <m:sup>
                                            <m:r>
                                              <a:rPr kumimoji="1" lang="zh-CN" altLang="en-US" sz="2800">
                                                <a:solidFill>
                                                  <a:schemeClr val="tx1">
                                                    <a:lumMod val="95000"/>
                                                    <a:lumOff val="5000"/>
                                                  </a:schemeClr>
                                                </a:solidFill>
                                                <a:latin typeface="Cambria Math" panose="02040503050406030204" charset="0"/>
                                                <a:ea typeface="黑体" panose="02010609060101010101" pitchFamily="49" charset="-122"/>
                                              </a:rPr>
                                              <m:t>2</m:t>
                                            </m:r>
                                          </m:sup>
                                        </m:sSup>
                                      </m:den>
                                    </m:f>
                                  </m:e>
                                </m:func>
                                <m:r>
                                  <a:rPr kumimoji="1" lang="zh-CN" altLang="en-US" sz="2800">
                                    <a:solidFill>
                                      <a:schemeClr val="tx1">
                                        <a:lumMod val="95000"/>
                                        <a:lumOff val="5000"/>
                                      </a:schemeClr>
                                    </a:solidFill>
                                    <a:latin typeface="Cambria Math" panose="02040503050406030204" charset="0"/>
                                    <a:ea typeface="黑体" panose="02010609060101010101" pitchFamily="49" charset="-122"/>
                                  </a:rPr>
                                  <m:t>, </m:t>
                                </m:r>
                                <m:sSup>
                                  <m:sSupPr>
                                    <m:ctrlPr>
                                      <a:rPr kumimoji="1" lang="zh-CN" altLang="en-US" sz="2800" i="1">
                                        <a:solidFill>
                                          <a:schemeClr val="tx1">
                                            <a:lumMod val="95000"/>
                                            <a:lumOff val="5000"/>
                                          </a:schemeClr>
                                        </a:solidFill>
                                        <a:latin typeface="Cambria Math" panose="02040503050406030204" charset="0"/>
                                        <a:ea typeface="黑体" panose="02010609060101010101" pitchFamily="49" charset="-122"/>
                                      </a:rPr>
                                    </m:ctrlPr>
                                  </m:sSupPr>
                                  <m:e>
                                    <m:r>
                                      <a:rPr kumimoji="1" lang="zh-CN" altLang="en-US" sz="2800">
                                        <a:solidFill>
                                          <a:schemeClr val="tx1">
                                            <a:lumMod val="95000"/>
                                            <a:lumOff val="5000"/>
                                          </a:schemeClr>
                                        </a:solidFill>
                                        <a:latin typeface="Cambria Math" panose="02040503050406030204" charset="0"/>
                                        <a:ea typeface="黑体" panose="02010609060101010101" pitchFamily="49" charset="-122"/>
                                      </a:rPr>
                                      <m:t>𝑥</m:t>
                                    </m:r>
                                  </m:e>
                                  <m:sup>
                                    <m:r>
                                      <a:rPr kumimoji="1" lang="zh-CN" altLang="en-US" sz="2800">
                                        <a:solidFill>
                                          <a:schemeClr val="tx1">
                                            <a:lumMod val="95000"/>
                                            <a:lumOff val="5000"/>
                                          </a:schemeClr>
                                        </a:solidFill>
                                        <a:latin typeface="Cambria Math" panose="02040503050406030204" charset="0"/>
                                        <a:ea typeface="黑体" panose="02010609060101010101" pitchFamily="49" charset="-122"/>
                                      </a:rPr>
                                      <m:t>2</m:t>
                                    </m:r>
                                  </m:sup>
                                </m:sSup>
                                <m:r>
                                  <a:rPr kumimoji="1" lang="zh-CN" altLang="en-US" sz="2800">
                                    <a:solidFill>
                                      <a:schemeClr val="tx1">
                                        <a:lumMod val="95000"/>
                                        <a:lumOff val="5000"/>
                                      </a:schemeClr>
                                    </a:solidFill>
                                    <a:latin typeface="Cambria Math" panose="02040503050406030204" charset="0"/>
                                    <a:ea typeface="黑体" panose="02010609060101010101" pitchFamily="49" charset="-122"/>
                                  </a:rPr>
                                  <m:t>+</m:t>
                                </m:r>
                                <m:sSup>
                                  <m:sSupPr>
                                    <m:ctrlPr>
                                      <a:rPr kumimoji="1" lang="zh-CN" altLang="en-US" sz="2800" i="1">
                                        <a:solidFill>
                                          <a:schemeClr val="tx1">
                                            <a:lumMod val="95000"/>
                                            <a:lumOff val="5000"/>
                                          </a:schemeClr>
                                        </a:solidFill>
                                        <a:latin typeface="Cambria Math" panose="02040503050406030204" charset="0"/>
                                        <a:ea typeface="黑体" panose="02010609060101010101" pitchFamily="49" charset="-122"/>
                                      </a:rPr>
                                    </m:ctrlPr>
                                  </m:sSupPr>
                                  <m:e>
                                    <m:r>
                                      <a:rPr kumimoji="1" lang="zh-CN" altLang="en-US" sz="2800">
                                        <a:solidFill>
                                          <a:schemeClr val="tx1">
                                            <a:lumMod val="95000"/>
                                            <a:lumOff val="5000"/>
                                          </a:schemeClr>
                                        </a:solidFill>
                                        <a:latin typeface="Cambria Math" panose="02040503050406030204" charset="0"/>
                                        <a:ea typeface="黑体" panose="02010609060101010101" pitchFamily="49" charset="-122"/>
                                      </a:rPr>
                                      <m:t>𝑦</m:t>
                                    </m:r>
                                  </m:e>
                                  <m:sup>
                                    <m:r>
                                      <a:rPr kumimoji="1" lang="zh-CN" altLang="en-US" sz="2800">
                                        <a:solidFill>
                                          <a:schemeClr val="tx1">
                                            <a:lumMod val="95000"/>
                                            <a:lumOff val="5000"/>
                                          </a:schemeClr>
                                        </a:solidFill>
                                        <a:latin typeface="Cambria Math" panose="02040503050406030204" charset="0"/>
                                        <a:ea typeface="黑体" panose="02010609060101010101" pitchFamily="49" charset="-122"/>
                                      </a:rPr>
                                      <m:t>2</m:t>
                                    </m:r>
                                  </m:sup>
                                </m:sSup>
                                <m:r>
                                  <a:rPr kumimoji="1" lang="zh-CN" altLang="en-US" sz="2800">
                                    <a:solidFill>
                                      <a:schemeClr val="tx1">
                                        <a:lumMod val="95000"/>
                                        <a:lumOff val="5000"/>
                                      </a:schemeClr>
                                    </a:solidFill>
                                    <a:latin typeface="Cambria Math" panose="02040503050406030204" charset="0"/>
                                    <a:ea typeface="黑体" panose="02010609060101010101" pitchFamily="49" charset="-122"/>
                                  </a:rPr>
                                  <m:t>≠</m:t>
                                </m:r>
                                <m:r>
                                  <a:rPr kumimoji="1" lang="zh-CN" altLang="en-US" sz="2800">
                                    <a:solidFill>
                                      <a:schemeClr val="tx1">
                                        <a:lumMod val="95000"/>
                                        <a:lumOff val="5000"/>
                                      </a:schemeClr>
                                    </a:solidFill>
                                    <a:latin typeface="Cambria Math" panose="02040503050406030204" charset="0"/>
                                    <a:ea typeface="黑体" panose="02010609060101010101" pitchFamily="49" charset="-122"/>
                                  </a:rPr>
                                  <m:t>0</m:t>
                                </m:r>
                                <m:r>
                                  <a:rPr kumimoji="1" lang="zh-CN" altLang="en-US" sz="2800">
                                    <a:solidFill>
                                      <a:schemeClr val="tx1">
                                        <a:lumMod val="95000"/>
                                        <a:lumOff val="5000"/>
                                      </a:schemeClr>
                                    </a:solidFill>
                                    <a:latin typeface="Cambria Math" panose="02040503050406030204" charset="0"/>
                                    <a:ea typeface="黑体" panose="02010609060101010101" pitchFamily="49" charset="-122"/>
                                  </a:rPr>
                                  <m:t>,</m:t>
                                </m:r>
                              </m:e>
                            </m:mr>
                            <m:mr>
                              <m:e>
                                <m:r>
                                  <a:rPr kumimoji="1" lang="zh-CN" altLang="en-US" sz="2800">
                                    <a:solidFill>
                                      <a:schemeClr val="tx1">
                                        <a:lumMod val="95000"/>
                                        <a:lumOff val="5000"/>
                                      </a:schemeClr>
                                    </a:solidFill>
                                    <a:latin typeface="Cambria Math" panose="02040503050406030204" charset="0"/>
                                    <a:ea typeface="黑体" panose="02010609060101010101" pitchFamily="49" charset="-122"/>
                                  </a:rPr>
                                  <m:t>0</m:t>
                                </m:r>
                                <m:r>
                                  <a:rPr kumimoji="1" lang="zh-CN" altLang="en-US" sz="2800">
                                    <a:solidFill>
                                      <a:schemeClr val="tx1">
                                        <a:lumMod val="95000"/>
                                        <a:lumOff val="5000"/>
                                      </a:schemeClr>
                                    </a:solidFill>
                                    <a:latin typeface="Cambria Math" panose="02040503050406030204" charset="0"/>
                                    <a:ea typeface="黑体" panose="02010609060101010101" pitchFamily="49" charset="-122"/>
                                  </a:rPr>
                                  <m:t>,             </m:t>
                                </m:r>
                                <m:r>
                                  <a:rPr kumimoji="1" lang="en-US" altLang="zh-CN" sz="2800" b="0" i="0" smtClean="0">
                                    <a:solidFill>
                                      <a:schemeClr val="tx1">
                                        <a:lumMod val="95000"/>
                                        <a:lumOff val="5000"/>
                                      </a:schemeClr>
                                    </a:solidFill>
                                    <a:latin typeface="Cambria Math" panose="02040503050406030204" charset="0"/>
                                    <a:ea typeface="黑体" panose="02010609060101010101" pitchFamily="49" charset="-122"/>
                                  </a:rPr>
                                  <m:t> </m:t>
                                </m:r>
                                <m:r>
                                  <a:rPr kumimoji="1" lang="zh-CN" altLang="en-US" sz="2800">
                                    <a:solidFill>
                                      <a:schemeClr val="tx1">
                                        <a:lumMod val="95000"/>
                                        <a:lumOff val="5000"/>
                                      </a:schemeClr>
                                    </a:solidFill>
                                    <a:latin typeface="Cambria Math" panose="02040503050406030204" charset="0"/>
                                    <a:ea typeface="黑体" panose="02010609060101010101" pitchFamily="49" charset="-122"/>
                                  </a:rPr>
                                  <m:t>            </m:t>
                                </m:r>
                                <m:r>
                                  <a:rPr kumimoji="1" lang="zh-CN" altLang="en-US" sz="2800" smtClean="0">
                                    <a:solidFill>
                                      <a:schemeClr val="tx1">
                                        <a:lumMod val="95000"/>
                                        <a:lumOff val="5000"/>
                                      </a:schemeClr>
                                    </a:solidFill>
                                    <a:latin typeface="Cambria Math" panose="02040503050406030204" charset="0"/>
                                    <a:ea typeface="黑体" panose="02010609060101010101" pitchFamily="49" charset="-122"/>
                                  </a:rPr>
                                  <m:t> </m:t>
                                </m:r>
                                <m:r>
                                  <a:rPr kumimoji="1" lang="zh-CN" altLang="en-US" sz="2800">
                                    <a:solidFill>
                                      <a:schemeClr val="tx1">
                                        <a:lumMod val="95000"/>
                                        <a:lumOff val="5000"/>
                                      </a:schemeClr>
                                    </a:solidFill>
                                    <a:latin typeface="Cambria Math" panose="02040503050406030204" charset="0"/>
                                    <a:ea typeface="黑体" panose="02010609060101010101" pitchFamily="49" charset="-122"/>
                                  </a:rPr>
                                  <m:t> </m:t>
                                </m:r>
                                <m:sSup>
                                  <m:sSupPr>
                                    <m:ctrlPr>
                                      <a:rPr kumimoji="1" lang="zh-CN" altLang="en-US" sz="2800" i="1">
                                        <a:solidFill>
                                          <a:schemeClr val="tx1">
                                            <a:lumMod val="95000"/>
                                            <a:lumOff val="5000"/>
                                          </a:schemeClr>
                                        </a:solidFill>
                                        <a:latin typeface="Cambria Math" panose="02040503050406030204" charset="0"/>
                                        <a:ea typeface="黑体" panose="02010609060101010101" pitchFamily="49" charset="-122"/>
                                      </a:rPr>
                                    </m:ctrlPr>
                                  </m:sSupPr>
                                  <m:e>
                                    <m:r>
                                      <a:rPr kumimoji="1" lang="zh-CN" altLang="en-US" sz="2800">
                                        <a:solidFill>
                                          <a:schemeClr val="tx1">
                                            <a:lumMod val="95000"/>
                                            <a:lumOff val="5000"/>
                                          </a:schemeClr>
                                        </a:solidFill>
                                        <a:latin typeface="Cambria Math" panose="02040503050406030204" charset="0"/>
                                        <a:ea typeface="黑体" panose="02010609060101010101" pitchFamily="49" charset="-122"/>
                                      </a:rPr>
                                      <m:t>𝑥</m:t>
                                    </m:r>
                                  </m:e>
                                  <m:sup>
                                    <m:r>
                                      <a:rPr kumimoji="1" lang="zh-CN" altLang="en-US" sz="2800">
                                        <a:solidFill>
                                          <a:schemeClr val="tx1">
                                            <a:lumMod val="95000"/>
                                            <a:lumOff val="5000"/>
                                          </a:schemeClr>
                                        </a:solidFill>
                                        <a:latin typeface="Cambria Math" panose="02040503050406030204" charset="0"/>
                                        <a:ea typeface="黑体" panose="02010609060101010101" pitchFamily="49" charset="-122"/>
                                      </a:rPr>
                                      <m:t>2</m:t>
                                    </m:r>
                                  </m:sup>
                                </m:sSup>
                                <m:r>
                                  <a:rPr kumimoji="1" lang="zh-CN" altLang="en-US" sz="2800">
                                    <a:solidFill>
                                      <a:schemeClr val="tx1">
                                        <a:lumMod val="95000"/>
                                        <a:lumOff val="5000"/>
                                      </a:schemeClr>
                                    </a:solidFill>
                                    <a:latin typeface="Cambria Math" panose="02040503050406030204" charset="0"/>
                                    <a:ea typeface="黑体" panose="02010609060101010101" pitchFamily="49" charset="-122"/>
                                  </a:rPr>
                                  <m:t>+</m:t>
                                </m:r>
                                <m:sSup>
                                  <m:sSupPr>
                                    <m:ctrlPr>
                                      <a:rPr kumimoji="1" lang="zh-CN" altLang="en-US" sz="2800" i="1">
                                        <a:solidFill>
                                          <a:schemeClr val="tx1">
                                            <a:lumMod val="95000"/>
                                            <a:lumOff val="5000"/>
                                          </a:schemeClr>
                                        </a:solidFill>
                                        <a:latin typeface="Cambria Math" panose="02040503050406030204" charset="0"/>
                                        <a:ea typeface="黑体" panose="02010609060101010101" pitchFamily="49" charset="-122"/>
                                      </a:rPr>
                                    </m:ctrlPr>
                                  </m:sSupPr>
                                  <m:e>
                                    <m:r>
                                      <a:rPr kumimoji="1" lang="zh-CN" altLang="en-US" sz="2800">
                                        <a:solidFill>
                                          <a:schemeClr val="tx1">
                                            <a:lumMod val="95000"/>
                                            <a:lumOff val="5000"/>
                                          </a:schemeClr>
                                        </a:solidFill>
                                        <a:latin typeface="Cambria Math" panose="02040503050406030204" charset="0"/>
                                        <a:ea typeface="黑体" panose="02010609060101010101" pitchFamily="49" charset="-122"/>
                                      </a:rPr>
                                      <m:t>𝑦</m:t>
                                    </m:r>
                                  </m:e>
                                  <m:sup>
                                    <m:r>
                                      <a:rPr kumimoji="1" lang="zh-CN" altLang="en-US" sz="2800">
                                        <a:solidFill>
                                          <a:schemeClr val="tx1">
                                            <a:lumMod val="95000"/>
                                            <a:lumOff val="5000"/>
                                          </a:schemeClr>
                                        </a:solidFill>
                                        <a:latin typeface="Cambria Math" panose="02040503050406030204" charset="0"/>
                                        <a:ea typeface="黑体" panose="02010609060101010101" pitchFamily="49" charset="-122"/>
                                      </a:rPr>
                                      <m:t>2</m:t>
                                    </m:r>
                                  </m:sup>
                                </m:sSup>
                                <m:r>
                                  <a:rPr kumimoji="1" lang="zh-CN" altLang="en-US" sz="2800">
                                    <a:solidFill>
                                      <a:schemeClr val="tx1">
                                        <a:lumMod val="95000"/>
                                        <a:lumOff val="5000"/>
                                      </a:schemeClr>
                                    </a:solidFill>
                                    <a:latin typeface="Cambria Math" panose="02040503050406030204" charset="0"/>
                                    <a:ea typeface="黑体" panose="02010609060101010101" pitchFamily="49" charset="-122"/>
                                  </a:rPr>
                                  <m:t>=</m:t>
                                </m:r>
                                <m:r>
                                  <a:rPr kumimoji="1" lang="zh-CN" altLang="en-US" sz="2800">
                                    <a:solidFill>
                                      <a:schemeClr val="tx1">
                                        <a:lumMod val="95000"/>
                                        <a:lumOff val="5000"/>
                                      </a:schemeClr>
                                    </a:solidFill>
                                    <a:latin typeface="Cambria Math" panose="02040503050406030204" charset="0"/>
                                    <a:ea typeface="黑体" panose="02010609060101010101" pitchFamily="49" charset="-122"/>
                                  </a:rPr>
                                  <m:t>0</m:t>
                                </m:r>
                                <m:r>
                                  <a:rPr kumimoji="1" lang="zh-CN" altLang="en-US" sz="2800">
                                    <a:solidFill>
                                      <a:schemeClr val="tx1">
                                        <a:lumMod val="95000"/>
                                        <a:lumOff val="5000"/>
                                      </a:schemeClr>
                                    </a:solidFill>
                                    <a:latin typeface="Cambria Math" panose="02040503050406030204" charset="0"/>
                                    <a:ea typeface="黑体" panose="02010609060101010101" pitchFamily="49" charset="-122"/>
                                  </a:rPr>
                                  <m:t> </m:t>
                                </m:r>
                              </m:e>
                            </m:mr>
                          </m:m>
                        </m:e>
                      </m:d>
                    </m:oMath>
                  </m:oMathPara>
                </a14:m>
                <a:endParaRPr kumimoji="1" lang="zh-CN" altLang="en-US" sz="2800" dirty="0">
                  <a:solidFill>
                    <a:schemeClr val="tx1">
                      <a:lumMod val="95000"/>
                      <a:lumOff val="5000"/>
                    </a:schemeClr>
                  </a:solidFill>
                  <a:latin typeface="Cambria Math" panose="02040503050406030204" charset="0"/>
                  <a:ea typeface="黑体" panose="02010609060101010101" pitchFamily="49" charset="-122"/>
                </a:endParaRPr>
              </a:p>
            </p:txBody>
          </p:sp>
        </mc:Choice>
        <mc:Fallback>
          <p:sp>
            <p:nvSpPr>
              <p:cNvPr id="3" name="对象 2"/>
              <p:cNvSpPr txBox="1">
                <a:spLocks noRot="1" noChangeAspect="1" noMove="1" noResize="1" noEditPoints="1" noAdjustHandles="1" noChangeArrowheads="1" noChangeShapeType="1" noTextEdit="1"/>
              </p:cNvSpPr>
              <p:nvPr/>
            </p:nvSpPr>
            <p:spPr>
              <a:xfrm>
                <a:off x="2789237" y="2525712"/>
                <a:ext cx="7553325" cy="1751013"/>
              </a:xfrm>
              <a:prstGeom prst="rect">
                <a:avLst/>
              </a:prstGeom>
              <a:blipFill rotWithShape="1">
                <a:blip r:embed="rId3"/>
                <a:stretch>
                  <a:fillRect l="-4" t="-18" r="4"/>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5" name="Object 7"/>
              <p:cNvSpPr txBox="1"/>
              <p:nvPr/>
            </p:nvSpPr>
            <p:spPr bwMode="auto">
              <a:xfrm>
                <a:off x="1951867" y="3132138"/>
                <a:ext cx="837370" cy="519112"/>
              </a:xfrm>
              <a:prstGeom prst="rect">
                <a:avLst/>
              </a:prstGeom>
              <a:noFill/>
              <a:ln>
                <a:noFill/>
              </a:ln>
              <a:effectLst/>
            </p:spPr>
            <p:txBody>
              <a:bodyPr>
                <a:noAutofit/>
              </a:bodyPr>
              <a:lstStyle/>
              <a:p>
                <a14:m>
                  <m:oMathPara xmlns:m="http://schemas.openxmlformats.org/officeDocument/2006/math">
                    <m:oMathParaPr>
                      <m:jc m:val="left"/>
                    </m:oMathParaPr>
                    <m:oMath xmlns:m="http://schemas.openxmlformats.org/officeDocument/2006/math">
                      <m:r>
                        <a:rPr kumimoji="1" lang="zh-CN" altLang="en-US" sz="2800">
                          <a:solidFill>
                            <a:schemeClr val="tx1">
                              <a:lumMod val="95000"/>
                              <a:lumOff val="5000"/>
                            </a:schemeClr>
                          </a:solidFill>
                          <a:latin typeface="Cambria Math" panose="02040503050406030204" charset="0"/>
                          <a:ea typeface="黑体" panose="02010609060101010101" pitchFamily="49" charset="-122"/>
                        </a:rPr>
                        <m:t>函数</m:t>
                      </m:r>
                    </m:oMath>
                  </m:oMathPara>
                </a14:m>
                <a:endParaRPr kumimoji="1" lang="zh-CN" altLang="en-US" sz="2800" dirty="0">
                  <a:solidFill>
                    <a:schemeClr val="tx1">
                      <a:lumMod val="95000"/>
                      <a:lumOff val="5000"/>
                    </a:schemeClr>
                  </a:solidFill>
                  <a:latin typeface="Cambria Math" panose="02040503050406030204" charset="0"/>
                  <a:ea typeface="黑体" panose="02010609060101010101" pitchFamily="49" charset="-122"/>
                </a:endParaRPr>
              </a:p>
            </p:txBody>
          </p:sp>
        </mc:Choice>
        <mc:Fallback>
          <p:sp>
            <p:nvSpPr>
              <p:cNvPr id="5" name="Object 7"/>
              <p:cNvSpPr txBox="1">
                <a:spLocks noRot="1" noChangeAspect="1" noMove="1" noResize="1" noEditPoints="1" noAdjustHandles="1" noChangeArrowheads="1" noChangeShapeType="1" noTextEdit="1"/>
              </p:cNvSpPr>
              <p:nvPr/>
            </p:nvSpPr>
            <p:spPr bwMode="auto">
              <a:xfrm>
                <a:off x="1951867" y="3132138"/>
                <a:ext cx="837370" cy="519112"/>
              </a:xfrm>
              <a:prstGeom prst="rect">
                <a:avLst/>
              </a:prstGeom>
              <a:blipFill rotWithShape="1">
                <a:blip r:embed="rId4"/>
                <a:stretch>
                  <a:fillRect l="-61" t="-61" r="38"/>
                </a:stretch>
              </a:blipFill>
              <a:ln>
                <a:noFill/>
              </a:ln>
              <a:effectLst/>
            </p:spPr>
            <p:txBody>
              <a:bodyPr/>
              <a:lstStyle/>
              <a:p>
                <a:r>
                  <a:rPr lang="zh-CN" altLang="en-US">
                    <a:noFill/>
                  </a:rPr>
                  <a:t> </a:t>
                </a:r>
              </a:p>
            </p:txBody>
          </p:sp>
        </mc:Fallback>
      </mc:AlternateContent>
      <p:grpSp>
        <p:nvGrpSpPr>
          <p:cNvPr id="10" name="组合 9"/>
          <p:cNvGrpSpPr/>
          <p:nvPr/>
        </p:nvGrpSpPr>
        <p:grpSpPr>
          <a:xfrm>
            <a:off x="2082360" y="1915675"/>
            <a:ext cx="1107440" cy="448945"/>
            <a:chOff x="1553" y="3803"/>
            <a:chExt cx="1744" cy="707"/>
          </a:xfrm>
        </p:grpSpPr>
        <p:sp>
          <p:nvSpPr>
            <p:cNvPr id="11" name="圆角矩形 3"/>
            <p:cNvSpPr/>
            <p:nvPr/>
          </p:nvSpPr>
          <p:spPr>
            <a:xfrm>
              <a:off x="1553" y="3803"/>
              <a:ext cx="1684" cy="707"/>
            </a:xfrm>
            <a:prstGeom prst="roundRect">
              <a:avLst/>
            </a:prstGeom>
            <a:solidFill>
              <a:srgbClr val="0492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00">
                <a:latin typeface="微软雅黑" panose="020B0503020204020204" pitchFamily="34" charset="-122"/>
                <a:ea typeface="微软雅黑" panose="020B0503020204020204" pitchFamily="34" charset="-122"/>
              </a:endParaRPr>
            </a:p>
          </p:txBody>
        </p:sp>
        <p:sp>
          <p:nvSpPr>
            <p:cNvPr id="12" name="Text Box 28"/>
            <p:cNvSpPr txBox="1">
              <a:spLocks noChangeArrowheads="1"/>
            </p:cNvSpPr>
            <p:nvPr/>
          </p:nvSpPr>
          <p:spPr bwMode="auto">
            <a:xfrm>
              <a:off x="1672" y="3810"/>
              <a:ext cx="1625" cy="67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0" tIns="0" bIns="0">
              <a:spAutoFit/>
            </a:bodyPr>
            <a:lstStyle>
              <a:lvl1pPr>
                <a:lnSpc>
                  <a:spcPct val="85000"/>
                </a:lnSpc>
                <a:defRPr kumimoji="1" sz="2800" b="1">
                  <a:solidFill>
                    <a:schemeClr val="tx2"/>
                  </a:solidFill>
                  <a:latin typeface="Times New Roman" panose="02020603050405020304" pitchFamily="18" charset="0"/>
                  <a:ea typeface="楷体_GB2312" pitchFamily="49" charset="-122"/>
                </a:defRPr>
              </a:lvl1pPr>
              <a:lvl2pPr marL="742950" indent="-285750">
                <a:lnSpc>
                  <a:spcPct val="85000"/>
                </a:lnSpc>
                <a:defRPr kumimoji="1" sz="2800" b="1">
                  <a:solidFill>
                    <a:schemeClr val="tx2"/>
                  </a:solidFill>
                  <a:latin typeface="Times New Roman" panose="02020603050405020304" pitchFamily="18" charset="0"/>
                  <a:ea typeface="楷体_GB2312" pitchFamily="49" charset="-122"/>
                </a:defRPr>
              </a:lvl2pPr>
              <a:lvl3pPr marL="1143000" indent="-228600">
                <a:lnSpc>
                  <a:spcPct val="85000"/>
                </a:lnSpc>
                <a:defRPr kumimoji="1" sz="2800" b="1">
                  <a:solidFill>
                    <a:schemeClr val="tx2"/>
                  </a:solidFill>
                  <a:latin typeface="Times New Roman" panose="02020603050405020304" pitchFamily="18" charset="0"/>
                  <a:ea typeface="楷体_GB2312" pitchFamily="49" charset="-122"/>
                </a:defRPr>
              </a:lvl3pPr>
              <a:lvl4pPr marL="1600200" indent="-228600">
                <a:lnSpc>
                  <a:spcPct val="85000"/>
                </a:lnSpc>
                <a:defRPr kumimoji="1" sz="2800" b="1">
                  <a:solidFill>
                    <a:schemeClr val="tx2"/>
                  </a:solidFill>
                  <a:latin typeface="Times New Roman" panose="02020603050405020304" pitchFamily="18" charset="0"/>
                  <a:ea typeface="楷体_GB2312" pitchFamily="49" charset="-122"/>
                </a:defRPr>
              </a:lvl4pPr>
              <a:lvl5pPr marL="2057400" indent="-228600">
                <a:lnSpc>
                  <a:spcPct val="85000"/>
                </a:lnSpc>
                <a:defRPr kumimoji="1" sz="2800" b="1">
                  <a:solidFill>
                    <a:schemeClr val="tx2"/>
                  </a:solidFill>
                  <a:latin typeface="Times New Roman" panose="02020603050405020304" pitchFamily="18" charset="0"/>
                  <a:ea typeface="楷体_GB2312" pitchFamily="49" charset="-122"/>
                </a:defRPr>
              </a:lvl5pPr>
              <a:lvl6pPr marL="2514600" indent="-228600" eaLnBrk="0" fontAlgn="base" hangingPunct="0">
                <a:lnSpc>
                  <a:spcPct val="85000"/>
                </a:lnSpc>
                <a:spcBef>
                  <a:spcPct val="0"/>
                </a:spcBef>
                <a:spcAft>
                  <a:spcPct val="0"/>
                </a:spcAft>
                <a:defRPr kumimoji="1" sz="2800" b="1">
                  <a:solidFill>
                    <a:schemeClr val="tx2"/>
                  </a:solidFill>
                  <a:latin typeface="Times New Roman" panose="02020603050405020304" pitchFamily="18" charset="0"/>
                  <a:ea typeface="楷体_GB2312" pitchFamily="49" charset="-122"/>
                </a:defRPr>
              </a:lvl6pPr>
              <a:lvl7pPr marL="2971800" indent="-228600" eaLnBrk="0" fontAlgn="base" hangingPunct="0">
                <a:lnSpc>
                  <a:spcPct val="85000"/>
                </a:lnSpc>
                <a:spcBef>
                  <a:spcPct val="0"/>
                </a:spcBef>
                <a:spcAft>
                  <a:spcPct val="0"/>
                </a:spcAft>
                <a:defRPr kumimoji="1" sz="2800" b="1">
                  <a:solidFill>
                    <a:schemeClr val="tx2"/>
                  </a:solidFill>
                  <a:latin typeface="Times New Roman" panose="02020603050405020304" pitchFamily="18" charset="0"/>
                  <a:ea typeface="楷体_GB2312" pitchFamily="49" charset="-122"/>
                </a:defRPr>
              </a:lvl7pPr>
              <a:lvl8pPr marL="3429000" indent="-228600" eaLnBrk="0" fontAlgn="base" hangingPunct="0">
                <a:lnSpc>
                  <a:spcPct val="85000"/>
                </a:lnSpc>
                <a:spcBef>
                  <a:spcPct val="0"/>
                </a:spcBef>
                <a:spcAft>
                  <a:spcPct val="0"/>
                </a:spcAft>
                <a:defRPr kumimoji="1" sz="2800" b="1">
                  <a:solidFill>
                    <a:schemeClr val="tx2"/>
                  </a:solidFill>
                  <a:latin typeface="Times New Roman" panose="02020603050405020304" pitchFamily="18" charset="0"/>
                  <a:ea typeface="楷体_GB2312" pitchFamily="49" charset="-122"/>
                </a:defRPr>
              </a:lvl8pPr>
              <a:lvl9pPr marL="3886200" indent="-228600" eaLnBrk="0" fontAlgn="base" hangingPunct="0">
                <a:lnSpc>
                  <a:spcPct val="85000"/>
                </a:lnSpc>
                <a:spcBef>
                  <a:spcPct val="0"/>
                </a:spcBef>
                <a:spcAft>
                  <a:spcPct val="0"/>
                </a:spcAft>
                <a:defRPr kumimoji="1" sz="2800" b="1">
                  <a:solidFill>
                    <a:schemeClr val="tx2"/>
                  </a:solidFill>
                  <a:latin typeface="Times New Roman" panose="02020603050405020304" pitchFamily="18" charset="0"/>
                  <a:ea typeface="楷体_GB2312" pitchFamily="49" charset="-122"/>
                </a:defRPr>
              </a:lvl9pPr>
            </a:lstStyle>
            <a:p>
              <a:pPr marL="0" marR="0" lvl="0" indent="0" algn="l" defTabSz="914400" rtl="0" eaLnBrk="1" fontAlgn="base" latinLnBrk="0" hangingPunct="1">
                <a:lnSpc>
                  <a:spcPct val="100000"/>
                </a:lnSpc>
                <a:spcBef>
                  <a:spcPct val="50000"/>
                </a:spcBef>
                <a:spcAft>
                  <a:spcPct val="0"/>
                </a:spcAft>
                <a:buClrTx/>
                <a:buSzTx/>
                <a:buFontTx/>
                <a:buNone/>
                <a:defRPr/>
              </a:pPr>
              <a:r>
                <a:rPr kumimoji="1" lang="zh-CN" altLang="en-US" b="1" kern="0"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lt"/>
                </a:rPr>
                <a:t>反例</a:t>
              </a:r>
              <a:r>
                <a:rPr kumimoji="1" lang="en-US" altLang="zh-CN" b="1" kern="0"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lt"/>
                </a:rPr>
                <a:t>2</a:t>
              </a:r>
              <a:endParaRPr kumimoji="1" lang="zh-CN" altLang="en-US" b="1" kern="0"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wipe(left)">
                                      <p:cBhvr>
                                        <p:cTn id="7" dur="5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wipe(left)">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wipe(left)">
                                      <p:cBhvr>
                                        <p:cTn id="17" dur="500"/>
                                        <p:tgtEl>
                                          <p:spTgt spid="3"/>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2"/>
                                        </p:tgtEl>
                                        <p:attrNameLst>
                                          <p:attrName>style.visibility</p:attrName>
                                        </p:attrNameLst>
                                      </p:cBhvr>
                                      <p:to>
                                        <p:strVal val="visible"/>
                                      </p:to>
                                    </p:set>
                                    <p:animEffect transition="in" filter="wipe(left)">
                                      <p:cBhvr>
                                        <p:cTn id="22"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5"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18" name="矩形 17"/>
              <p:cNvSpPr/>
              <p:nvPr/>
            </p:nvSpPr>
            <p:spPr>
              <a:xfrm>
                <a:off x="687959" y="536260"/>
                <a:ext cx="10817352" cy="5799897"/>
              </a:xfrm>
              <a:prstGeom prst="rect">
                <a:avLst/>
              </a:prstGeom>
              <a:solidFill>
                <a:schemeClr val="bg1"/>
              </a:solidFill>
              <a:ln>
                <a:noFill/>
              </a:ln>
              <a:effectLst>
                <a:outerShdw blurRad="63500" sx="102000" sy="102000" algn="ctr" rotWithShape="0">
                  <a:prstClr val="black">
                    <a:alpha val="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kumimoji="1" lang="en-US" altLang="zh-CN" dirty="0">
                          <a:latin typeface="Cambria Math" panose="02040503050406030204" charset="0"/>
                          <a:ea typeface="黑体" panose="02010609060101010101" pitchFamily="49" charset="-122"/>
                          <a:cs typeface="Cambria Math" panose="02040503050406030204" charset="0"/>
                        </a:rPr>
                        <m:t>,</m:t>
                      </m:r>
                    </m:oMath>
                  </m:oMathPara>
                </a14:m>
                <a:endParaRPr lang="zh-CN" altLang="en-US"/>
              </a:p>
            </p:txBody>
          </p:sp>
        </mc:Choice>
        <mc:Fallback>
          <p:sp>
            <p:nvSpPr>
              <p:cNvPr id="18" name="矩形 17"/>
              <p:cNvSpPr>
                <a:spLocks noRot="1" noChangeAspect="1" noMove="1" noResize="1" noEditPoints="1" noAdjustHandles="1" noChangeArrowheads="1" noChangeShapeType="1" noTextEdit="1"/>
              </p:cNvSpPr>
              <p:nvPr/>
            </p:nvSpPr>
            <p:spPr>
              <a:xfrm>
                <a:off x="687959" y="536260"/>
                <a:ext cx="10817352" cy="5799897"/>
              </a:xfrm>
              <a:prstGeom prst="rect">
                <a:avLst/>
              </a:prstGeom>
              <a:blipFill rotWithShape="1">
                <a:blip r:embed="rId1"/>
                <a:stretch>
                  <a:fillRect l="-1499" t="-1932" r="-1493" b="-1914"/>
                </a:stretch>
              </a:blipFill>
              <a:ln>
                <a:noFill/>
              </a:ln>
              <a:effectLst>
                <a:outerShdw blurRad="63500" sx="102000" sy="102000" algn="ctr" rotWithShape="0">
                  <a:prstClr val="black">
                    <a:alpha val="9000"/>
                  </a:prstClr>
                </a:outerShdw>
              </a:effectLst>
            </p:spPr>
            <p:style>
              <a:lnRef idx="2">
                <a:schemeClr val="accent1">
                  <a:shade val="50000"/>
                </a:schemeClr>
              </a:lnRef>
              <a:fillRef idx="1">
                <a:schemeClr val="accent1"/>
              </a:fillRef>
              <a:effectRef idx="0">
                <a:schemeClr val="accent1"/>
              </a:effectRef>
              <a:fontRef idx="minor">
                <a:schemeClr val="lt1"/>
              </a:fontRef>
            </p:style>
            <p:txBody>
              <a:bodyPr/>
              <a:lstStyle/>
              <a:p>
                <a:r>
                  <a:rPr lang="zh-CN" altLang="en-US">
                    <a:noFill/>
                  </a:rPr>
                  <a:t> </a:t>
                </a:r>
              </a:p>
            </p:txBody>
          </p:sp>
        </mc:Fallback>
      </mc:AlternateContent>
      <p:sp>
        <p:nvSpPr>
          <p:cNvPr id="19" name="半闭框 18"/>
          <p:cNvSpPr/>
          <p:nvPr/>
        </p:nvSpPr>
        <p:spPr>
          <a:xfrm>
            <a:off x="687324" y="536434"/>
            <a:ext cx="681355" cy="739173"/>
          </a:xfrm>
          <a:prstGeom prst="halfFrame">
            <a:avLst>
              <a:gd name="adj1" fmla="val 7739"/>
              <a:gd name="adj2" fmla="val 6987"/>
            </a:avLst>
          </a:prstGeom>
          <a:gradFill flip="none" rotWithShape="1">
            <a:gsLst>
              <a:gs pos="0">
                <a:schemeClr val="bg1"/>
              </a:gs>
              <a:gs pos="46000">
                <a:srgbClr val="039463"/>
              </a:gs>
              <a:gs pos="100000">
                <a:schemeClr val="bg1"/>
              </a:gs>
            </a:gsLst>
            <a:path path="circle">
              <a:fillToRect t="100000" r="100000"/>
            </a:path>
            <a:tileRect l="-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20" name="半闭框 19"/>
          <p:cNvSpPr/>
          <p:nvPr/>
        </p:nvSpPr>
        <p:spPr>
          <a:xfrm flipH="1">
            <a:off x="10823530" y="535820"/>
            <a:ext cx="681146" cy="739134"/>
          </a:xfrm>
          <a:prstGeom prst="halfFrame">
            <a:avLst>
              <a:gd name="adj1" fmla="val 7739"/>
              <a:gd name="adj2" fmla="val 6987"/>
            </a:avLst>
          </a:prstGeom>
          <a:gradFill flip="none" rotWithShape="1">
            <a:gsLst>
              <a:gs pos="0">
                <a:schemeClr val="bg1"/>
              </a:gs>
              <a:gs pos="46000">
                <a:srgbClr val="039463"/>
              </a:gs>
              <a:gs pos="100000">
                <a:schemeClr val="bg1"/>
              </a:gs>
            </a:gsLst>
            <a:path path="circle">
              <a:fillToRect t="100000" r="100000"/>
            </a:path>
            <a:tileRect l="-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21" name="半闭框 20"/>
          <p:cNvSpPr/>
          <p:nvPr/>
        </p:nvSpPr>
        <p:spPr>
          <a:xfrm flipV="1">
            <a:off x="687324" y="5665394"/>
            <a:ext cx="681355" cy="673517"/>
          </a:xfrm>
          <a:prstGeom prst="halfFrame">
            <a:avLst>
              <a:gd name="adj1" fmla="val 7739"/>
              <a:gd name="adj2" fmla="val 6987"/>
            </a:avLst>
          </a:prstGeom>
          <a:gradFill flip="none" rotWithShape="1">
            <a:gsLst>
              <a:gs pos="0">
                <a:schemeClr val="bg1"/>
              </a:gs>
              <a:gs pos="46000">
                <a:srgbClr val="039463"/>
              </a:gs>
              <a:gs pos="100000">
                <a:schemeClr val="bg1"/>
              </a:gs>
            </a:gsLst>
            <a:path path="circle">
              <a:fillToRect t="100000" r="100000"/>
            </a:path>
            <a:tileRect l="-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200">
              <a:solidFill>
                <a:schemeClr val="tx1"/>
              </a:solidFill>
            </a:endParaRPr>
          </a:p>
        </p:txBody>
      </p:sp>
      <p:sp>
        <p:nvSpPr>
          <p:cNvPr id="22" name="半闭框 21"/>
          <p:cNvSpPr/>
          <p:nvPr/>
        </p:nvSpPr>
        <p:spPr>
          <a:xfrm flipH="1" flipV="1">
            <a:off x="10824165" y="5642774"/>
            <a:ext cx="681146" cy="693383"/>
          </a:xfrm>
          <a:prstGeom prst="halfFrame">
            <a:avLst>
              <a:gd name="adj1" fmla="val 7739"/>
              <a:gd name="adj2" fmla="val 6987"/>
            </a:avLst>
          </a:prstGeom>
          <a:gradFill flip="none" rotWithShape="1">
            <a:gsLst>
              <a:gs pos="0">
                <a:schemeClr val="bg1"/>
              </a:gs>
              <a:gs pos="46000">
                <a:srgbClr val="039463"/>
              </a:gs>
              <a:gs pos="100000">
                <a:schemeClr val="bg1"/>
              </a:gs>
            </a:gsLst>
            <a:path path="circle">
              <a:fillToRect t="100000" r="100000"/>
            </a:path>
            <a:tileRect l="-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2" name="Text Box 221"/>
          <p:cNvSpPr txBox="1">
            <a:spLocks noChangeArrowheads="1"/>
          </p:cNvSpPr>
          <p:nvPr/>
        </p:nvSpPr>
        <p:spPr bwMode="auto">
          <a:xfrm>
            <a:off x="2378564" y="3236936"/>
            <a:ext cx="945661" cy="52322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square">
            <a:spAutoFit/>
          </a:bodyPr>
          <a:lstStyle/>
          <a:p>
            <a:pPr eaLnBrk="1" hangingPunct="1">
              <a:spcBef>
                <a:spcPct val="50000"/>
              </a:spcBef>
              <a:defRPr/>
            </a:pPr>
            <a:r>
              <a:rPr kumimoji="1" lang="zh-CN" altLang="en-US" sz="2800" b="1" kern="0" dirty="0">
                <a:solidFill>
                  <a:srgbClr val="04926A"/>
                </a:solidFill>
                <a:latin typeface="微软雅黑" panose="020B0503020204020204" pitchFamily="34" charset="-122"/>
                <a:ea typeface="微软雅黑" panose="020B0503020204020204" pitchFamily="34" charset="-122"/>
              </a:rPr>
              <a:t>证</a:t>
            </a:r>
            <a:endParaRPr kumimoji="1" lang="zh-CN" altLang="en-US" sz="2800" b="1" kern="0" dirty="0">
              <a:solidFill>
                <a:srgbClr val="04926A"/>
              </a:solidFill>
              <a:latin typeface="微软雅黑" panose="020B0503020204020204" pitchFamily="34" charset="-122"/>
              <a:ea typeface="微软雅黑" panose="020B0503020204020204" pitchFamily="34" charset="-122"/>
            </a:endParaRPr>
          </a:p>
        </p:txBody>
      </p:sp>
      <p:sp>
        <p:nvSpPr>
          <p:cNvPr id="3" name="Text Box 271"/>
          <p:cNvSpPr txBox="1">
            <a:spLocks noChangeArrowheads="1"/>
          </p:cNvSpPr>
          <p:nvPr/>
        </p:nvSpPr>
        <p:spPr bwMode="auto">
          <a:xfrm>
            <a:off x="3437136" y="4952891"/>
            <a:ext cx="1944687" cy="430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800" b="1">
                <a:solidFill>
                  <a:schemeClr val="tx1"/>
                </a:solidFill>
                <a:latin typeface="Times New Roman" panose="02020603050405020304" pitchFamily="18" charset="0"/>
                <a:ea typeface="黑体" panose="02010609060101010101" pitchFamily="49" charset="-122"/>
              </a:defRPr>
            </a:lvl1pPr>
            <a:lvl2pPr marL="742950" indent="-285750">
              <a:defRPr sz="2800" b="1">
                <a:solidFill>
                  <a:schemeClr val="tx1"/>
                </a:solidFill>
                <a:latin typeface="Times New Roman" panose="02020603050405020304" pitchFamily="18" charset="0"/>
                <a:ea typeface="黑体" panose="02010609060101010101" pitchFamily="49" charset="-122"/>
              </a:defRPr>
            </a:lvl2pPr>
            <a:lvl3pPr marL="1143000" indent="-228600">
              <a:defRPr sz="2800" b="1">
                <a:solidFill>
                  <a:schemeClr val="tx1"/>
                </a:solidFill>
                <a:latin typeface="Times New Roman" panose="02020603050405020304" pitchFamily="18" charset="0"/>
                <a:ea typeface="黑体" panose="02010609060101010101" pitchFamily="49" charset="-122"/>
              </a:defRPr>
            </a:lvl3pPr>
            <a:lvl4pPr marL="1600200" indent="-228600">
              <a:defRPr sz="2800" b="1">
                <a:solidFill>
                  <a:schemeClr val="tx1"/>
                </a:solidFill>
                <a:latin typeface="Times New Roman" panose="02020603050405020304" pitchFamily="18" charset="0"/>
                <a:ea typeface="黑体" panose="02010609060101010101" pitchFamily="49" charset="-122"/>
              </a:defRPr>
            </a:lvl4pPr>
            <a:lvl5pPr marL="2057400" indent="-228600">
              <a:defRPr sz="2800" b="1">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黑体" panose="02010609060101010101" pitchFamily="49" charset="-122"/>
              </a:defRPr>
            </a:lvl9pPr>
          </a:lstStyle>
          <a:p>
            <a:pPr eaLnBrk="1" hangingPunct="1">
              <a:spcBef>
                <a:spcPct val="50000"/>
              </a:spcBef>
            </a:pPr>
            <a:r>
              <a:rPr kumimoji="1" lang="zh-CN" altLang="en-US" sz="2200" b="0" dirty="0">
                <a:solidFill>
                  <a:schemeClr val="tx1">
                    <a:lumMod val="95000"/>
                    <a:lumOff val="5000"/>
                  </a:schemeClr>
                </a:solidFill>
                <a:latin typeface="Cambria Math" panose="02040503050406030204" charset="0"/>
              </a:rPr>
              <a:t>同理可得</a:t>
            </a:r>
            <a:endParaRPr kumimoji="1" lang="zh-CN" altLang="en-US" sz="2200" b="0" dirty="0">
              <a:solidFill>
                <a:schemeClr val="tx1">
                  <a:lumMod val="95000"/>
                  <a:lumOff val="5000"/>
                </a:schemeClr>
              </a:solidFill>
              <a:latin typeface="Cambria Math" panose="02040503050406030204" charset="0"/>
            </a:endParaRPr>
          </a:p>
        </p:txBody>
      </p:sp>
      <mc:AlternateContent xmlns:mc="http://schemas.openxmlformats.org/markup-compatibility/2006">
        <mc:Choice xmlns:a14="http://schemas.microsoft.com/office/drawing/2010/main" Requires="a14">
          <p:sp>
            <p:nvSpPr>
              <p:cNvPr id="4" name="对象 3"/>
              <p:cNvSpPr txBox="1"/>
              <p:nvPr/>
            </p:nvSpPr>
            <p:spPr>
              <a:xfrm>
                <a:off x="2988326" y="1242109"/>
                <a:ext cx="5949156" cy="1335179"/>
              </a:xfrm>
              <a:prstGeom prst="rect">
                <a:avLst/>
              </a:prstGeom>
            </p:spPr>
            <p:txBody>
              <a:bodyPr>
                <a:noAutofit/>
              </a:bodyPr>
              <a:lstStyle/>
              <a:p>
                <a14:m>
                  <m:oMathPara xmlns:m="http://schemas.openxmlformats.org/officeDocument/2006/math">
                    <m:oMathParaPr>
                      <m:jc m:val="left"/>
                    </m:oMathParaPr>
                    <m:oMath xmlns:m="http://schemas.openxmlformats.org/officeDocument/2006/math">
                      <m:r>
                        <a:rPr kumimoji="1" lang="zh-CN" altLang="en-US" sz="2200" smtClean="0">
                          <a:solidFill>
                            <a:schemeClr val="tx1">
                              <a:lumMod val="95000"/>
                              <a:lumOff val="5000"/>
                            </a:schemeClr>
                          </a:solidFill>
                          <a:latin typeface="Cambria Math" panose="02040503050406030204" charset="0"/>
                          <a:ea typeface="黑体" panose="02010609060101010101" pitchFamily="49" charset="-122"/>
                        </a:rPr>
                        <m:t>𝑓</m:t>
                      </m:r>
                      <m:r>
                        <a:rPr kumimoji="1" lang="zh-CN" altLang="en-US" sz="2200" smtClean="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smtClean="0">
                          <a:solidFill>
                            <a:schemeClr val="tx1">
                              <a:lumMod val="95000"/>
                              <a:lumOff val="5000"/>
                            </a:schemeClr>
                          </a:solidFill>
                          <a:latin typeface="Cambria Math" panose="02040503050406030204" charset="0"/>
                          <a:ea typeface="黑体" panose="02010609060101010101" pitchFamily="49" charset="-122"/>
                        </a:rPr>
                        <m:t>𝑥</m:t>
                      </m:r>
                      <m:r>
                        <a:rPr kumimoji="1" lang="zh-CN" altLang="en-US" sz="2200" smtClean="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smtClean="0">
                          <a:solidFill>
                            <a:schemeClr val="tx1">
                              <a:lumMod val="95000"/>
                              <a:lumOff val="5000"/>
                            </a:schemeClr>
                          </a:solidFill>
                          <a:latin typeface="Cambria Math" panose="02040503050406030204" charset="0"/>
                          <a:ea typeface="黑体" panose="02010609060101010101" pitchFamily="49" charset="-122"/>
                        </a:rPr>
                        <m:t>𝑦</m:t>
                      </m:r>
                      <m:r>
                        <a:rPr kumimoji="1" lang="zh-CN" altLang="en-US" sz="2200" smtClean="0">
                          <a:solidFill>
                            <a:schemeClr val="tx1">
                              <a:lumMod val="95000"/>
                              <a:lumOff val="5000"/>
                            </a:schemeClr>
                          </a:solidFill>
                          <a:latin typeface="Cambria Math" panose="02040503050406030204" charset="0"/>
                          <a:ea typeface="黑体" panose="02010609060101010101" pitchFamily="49" charset="-122"/>
                        </a:rPr>
                        <m:t>)=</m:t>
                      </m:r>
                      <m:d>
                        <m:dPr>
                          <m:begChr m:val="{"/>
                          <m:endChr m:val=""/>
                          <m:ctrlPr>
                            <a:rPr kumimoji="1" lang="zh-CN" altLang="en-US" sz="2200" i="1">
                              <a:solidFill>
                                <a:schemeClr val="tx1">
                                  <a:lumMod val="95000"/>
                                  <a:lumOff val="5000"/>
                                </a:schemeClr>
                              </a:solidFill>
                              <a:latin typeface="Cambria Math" panose="02040503050406030204" charset="0"/>
                              <a:ea typeface="黑体" panose="02010609060101010101" pitchFamily="49" charset="-122"/>
                            </a:rPr>
                          </m:ctrlPr>
                        </m:dPr>
                        <m:e>
                          <m:m>
                            <m:mPr>
                              <m:mcs>
                                <m:mc>
                                  <m:mcPr>
                                    <m:count m:val="1"/>
                                    <m:mcJc m:val="center"/>
                                  </m:mcPr>
                                </m:mc>
                              </m:mcs>
                              <m:plcHide m:val="on"/>
                              <m:ctrlPr>
                                <a:rPr kumimoji="1" lang="zh-CN" altLang="en-US" sz="2200" i="1">
                                  <a:solidFill>
                                    <a:schemeClr val="tx1">
                                      <a:lumMod val="95000"/>
                                      <a:lumOff val="5000"/>
                                    </a:schemeClr>
                                  </a:solidFill>
                                  <a:latin typeface="Cambria Math" panose="02040503050406030204" charset="0"/>
                                  <a:ea typeface="黑体" panose="02010609060101010101" pitchFamily="49" charset="-122"/>
                                </a:rPr>
                              </m:ctrlPr>
                            </m:mPr>
                            <m:mr>
                              <m:e>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sSup>
                                  <m:sSupPr>
                                    <m:ctrlPr>
                                      <a:rPr kumimoji="1" lang="zh-CN" altLang="en-US" sz="2200" i="1">
                                        <a:solidFill>
                                          <a:schemeClr val="tx1">
                                            <a:lumMod val="95000"/>
                                            <a:lumOff val="5000"/>
                                          </a:schemeClr>
                                        </a:solidFill>
                                        <a:latin typeface="Cambria Math" panose="02040503050406030204" charset="0"/>
                                        <a:ea typeface="黑体" panose="02010609060101010101" pitchFamily="49" charset="-122"/>
                                      </a:rPr>
                                    </m:ctrlPr>
                                  </m:sSupPr>
                                  <m:e>
                                    <m:r>
                                      <a:rPr kumimoji="1" lang="zh-CN" altLang="en-US" sz="2200">
                                        <a:solidFill>
                                          <a:schemeClr val="tx1">
                                            <a:lumMod val="95000"/>
                                            <a:lumOff val="5000"/>
                                          </a:schemeClr>
                                        </a:solidFill>
                                        <a:latin typeface="Cambria Math" panose="02040503050406030204" charset="0"/>
                                        <a:ea typeface="黑体" panose="02010609060101010101" pitchFamily="49" charset="-122"/>
                                      </a:rPr>
                                      <m:t>𝑥</m:t>
                                    </m:r>
                                  </m:e>
                                  <m:sup>
                                    <m:r>
                                      <a:rPr kumimoji="1" lang="zh-CN" altLang="en-US" sz="2200">
                                        <a:solidFill>
                                          <a:schemeClr val="tx1">
                                            <a:lumMod val="95000"/>
                                            <a:lumOff val="5000"/>
                                          </a:schemeClr>
                                        </a:solidFill>
                                        <a:latin typeface="Cambria Math" panose="02040503050406030204" charset="0"/>
                                        <a:ea typeface="黑体" panose="02010609060101010101" pitchFamily="49" charset="-122"/>
                                      </a:rPr>
                                      <m:t>2</m:t>
                                    </m:r>
                                  </m:sup>
                                </m:sSup>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sSup>
                                  <m:sSupPr>
                                    <m:ctrlPr>
                                      <a:rPr kumimoji="1" lang="zh-CN" altLang="en-US" sz="2200" i="1">
                                        <a:solidFill>
                                          <a:schemeClr val="tx1">
                                            <a:lumMod val="95000"/>
                                            <a:lumOff val="5000"/>
                                          </a:schemeClr>
                                        </a:solidFill>
                                        <a:latin typeface="Cambria Math" panose="02040503050406030204" charset="0"/>
                                        <a:ea typeface="黑体" panose="02010609060101010101" pitchFamily="49" charset="-122"/>
                                      </a:rPr>
                                    </m:ctrlPr>
                                  </m:sSupPr>
                                  <m:e>
                                    <m:r>
                                      <a:rPr kumimoji="1" lang="zh-CN" altLang="en-US" sz="2200">
                                        <a:solidFill>
                                          <a:schemeClr val="tx1">
                                            <a:lumMod val="95000"/>
                                            <a:lumOff val="5000"/>
                                          </a:schemeClr>
                                        </a:solidFill>
                                        <a:latin typeface="Cambria Math" panose="02040503050406030204" charset="0"/>
                                        <a:ea typeface="黑体" panose="02010609060101010101" pitchFamily="49" charset="-122"/>
                                      </a:rPr>
                                      <m:t>𝑦</m:t>
                                    </m:r>
                                  </m:e>
                                  <m:sup>
                                    <m:r>
                                      <a:rPr kumimoji="1" lang="zh-CN" altLang="en-US" sz="2200">
                                        <a:solidFill>
                                          <a:schemeClr val="tx1">
                                            <a:lumMod val="95000"/>
                                            <a:lumOff val="5000"/>
                                          </a:schemeClr>
                                        </a:solidFill>
                                        <a:latin typeface="Cambria Math" panose="02040503050406030204" charset="0"/>
                                        <a:ea typeface="黑体" panose="02010609060101010101" pitchFamily="49" charset="-122"/>
                                      </a:rPr>
                                      <m:t>2</m:t>
                                    </m:r>
                                  </m:sup>
                                </m:sSup>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func>
                                  <m:funcPr>
                                    <m:ctrlPr>
                                      <a:rPr kumimoji="1" lang="zh-CN" altLang="en-US" sz="2200" i="1">
                                        <a:solidFill>
                                          <a:schemeClr val="tx1">
                                            <a:lumMod val="95000"/>
                                            <a:lumOff val="5000"/>
                                          </a:schemeClr>
                                        </a:solidFill>
                                        <a:latin typeface="Cambria Math" panose="02040503050406030204" charset="0"/>
                                        <a:ea typeface="黑体" panose="02010609060101010101" pitchFamily="49" charset="-122"/>
                                      </a:rPr>
                                    </m:ctrlPr>
                                  </m:funcPr>
                                  <m:fName>
                                    <m:r>
                                      <m:rPr>
                                        <m:sty m:val="p"/>
                                      </m:rPr>
                                      <a:rPr kumimoji="1" lang="zh-CN" altLang="en-US" sz="2200">
                                        <a:solidFill>
                                          <a:schemeClr val="tx1">
                                            <a:lumMod val="95000"/>
                                            <a:lumOff val="5000"/>
                                          </a:schemeClr>
                                        </a:solidFill>
                                        <a:latin typeface="Cambria Math" panose="02040503050406030204" charset="0"/>
                                        <a:ea typeface="黑体" panose="02010609060101010101" pitchFamily="49" charset="-122"/>
                                      </a:rPr>
                                      <m:t>sin</m:t>
                                    </m:r>
                                  </m:fName>
                                  <m:e>
                                    <m:f>
                                      <m:fPr>
                                        <m:ctrlPr>
                                          <a:rPr kumimoji="1" lang="zh-CN" altLang="en-US" sz="2200" i="1">
                                            <a:solidFill>
                                              <a:schemeClr val="tx1">
                                                <a:lumMod val="95000"/>
                                                <a:lumOff val="5000"/>
                                              </a:schemeClr>
                                            </a:solidFill>
                                            <a:latin typeface="Cambria Math" panose="02040503050406030204" charset="0"/>
                                            <a:ea typeface="黑体" panose="02010609060101010101" pitchFamily="49" charset="-122"/>
                                          </a:rPr>
                                        </m:ctrlPr>
                                      </m:fPr>
                                      <m:num>
                                        <m:r>
                                          <a:rPr kumimoji="1" lang="zh-CN" altLang="en-US" sz="2200">
                                            <a:solidFill>
                                              <a:schemeClr val="tx1">
                                                <a:lumMod val="95000"/>
                                                <a:lumOff val="5000"/>
                                              </a:schemeClr>
                                            </a:solidFill>
                                            <a:latin typeface="Cambria Math" panose="02040503050406030204" charset="0"/>
                                            <a:ea typeface="黑体" panose="02010609060101010101" pitchFamily="49" charset="-122"/>
                                          </a:rPr>
                                          <m:t>1</m:t>
                                        </m:r>
                                      </m:num>
                                      <m:den>
                                        <m:sSup>
                                          <m:sSupPr>
                                            <m:ctrlPr>
                                              <a:rPr kumimoji="1" lang="zh-CN" altLang="en-US" sz="2200" i="1">
                                                <a:solidFill>
                                                  <a:schemeClr val="tx1">
                                                    <a:lumMod val="95000"/>
                                                    <a:lumOff val="5000"/>
                                                  </a:schemeClr>
                                                </a:solidFill>
                                                <a:latin typeface="Cambria Math" panose="02040503050406030204" charset="0"/>
                                                <a:ea typeface="黑体" panose="02010609060101010101" pitchFamily="49" charset="-122"/>
                                              </a:rPr>
                                            </m:ctrlPr>
                                          </m:sSupPr>
                                          <m:e>
                                            <m:r>
                                              <a:rPr kumimoji="1" lang="zh-CN" altLang="en-US" sz="2200">
                                                <a:solidFill>
                                                  <a:schemeClr val="tx1">
                                                    <a:lumMod val="95000"/>
                                                    <a:lumOff val="5000"/>
                                                  </a:schemeClr>
                                                </a:solidFill>
                                                <a:latin typeface="Cambria Math" panose="02040503050406030204" charset="0"/>
                                                <a:ea typeface="黑体" panose="02010609060101010101" pitchFamily="49" charset="-122"/>
                                              </a:rPr>
                                              <m:t>𝑥</m:t>
                                            </m:r>
                                          </m:e>
                                          <m:sup>
                                            <m:r>
                                              <a:rPr kumimoji="1" lang="zh-CN" altLang="en-US" sz="2200">
                                                <a:solidFill>
                                                  <a:schemeClr val="tx1">
                                                    <a:lumMod val="95000"/>
                                                    <a:lumOff val="5000"/>
                                                  </a:schemeClr>
                                                </a:solidFill>
                                                <a:latin typeface="Cambria Math" panose="02040503050406030204" charset="0"/>
                                                <a:ea typeface="黑体" panose="02010609060101010101" pitchFamily="49" charset="-122"/>
                                              </a:rPr>
                                              <m:t>2</m:t>
                                            </m:r>
                                          </m:sup>
                                        </m:sSup>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sSup>
                                          <m:sSupPr>
                                            <m:ctrlPr>
                                              <a:rPr kumimoji="1" lang="zh-CN" altLang="en-US" sz="2200" i="1">
                                                <a:solidFill>
                                                  <a:schemeClr val="tx1">
                                                    <a:lumMod val="95000"/>
                                                    <a:lumOff val="5000"/>
                                                  </a:schemeClr>
                                                </a:solidFill>
                                                <a:latin typeface="Cambria Math" panose="02040503050406030204" charset="0"/>
                                                <a:ea typeface="黑体" panose="02010609060101010101" pitchFamily="49" charset="-122"/>
                                              </a:rPr>
                                            </m:ctrlPr>
                                          </m:sSupPr>
                                          <m:e>
                                            <m:r>
                                              <a:rPr kumimoji="1" lang="zh-CN" altLang="en-US" sz="2200">
                                                <a:solidFill>
                                                  <a:schemeClr val="tx1">
                                                    <a:lumMod val="95000"/>
                                                    <a:lumOff val="5000"/>
                                                  </a:schemeClr>
                                                </a:solidFill>
                                                <a:latin typeface="Cambria Math" panose="02040503050406030204" charset="0"/>
                                                <a:ea typeface="黑体" panose="02010609060101010101" pitchFamily="49" charset="-122"/>
                                              </a:rPr>
                                              <m:t>𝑦</m:t>
                                            </m:r>
                                          </m:e>
                                          <m:sup>
                                            <m:r>
                                              <a:rPr kumimoji="1" lang="zh-CN" altLang="en-US" sz="2200">
                                                <a:solidFill>
                                                  <a:schemeClr val="tx1">
                                                    <a:lumMod val="95000"/>
                                                    <a:lumOff val="5000"/>
                                                  </a:schemeClr>
                                                </a:solidFill>
                                                <a:latin typeface="Cambria Math" panose="02040503050406030204" charset="0"/>
                                                <a:ea typeface="黑体" panose="02010609060101010101" pitchFamily="49" charset="-122"/>
                                              </a:rPr>
                                              <m:t>2</m:t>
                                            </m:r>
                                          </m:sup>
                                        </m:sSup>
                                      </m:den>
                                    </m:f>
                                  </m:e>
                                </m:func>
                                <m:r>
                                  <a:rPr kumimoji="1" lang="zh-CN" altLang="en-US" sz="2200">
                                    <a:solidFill>
                                      <a:schemeClr val="tx1">
                                        <a:lumMod val="95000"/>
                                        <a:lumOff val="5000"/>
                                      </a:schemeClr>
                                    </a:solidFill>
                                    <a:latin typeface="Cambria Math" panose="02040503050406030204" charset="0"/>
                                    <a:ea typeface="黑体" panose="02010609060101010101" pitchFamily="49" charset="-122"/>
                                  </a:rPr>
                                  <m:t>,  </m:t>
                                </m:r>
                                <m:sSup>
                                  <m:sSupPr>
                                    <m:ctrlPr>
                                      <a:rPr kumimoji="1" lang="zh-CN" altLang="en-US" sz="2200" i="1">
                                        <a:solidFill>
                                          <a:schemeClr val="tx1">
                                            <a:lumMod val="95000"/>
                                            <a:lumOff val="5000"/>
                                          </a:schemeClr>
                                        </a:solidFill>
                                        <a:latin typeface="Cambria Math" panose="02040503050406030204" charset="0"/>
                                        <a:ea typeface="黑体" panose="02010609060101010101" pitchFamily="49" charset="-122"/>
                                      </a:rPr>
                                    </m:ctrlPr>
                                  </m:sSupPr>
                                  <m:e>
                                    <m:r>
                                      <a:rPr kumimoji="1" lang="zh-CN" altLang="en-US" sz="2200">
                                        <a:solidFill>
                                          <a:schemeClr val="tx1">
                                            <a:lumMod val="95000"/>
                                            <a:lumOff val="5000"/>
                                          </a:schemeClr>
                                        </a:solidFill>
                                        <a:latin typeface="Cambria Math" panose="02040503050406030204" charset="0"/>
                                        <a:ea typeface="黑体" panose="02010609060101010101" pitchFamily="49" charset="-122"/>
                                      </a:rPr>
                                      <m:t>𝑥</m:t>
                                    </m:r>
                                  </m:e>
                                  <m:sup>
                                    <m:r>
                                      <a:rPr kumimoji="1" lang="zh-CN" altLang="en-US" sz="2200">
                                        <a:solidFill>
                                          <a:schemeClr val="tx1">
                                            <a:lumMod val="95000"/>
                                            <a:lumOff val="5000"/>
                                          </a:schemeClr>
                                        </a:solidFill>
                                        <a:latin typeface="Cambria Math" panose="02040503050406030204" charset="0"/>
                                        <a:ea typeface="黑体" panose="02010609060101010101" pitchFamily="49" charset="-122"/>
                                      </a:rPr>
                                      <m:t>2</m:t>
                                    </m:r>
                                  </m:sup>
                                </m:sSup>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sSup>
                                  <m:sSupPr>
                                    <m:ctrlPr>
                                      <a:rPr kumimoji="1" lang="zh-CN" altLang="en-US" sz="2200" i="1">
                                        <a:solidFill>
                                          <a:schemeClr val="tx1">
                                            <a:lumMod val="95000"/>
                                            <a:lumOff val="5000"/>
                                          </a:schemeClr>
                                        </a:solidFill>
                                        <a:latin typeface="Cambria Math" panose="02040503050406030204" charset="0"/>
                                        <a:ea typeface="黑体" panose="02010609060101010101" pitchFamily="49" charset="-122"/>
                                      </a:rPr>
                                    </m:ctrlPr>
                                  </m:sSupPr>
                                  <m:e>
                                    <m:r>
                                      <a:rPr kumimoji="1" lang="zh-CN" altLang="en-US" sz="2200">
                                        <a:solidFill>
                                          <a:schemeClr val="tx1">
                                            <a:lumMod val="95000"/>
                                            <a:lumOff val="5000"/>
                                          </a:schemeClr>
                                        </a:solidFill>
                                        <a:latin typeface="Cambria Math" panose="02040503050406030204" charset="0"/>
                                        <a:ea typeface="黑体" panose="02010609060101010101" pitchFamily="49" charset="-122"/>
                                      </a:rPr>
                                      <m:t>𝑦</m:t>
                                    </m:r>
                                  </m:e>
                                  <m:sup>
                                    <m:r>
                                      <a:rPr kumimoji="1" lang="zh-CN" altLang="en-US" sz="2200">
                                        <a:solidFill>
                                          <a:schemeClr val="tx1">
                                            <a:lumMod val="95000"/>
                                            <a:lumOff val="5000"/>
                                          </a:schemeClr>
                                        </a:solidFill>
                                        <a:latin typeface="Cambria Math" panose="02040503050406030204" charset="0"/>
                                        <a:ea typeface="黑体" panose="02010609060101010101" pitchFamily="49" charset="-122"/>
                                      </a:rPr>
                                      <m:t>2</m:t>
                                    </m:r>
                                  </m:sup>
                                </m:sSup>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rPr>
                                  <m:t>0</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e>
                            </m:mr>
                            <m:mr>
                              <m:e>
                                <m:r>
                                  <a:rPr kumimoji="1" lang="zh-CN" altLang="en-US" sz="2200">
                                    <a:solidFill>
                                      <a:schemeClr val="tx1">
                                        <a:lumMod val="95000"/>
                                        <a:lumOff val="5000"/>
                                      </a:schemeClr>
                                    </a:solidFill>
                                    <a:latin typeface="Cambria Math" panose="02040503050406030204" charset="0"/>
                                    <a:ea typeface="黑体" panose="02010609060101010101" pitchFamily="49" charset="-122"/>
                                  </a:rPr>
                                  <m:t>0</m:t>
                                </m:r>
                                <m:r>
                                  <a:rPr kumimoji="1" lang="zh-CN" altLang="en-US" sz="2200">
                                    <a:solidFill>
                                      <a:schemeClr val="tx1">
                                        <a:lumMod val="95000"/>
                                        <a:lumOff val="5000"/>
                                      </a:schemeClr>
                                    </a:solidFill>
                                    <a:latin typeface="Cambria Math" panose="02040503050406030204" charset="0"/>
                                    <a:ea typeface="黑体" panose="02010609060101010101" pitchFamily="49" charset="-122"/>
                                  </a:rPr>
                                  <m:t>, </m:t>
                                </m:r>
                                <m:r>
                                  <a:rPr kumimoji="1" lang="en-US" altLang="zh-CN" sz="2200" b="0" i="0" smtClean="0">
                                    <a:solidFill>
                                      <a:schemeClr val="tx1">
                                        <a:lumMod val="95000"/>
                                        <a:lumOff val="5000"/>
                                      </a:schemeClr>
                                    </a:solidFill>
                                    <a:latin typeface="Cambria Math" panose="02040503050406030204" charset="0"/>
                                    <a:ea typeface="黑体" panose="02010609060101010101" pitchFamily="49" charset="-122"/>
                                  </a:rPr>
                                  <m:t>  </m:t>
                                </m:r>
                                <m:r>
                                  <a:rPr kumimoji="1" lang="zh-CN" altLang="en-US" sz="2200">
                                    <a:solidFill>
                                      <a:schemeClr val="tx1">
                                        <a:lumMod val="95000"/>
                                        <a:lumOff val="5000"/>
                                      </a:schemeClr>
                                    </a:solidFill>
                                    <a:latin typeface="Cambria Math" panose="02040503050406030204" charset="0"/>
                                    <a:ea typeface="黑体" panose="02010609060101010101" pitchFamily="49" charset="-122"/>
                                  </a:rPr>
                                  <m:t>                 </m:t>
                                </m:r>
                                <m:r>
                                  <a:rPr kumimoji="1" lang="en-US" altLang="zh-CN" sz="2200" b="0" i="0" smtClean="0">
                                    <a:solidFill>
                                      <a:schemeClr val="tx1">
                                        <a:lumMod val="95000"/>
                                        <a:lumOff val="5000"/>
                                      </a:schemeClr>
                                    </a:solidFill>
                                    <a:latin typeface="Cambria Math" panose="02040503050406030204" charset="0"/>
                                    <a:ea typeface="黑体" panose="02010609060101010101" pitchFamily="49" charset="-122"/>
                                  </a:rPr>
                                  <m:t> </m:t>
                                </m:r>
                                <m:r>
                                  <a:rPr kumimoji="1" lang="zh-CN" altLang="en-US" sz="2200">
                                    <a:solidFill>
                                      <a:schemeClr val="tx1">
                                        <a:lumMod val="95000"/>
                                        <a:lumOff val="5000"/>
                                      </a:schemeClr>
                                    </a:solidFill>
                                    <a:latin typeface="Cambria Math" panose="02040503050406030204" charset="0"/>
                                    <a:ea typeface="黑体" panose="02010609060101010101" pitchFamily="49" charset="-122"/>
                                  </a:rPr>
                                  <m:t>        </m:t>
                                </m:r>
                                <m:sSup>
                                  <m:sSupPr>
                                    <m:ctrlPr>
                                      <a:rPr kumimoji="1" lang="zh-CN" altLang="en-US" sz="2200" i="1">
                                        <a:solidFill>
                                          <a:schemeClr val="tx1">
                                            <a:lumMod val="95000"/>
                                            <a:lumOff val="5000"/>
                                          </a:schemeClr>
                                        </a:solidFill>
                                        <a:latin typeface="Cambria Math" panose="02040503050406030204" charset="0"/>
                                        <a:ea typeface="黑体" panose="02010609060101010101" pitchFamily="49" charset="-122"/>
                                      </a:rPr>
                                    </m:ctrlPr>
                                  </m:sSupPr>
                                  <m:e>
                                    <m:r>
                                      <a:rPr kumimoji="1" lang="zh-CN" altLang="en-US" sz="2200">
                                        <a:solidFill>
                                          <a:schemeClr val="tx1">
                                            <a:lumMod val="95000"/>
                                            <a:lumOff val="5000"/>
                                          </a:schemeClr>
                                        </a:solidFill>
                                        <a:latin typeface="Cambria Math" panose="02040503050406030204" charset="0"/>
                                        <a:ea typeface="黑体" panose="02010609060101010101" pitchFamily="49" charset="-122"/>
                                      </a:rPr>
                                      <m:t>𝑥</m:t>
                                    </m:r>
                                  </m:e>
                                  <m:sup>
                                    <m:r>
                                      <a:rPr kumimoji="1" lang="zh-CN" altLang="en-US" sz="2200">
                                        <a:solidFill>
                                          <a:schemeClr val="tx1">
                                            <a:lumMod val="95000"/>
                                            <a:lumOff val="5000"/>
                                          </a:schemeClr>
                                        </a:solidFill>
                                        <a:latin typeface="Cambria Math" panose="02040503050406030204" charset="0"/>
                                        <a:ea typeface="黑体" panose="02010609060101010101" pitchFamily="49" charset="-122"/>
                                      </a:rPr>
                                      <m:t>2</m:t>
                                    </m:r>
                                  </m:sup>
                                </m:sSup>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sSup>
                                  <m:sSupPr>
                                    <m:ctrlPr>
                                      <a:rPr kumimoji="1" lang="zh-CN" altLang="en-US" sz="2200" i="1">
                                        <a:solidFill>
                                          <a:schemeClr val="tx1">
                                            <a:lumMod val="95000"/>
                                            <a:lumOff val="5000"/>
                                          </a:schemeClr>
                                        </a:solidFill>
                                        <a:latin typeface="Cambria Math" panose="02040503050406030204" charset="0"/>
                                        <a:ea typeface="黑体" panose="02010609060101010101" pitchFamily="49" charset="-122"/>
                                      </a:rPr>
                                    </m:ctrlPr>
                                  </m:sSupPr>
                                  <m:e>
                                    <m:r>
                                      <a:rPr kumimoji="1" lang="zh-CN" altLang="en-US" sz="2200">
                                        <a:solidFill>
                                          <a:schemeClr val="tx1">
                                            <a:lumMod val="95000"/>
                                            <a:lumOff val="5000"/>
                                          </a:schemeClr>
                                        </a:solidFill>
                                        <a:latin typeface="Cambria Math" panose="02040503050406030204" charset="0"/>
                                        <a:ea typeface="黑体" panose="02010609060101010101" pitchFamily="49" charset="-122"/>
                                      </a:rPr>
                                      <m:t>𝑦</m:t>
                                    </m:r>
                                  </m:e>
                                  <m:sup>
                                    <m:r>
                                      <a:rPr kumimoji="1" lang="zh-CN" altLang="en-US" sz="2200">
                                        <a:solidFill>
                                          <a:schemeClr val="tx1">
                                            <a:lumMod val="95000"/>
                                            <a:lumOff val="5000"/>
                                          </a:schemeClr>
                                        </a:solidFill>
                                        <a:latin typeface="Cambria Math" panose="02040503050406030204" charset="0"/>
                                        <a:ea typeface="黑体" panose="02010609060101010101" pitchFamily="49" charset="-122"/>
                                      </a:rPr>
                                      <m:t>2</m:t>
                                    </m:r>
                                  </m:sup>
                                </m:sSup>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rPr>
                                  <m:t>0</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e>
                            </m:mr>
                          </m:m>
                        </m:e>
                      </m:d>
                    </m:oMath>
                  </m:oMathPara>
                </a14:m>
                <a:endParaRPr kumimoji="1" lang="zh-CN" altLang="en-US" sz="2200" dirty="0">
                  <a:solidFill>
                    <a:schemeClr val="tx1">
                      <a:lumMod val="95000"/>
                      <a:lumOff val="5000"/>
                    </a:schemeClr>
                  </a:solidFill>
                  <a:latin typeface="Cambria Math" panose="02040503050406030204" charset="0"/>
                  <a:ea typeface="黑体" panose="02010609060101010101" pitchFamily="49" charset="-122"/>
                </a:endParaRPr>
              </a:p>
            </p:txBody>
          </p:sp>
        </mc:Choice>
        <mc:Fallback>
          <p:sp>
            <p:nvSpPr>
              <p:cNvPr id="4" name="对象 3"/>
              <p:cNvSpPr txBox="1">
                <a:spLocks noRot="1" noChangeAspect="1" noMove="1" noResize="1" noEditPoints="1" noAdjustHandles="1" noChangeArrowheads="1" noChangeShapeType="1" noTextEdit="1"/>
              </p:cNvSpPr>
              <p:nvPr/>
            </p:nvSpPr>
            <p:spPr>
              <a:xfrm>
                <a:off x="2988326" y="1242109"/>
                <a:ext cx="5949156" cy="1335179"/>
              </a:xfrm>
              <a:prstGeom prst="rect">
                <a:avLst/>
              </a:prstGeom>
              <a:blipFill rotWithShape="1">
                <a:blip r:embed="rId2"/>
                <a:stretch>
                  <a:fillRect t="-4" r="8" b="34"/>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6" name="对象 5"/>
              <p:cNvSpPr txBox="1"/>
              <p:nvPr/>
            </p:nvSpPr>
            <p:spPr>
              <a:xfrm>
                <a:off x="3437136" y="3088971"/>
                <a:ext cx="5270500" cy="838200"/>
              </a:xfrm>
              <a:prstGeom prst="rect">
                <a:avLst/>
              </a:prstGeom>
            </p:spPr>
            <p:txBody>
              <a:bodyPr>
                <a:normAutofit/>
              </a:bodyPr>
              <a:lstStyle/>
              <a:p>
                <a14:m>
                  <m:oMathPara xmlns:m="http://schemas.openxmlformats.org/officeDocument/2006/math">
                    <m:oMathParaPr>
                      <m:jc m:val="left"/>
                    </m:oMathParaPr>
                    <m:oMath xmlns:m="http://schemas.openxmlformats.org/officeDocument/2006/math">
                      <m:sSub>
                        <m:sSubPr>
                          <m:ctrlPr>
                            <a:rPr kumimoji="1" lang="zh-CN" altLang="en-US" sz="2200" i="1">
                              <a:solidFill>
                                <a:schemeClr val="tx1">
                                  <a:lumMod val="95000"/>
                                  <a:lumOff val="5000"/>
                                </a:schemeClr>
                              </a:solidFill>
                              <a:latin typeface="Cambria Math" panose="02040503050406030204" charset="0"/>
                              <a:ea typeface="黑体" panose="02010609060101010101" pitchFamily="49" charset="-122"/>
                            </a:rPr>
                          </m:ctrlPr>
                        </m:sSubPr>
                        <m:e>
                          <m:r>
                            <a:rPr kumimoji="1" lang="zh-CN" altLang="en-US" sz="2200">
                              <a:solidFill>
                                <a:schemeClr val="tx1">
                                  <a:lumMod val="95000"/>
                                  <a:lumOff val="5000"/>
                                </a:schemeClr>
                              </a:solidFill>
                              <a:latin typeface="Cambria Math" panose="02040503050406030204" charset="0"/>
                              <a:ea typeface="黑体" panose="02010609060101010101" pitchFamily="49" charset="-122"/>
                            </a:rPr>
                            <m:t>𝑓</m:t>
                          </m:r>
                        </m:e>
                        <m:sub>
                          <m:r>
                            <a:rPr kumimoji="1" lang="zh-CN" altLang="en-US" sz="2200">
                              <a:solidFill>
                                <a:schemeClr val="tx1">
                                  <a:lumMod val="95000"/>
                                  <a:lumOff val="5000"/>
                                </a:schemeClr>
                              </a:solidFill>
                              <a:latin typeface="Cambria Math" panose="02040503050406030204" charset="0"/>
                              <a:ea typeface="黑体" panose="02010609060101010101" pitchFamily="49" charset="-122"/>
                            </a:rPr>
                            <m:t>𝑥</m:t>
                          </m:r>
                        </m:sub>
                      </m:sSub>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rPr>
                        <m:t>0</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rPr>
                        <m:t>0</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func>
                        <m:funcPr>
                          <m:ctrlPr>
                            <a:rPr kumimoji="1" lang="zh-CN" altLang="en-US" sz="2200" i="1">
                              <a:solidFill>
                                <a:schemeClr val="tx1">
                                  <a:lumMod val="95000"/>
                                  <a:lumOff val="5000"/>
                                </a:schemeClr>
                              </a:solidFill>
                              <a:latin typeface="Cambria Math" panose="02040503050406030204" charset="0"/>
                              <a:ea typeface="黑体" panose="02010609060101010101" pitchFamily="49" charset="-122"/>
                            </a:rPr>
                          </m:ctrlPr>
                        </m:funcPr>
                        <m:fName>
                          <m:limLow>
                            <m:limLowPr>
                              <m:ctrlPr>
                                <a:rPr kumimoji="1" lang="zh-CN" altLang="en-US" sz="2200" i="1">
                                  <a:solidFill>
                                    <a:schemeClr val="tx1">
                                      <a:lumMod val="95000"/>
                                      <a:lumOff val="5000"/>
                                    </a:schemeClr>
                                  </a:solidFill>
                                  <a:latin typeface="Cambria Math" panose="02040503050406030204" charset="0"/>
                                  <a:ea typeface="黑体" panose="02010609060101010101" pitchFamily="49" charset="-122"/>
                                </a:rPr>
                              </m:ctrlPr>
                            </m:limLowPr>
                            <m:e>
                              <m:r>
                                <m:rPr>
                                  <m:sty m:val="p"/>
                                </m:rPr>
                                <a:rPr kumimoji="1" lang="zh-CN" altLang="en-US" sz="2200">
                                  <a:solidFill>
                                    <a:schemeClr val="tx1">
                                      <a:lumMod val="95000"/>
                                      <a:lumOff val="5000"/>
                                    </a:schemeClr>
                                  </a:solidFill>
                                  <a:latin typeface="Cambria Math" panose="02040503050406030204" charset="0"/>
                                  <a:ea typeface="黑体" panose="02010609060101010101" pitchFamily="49" charset="-122"/>
                                </a:rPr>
                                <m:t>lim</m:t>
                              </m:r>
                            </m:e>
                            <m:lim>
                              <m:r>
                                <m:rPr>
                                  <m:sty m:val="p"/>
                                </m:rPr>
                                <a:rPr kumimoji="1" lang="zh-CN" altLang="en-US" sz="2200">
                                  <a:solidFill>
                                    <a:schemeClr val="tx1">
                                      <a:lumMod val="95000"/>
                                      <a:lumOff val="5000"/>
                                    </a:schemeClr>
                                  </a:solidFill>
                                  <a:latin typeface="Cambria Math" panose="02040503050406030204" charset="0"/>
                                  <a:ea typeface="黑体" panose="02010609060101010101" pitchFamily="49" charset="-122"/>
                                </a:rPr>
                                <m:t>Δ</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𝑥</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rPr>
                                <m:t>0</m:t>
                              </m:r>
                            </m:lim>
                          </m:limLow>
                        </m:fName>
                        <m:e>
                          <m:f>
                            <m:fPr>
                              <m:ctrlPr>
                                <a:rPr kumimoji="1" lang="zh-CN" altLang="en-US" sz="2200" i="1">
                                  <a:solidFill>
                                    <a:schemeClr val="tx1">
                                      <a:lumMod val="95000"/>
                                      <a:lumOff val="5000"/>
                                    </a:schemeClr>
                                  </a:solidFill>
                                  <a:latin typeface="Cambria Math" panose="02040503050406030204" charset="0"/>
                                  <a:ea typeface="黑体" panose="02010609060101010101" pitchFamily="49" charset="-122"/>
                                </a:rPr>
                              </m:ctrlPr>
                            </m:fPr>
                            <m:num>
                              <m:r>
                                <a:rPr kumimoji="1" lang="zh-CN" altLang="en-US" sz="2200">
                                  <a:solidFill>
                                    <a:schemeClr val="tx1">
                                      <a:lumMod val="95000"/>
                                      <a:lumOff val="5000"/>
                                    </a:schemeClr>
                                  </a:solidFill>
                                  <a:latin typeface="Cambria Math" panose="02040503050406030204" charset="0"/>
                                  <a:ea typeface="黑体" panose="02010609060101010101" pitchFamily="49" charset="-122"/>
                                </a:rPr>
                                <m:t>𝑓</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rPr>
                                <m:t>0</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m:rPr>
                                  <m:sty m:val="p"/>
                                </m:rPr>
                                <a:rPr kumimoji="1" lang="zh-CN" altLang="en-US" sz="2200">
                                  <a:solidFill>
                                    <a:schemeClr val="tx1">
                                      <a:lumMod val="95000"/>
                                      <a:lumOff val="5000"/>
                                    </a:schemeClr>
                                  </a:solidFill>
                                  <a:latin typeface="Cambria Math" panose="02040503050406030204" charset="0"/>
                                  <a:ea typeface="黑体" panose="02010609060101010101" pitchFamily="49" charset="-122"/>
                                </a:rPr>
                                <m:t>Δ</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𝑥</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rPr>
                                <m:t>0</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𝑓</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rPr>
                                <m:t>0</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rPr>
                                <m:t>0</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num>
                            <m:den>
                              <m:r>
                                <m:rPr>
                                  <m:sty m:val="p"/>
                                </m:rPr>
                                <a:rPr kumimoji="1" lang="zh-CN" altLang="en-US" sz="2200">
                                  <a:solidFill>
                                    <a:schemeClr val="tx1">
                                      <a:lumMod val="95000"/>
                                      <a:lumOff val="5000"/>
                                    </a:schemeClr>
                                  </a:solidFill>
                                  <a:latin typeface="Cambria Math" panose="02040503050406030204" charset="0"/>
                                  <a:ea typeface="黑体" panose="02010609060101010101" pitchFamily="49" charset="-122"/>
                                </a:rPr>
                                <m:t>Δ</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𝑥</m:t>
                              </m:r>
                            </m:den>
                          </m:f>
                        </m:e>
                      </m:func>
                    </m:oMath>
                  </m:oMathPara>
                </a14:m>
                <a:endParaRPr kumimoji="1" lang="zh-CN" altLang="en-US" sz="2200" dirty="0">
                  <a:solidFill>
                    <a:schemeClr val="tx1">
                      <a:lumMod val="95000"/>
                      <a:lumOff val="5000"/>
                    </a:schemeClr>
                  </a:solidFill>
                  <a:latin typeface="Cambria Math" panose="02040503050406030204" charset="0"/>
                  <a:ea typeface="黑体" panose="02010609060101010101" pitchFamily="49" charset="-122"/>
                </a:endParaRPr>
              </a:p>
            </p:txBody>
          </p:sp>
        </mc:Choice>
        <mc:Fallback>
          <p:sp>
            <p:nvSpPr>
              <p:cNvPr id="6" name="对象 5"/>
              <p:cNvSpPr txBox="1">
                <a:spLocks noRot="1" noChangeAspect="1" noMove="1" noResize="1" noEditPoints="1" noAdjustHandles="1" noChangeArrowheads="1" noChangeShapeType="1" noTextEdit="1"/>
              </p:cNvSpPr>
              <p:nvPr/>
            </p:nvSpPr>
            <p:spPr>
              <a:xfrm>
                <a:off x="3437136" y="3088971"/>
                <a:ext cx="5270500" cy="838200"/>
              </a:xfrm>
              <a:prstGeom prst="rect">
                <a:avLst/>
              </a:prstGeom>
              <a:blipFill rotWithShape="1">
                <a:blip r:embed="rId3"/>
                <a:stretch>
                  <a:fillRect l="-10" t="-39" r="10" b="39"/>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7" name="对象 6"/>
              <p:cNvSpPr txBox="1"/>
              <p:nvPr/>
            </p:nvSpPr>
            <p:spPr>
              <a:xfrm>
                <a:off x="4348606" y="3837891"/>
                <a:ext cx="3873500" cy="914400"/>
              </a:xfrm>
              <a:prstGeom prst="rect">
                <a:avLst/>
              </a:prstGeom>
            </p:spPr>
            <p:txBody>
              <a:bodyPr>
                <a:normAutofit/>
              </a:bodyPr>
              <a:lstStyle/>
              <a:p>
                <a14:m>
                  <m:oMathPara xmlns:m="http://schemas.openxmlformats.org/officeDocument/2006/math">
                    <m:oMathParaPr>
                      <m:jc m:val="left"/>
                    </m:oMathParaPr>
                    <m:oMath xmlns:m="http://schemas.openxmlformats.org/officeDocument/2006/math">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limLow>
                        <m:limLowPr>
                          <m:ctrlPr>
                            <a:rPr kumimoji="1" lang="zh-CN" altLang="en-US" sz="2200" i="1">
                              <a:solidFill>
                                <a:schemeClr val="tx1">
                                  <a:lumMod val="95000"/>
                                  <a:lumOff val="5000"/>
                                </a:schemeClr>
                              </a:solidFill>
                              <a:latin typeface="Cambria Math" panose="02040503050406030204" charset="0"/>
                              <a:ea typeface="黑体" panose="02010609060101010101" pitchFamily="49" charset="-122"/>
                            </a:rPr>
                          </m:ctrlPr>
                        </m:limLowPr>
                        <m:e>
                          <m:r>
                            <m:rPr>
                              <m:sty m:val="p"/>
                            </m:rPr>
                            <a:rPr kumimoji="1" lang="zh-CN" altLang="en-US" sz="2200">
                              <a:solidFill>
                                <a:schemeClr val="tx1">
                                  <a:lumMod val="95000"/>
                                  <a:lumOff val="5000"/>
                                </a:schemeClr>
                              </a:solidFill>
                              <a:latin typeface="Cambria Math" panose="02040503050406030204" charset="0"/>
                              <a:ea typeface="黑体" panose="02010609060101010101" pitchFamily="49" charset="-122"/>
                            </a:rPr>
                            <m:t>lim</m:t>
                          </m:r>
                        </m:e>
                        <m:lim>
                          <m:r>
                            <m:rPr>
                              <m:sty m:val="p"/>
                            </m:rPr>
                            <a:rPr kumimoji="1" lang="zh-CN" altLang="en-US" sz="2200">
                              <a:solidFill>
                                <a:schemeClr val="tx1">
                                  <a:lumMod val="95000"/>
                                  <a:lumOff val="5000"/>
                                </a:schemeClr>
                              </a:solidFill>
                              <a:latin typeface="Cambria Math" panose="02040503050406030204" charset="0"/>
                              <a:ea typeface="黑体" panose="02010609060101010101" pitchFamily="49" charset="-122"/>
                            </a:rPr>
                            <m:t>Δ</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𝑥</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rPr>
                            <m:t>0</m:t>
                          </m:r>
                        </m:lim>
                      </m:limLow>
                      <m:r>
                        <m:rPr>
                          <m:sty m:val="p"/>
                        </m:rPr>
                        <a:rPr kumimoji="1" lang="zh-CN" altLang="en-US" sz="2200">
                          <a:solidFill>
                            <a:schemeClr val="tx1">
                              <a:lumMod val="95000"/>
                              <a:lumOff val="5000"/>
                            </a:schemeClr>
                          </a:solidFill>
                          <a:latin typeface="Cambria Math" panose="02040503050406030204" charset="0"/>
                          <a:ea typeface="黑体" panose="02010609060101010101" pitchFamily="49" charset="-122"/>
                        </a:rPr>
                        <m:t>Δ</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𝑥</m:t>
                      </m:r>
                      <m:func>
                        <m:funcPr>
                          <m:ctrlPr>
                            <a:rPr kumimoji="1" lang="zh-CN" altLang="en-US" sz="2200" i="1">
                              <a:solidFill>
                                <a:schemeClr val="tx1">
                                  <a:lumMod val="95000"/>
                                  <a:lumOff val="5000"/>
                                </a:schemeClr>
                              </a:solidFill>
                              <a:latin typeface="Cambria Math" panose="02040503050406030204" charset="0"/>
                              <a:ea typeface="黑体" panose="02010609060101010101" pitchFamily="49" charset="-122"/>
                            </a:rPr>
                          </m:ctrlPr>
                        </m:funcPr>
                        <m:fName>
                          <m:r>
                            <m:rPr>
                              <m:sty m:val="p"/>
                            </m:rPr>
                            <a:rPr kumimoji="1" lang="zh-CN" altLang="en-US" sz="2200">
                              <a:solidFill>
                                <a:schemeClr val="tx1">
                                  <a:lumMod val="95000"/>
                                  <a:lumOff val="5000"/>
                                </a:schemeClr>
                              </a:solidFill>
                              <a:latin typeface="Cambria Math" panose="02040503050406030204" charset="0"/>
                              <a:ea typeface="黑体" panose="02010609060101010101" pitchFamily="49" charset="-122"/>
                            </a:rPr>
                            <m:t>sin</m:t>
                          </m:r>
                        </m:fName>
                        <m:e>
                          <m:f>
                            <m:fPr>
                              <m:ctrlPr>
                                <a:rPr kumimoji="1" lang="zh-CN" altLang="en-US" sz="2200" i="1">
                                  <a:solidFill>
                                    <a:schemeClr val="tx1">
                                      <a:lumMod val="95000"/>
                                      <a:lumOff val="5000"/>
                                    </a:schemeClr>
                                  </a:solidFill>
                                  <a:latin typeface="Cambria Math" panose="02040503050406030204" charset="0"/>
                                  <a:ea typeface="黑体" panose="02010609060101010101" pitchFamily="49" charset="-122"/>
                                </a:rPr>
                              </m:ctrlPr>
                            </m:fPr>
                            <m:num>
                              <m:r>
                                <a:rPr kumimoji="1" lang="zh-CN" altLang="en-US" sz="2200">
                                  <a:solidFill>
                                    <a:schemeClr val="tx1">
                                      <a:lumMod val="95000"/>
                                      <a:lumOff val="5000"/>
                                    </a:schemeClr>
                                  </a:solidFill>
                                  <a:latin typeface="Cambria Math" panose="02040503050406030204" charset="0"/>
                                  <a:ea typeface="黑体" panose="02010609060101010101" pitchFamily="49" charset="-122"/>
                                </a:rPr>
                                <m:t>1</m:t>
                              </m:r>
                            </m:num>
                            <m:den>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m:rPr>
                                  <m:sty m:val="p"/>
                                </m:rPr>
                                <a:rPr kumimoji="1" lang="zh-CN" altLang="en-US" sz="2200">
                                  <a:solidFill>
                                    <a:schemeClr val="tx1">
                                      <a:lumMod val="95000"/>
                                      <a:lumOff val="5000"/>
                                    </a:schemeClr>
                                  </a:solidFill>
                                  <a:latin typeface="Cambria Math" panose="02040503050406030204" charset="0"/>
                                  <a:ea typeface="黑体" panose="02010609060101010101" pitchFamily="49" charset="-122"/>
                                </a:rPr>
                                <m:t>Δ</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𝑥</m:t>
                              </m:r>
                              <m:sSup>
                                <m:sSupPr>
                                  <m:ctrlPr>
                                    <a:rPr kumimoji="1" lang="zh-CN" altLang="en-US" sz="2200" i="1">
                                      <a:solidFill>
                                        <a:schemeClr val="tx1">
                                          <a:lumMod val="95000"/>
                                          <a:lumOff val="5000"/>
                                        </a:schemeClr>
                                      </a:solidFill>
                                      <a:latin typeface="Cambria Math" panose="02040503050406030204" charset="0"/>
                                      <a:ea typeface="黑体" panose="02010609060101010101" pitchFamily="49" charset="-122"/>
                                    </a:rPr>
                                  </m:ctrlPr>
                                </m:sSupPr>
                                <m:e>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e>
                                <m:sup>
                                  <m:r>
                                    <a:rPr kumimoji="1" lang="zh-CN" altLang="en-US" sz="2200">
                                      <a:solidFill>
                                        <a:schemeClr val="tx1">
                                          <a:lumMod val="95000"/>
                                          <a:lumOff val="5000"/>
                                        </a:schemeClr>
                                      </a:solidFill>
                                      <a:latin typeface="Cambria Math" panose="02040503050406030204" charset="0"/>
                                      <a:ea typeface="黑体" panose="02010609060101010101" pitchFamily="49" charset="-122"/>
                                    </a:rPr>
                                    <m:t>2</m:t>
                                  </m:r>
                                </m:sup>
                              </m:sSup>
                            </m:den>
                          </m:f>
                        </m:e>
                      </m:func>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rPr>
                        <m:t>0</m:t>
                      </m:r>
                      <m:r>
                        <a:rPr kumimoji="1" lang="zh-CN" altLang="en-US" sz="2200">
                          <a:solidFill>
                            <a:schemeClr val="tx1">
                              <a:lumMod val="95000"/>
                              <a:lumOff val="5000"/>
                            </a:schemeClr>
                          </a:solidFill>
                          <a:latin typeface="Cambria Math" panose="02040503050406030204" charset="0"/>
                          <a:ea typeface="黑体" panose="02010609060101010101" pitchFamily="49" charset="-122"/>
                        </a:rPr>
                        <m:t> ,</m:t>
                      </m:r>
                    </m:oMath>
                  </m:oMathPara>
                </a14:m>
                <a:endParaRPr kumimoji="1" lang="zh-CN" altLang="en-US" sz="2200" dirty="0">
                  <a:solidFill>
                    <a:schemeClr val="tx1">
                      <a:lumMod val="95000"/>
                      <a:lumOff val="5000"/>
                    </a:schemeClr>
                  </a:solidFill>
                  <a:latin typeface="Cambria Math" panose="02040503050406030204" charset="0"/>
                  <a:ea typeface="黑体" panose="02010609060101010101" pitchFamily="49" charset="-122"/>
                </a:endParaRPr>
              </a:p>
            </p:txBody>
          </p:sp>
        </mc:Choice>
        <mc:Fallback>
          <p:sp>
            <p:nvSpPr>
              <p:cNvPr id="7" name="对象 6"/>
              <p:cNvSpPr txBox="1">
                <a:spLocks noRot="1" noChangeAspect="1" noMove="1" noResize="1" noEditPoints="1" noAdjustHandles="1" noChangeArrowheads="1" noChangeShapeType="1" noTextEdit="1"/>
              </p:cNvSpPr>
              <p:nvPr/>
            </p:nvSpPr>
            <p:spPr>
              <a:xfrm>
                <a:off x="4348606" y="3837891"/>
                <a:ext cx="3873500" cy="914400"/>
              </a:xfrm>
              <a:prstGeom prst="rect">
                <a:avLst/>
              </a:prstGeom>
              <a:blipFill rotWithShape="1">
                <a:blip r:embed="rId4"/>
                <a:stretch>
                  <a:fillRect l="-3" t="-64" r="3" b="64"/>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8" name="对象 7"/>
              <p:cNvSpPr txBox="1"/>
              <p:nvPr/>
            </p:nvSpPr>
            <p:spPr>
              <a:xfrm>
                <a:off x="4680720" y="4752291"/>
                <a:ext cx="5270500" cy="914400"/>
              </a:xfrm>
              <a:prstGeom prst="rect">
                <a:avLst/>
              </a:prstGeom>
            </p:spPr>
            <p:txBody>
              <a:bodyPr>
                <a:normAutofit/>
              </a:bodyPr>
              <a:lstStyle/>
              <a:p>
                <a14:m>
                  <m:oMathPara xmlns:m="http://schemas.openxmlformats.org/officeDocument/2006/math">
                    <m:oMathParaPr>
                      <m:jc m:val="left"/>
                    </m:oMathParaPr>
                    <m:oMath xmlns:m="http://schemas.openxmlformats.org/officeDocument/2006/math">
                      <m:sSub>
                        <m:sSubPr>
                          <m:ctrlPr>
                            <a:rPr kumimoji="1" lang="zh-CN" altLang="en-US" sz="2200" i="1">
                              <a:solidFill>
                                <a:schemeClr val="tx1">
                                  <a:lumMod val="95000"/>
                                  <a:lumOff val="5000"/>
                                </a:schemeClr>
                              </a:solidFill>
                              <a:latin typeface="Cambria Math" panose="02040503050406030204" charset="0"/>
                              <a:ea typeface="黑体" panose="02010609060101010101" pitchFamily="49" charset="-122"/>
                            </a:rPr>
                          </m:ctrlPr>
                        </m:sSubPr>
                        <m:e>
                          <m:r>
                            <a:rPr kumimoji="1" lang="zh-CN" altLang="en-US" sz="2200">
                              <a:solidFill>
                                <a:schemeClr val="tx1">
                                  <a:lumMod val="95000"/>
                                  <a:lumOff val="5000"/>
                                </a:schemeClr>
                              </a:solidFill>
                              <a:latin typeface="Cambria Math" panose="02040503050406030204" charset="0"/>
                              <a:ea typeface="黑体" panose="02010609060101010101" pitchFamily="49" charset="-122"/>
                            </a:rPr>
                            <m:t>𝑓</m:t>
                          </m:r>
                        </m:e>
                        <m:sub>
                          <m:r>
                            <a:rPr kumimoji="1" lang="zh-CN" altLang="en-US" sz="2200">
                              <a:solidFill>
                                <a:schemeClr val="tx1">
                                  <a:lumMod val="95000"/>
                                  <a:lumOff val="5000"/>
                                </a:schemeClr>
                              </a:solidFill>
                              <a:latin typeface="Cambria Math" panose="02040503050406030204" charset="0"/>
                              <a:ea typeface="黑体" panose="02010609060101010101" pitchFamily="49" charset="-122"/>
                            </a:rPr>
                            <m:t>𝑦</m:t>
                          </m:r>
                        </m:sub>
                      </m:sSub>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rPr>
                        <m:t>0</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rPr>
                        <m:t>0</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func>
                        <m:funcPr>
                          <m:ctrlPr>
                            <a:rPr kumimoji="1" lang="zh-CN" altLang="en-US" sz="2200" i="1">
                              <a:solidFill>
                                <a:schemeClr val="tx1">
                                  <a:lumMod val="95000"/>
                                  <a:lumOff val="5000"/>
                                </a:schemeClr>
                              </a:solidFill>
                              <a:latin typeface="Cambria Math" panose="02040503050406030204" charset="0"/>
                              <a:ea typeface="黑体" panose="02010609060101010101" pitchFamily="49" charset="-122"/>
                            </a:rPr>
                          </m:ctrlPr>
                        </m:funcPr>
                        <m:fName>
                          <m:limLow>
                            <m:limLowPr>
                              <m:ctrlPr>
                                <a:rPr kumimoji="1" lang="zh-CN" altLang="en-US" sz="2200" i="1">
                                  <a:solidFill>
                                    <a:schemeClr val="tx1">
                                      <a:lumMod val="95000"/>
                                      <a:lumOff val="5000"/>
                                    </a:schemeClr>
                                  </a:solidFill>
                                  <a:latin typeface="Cambria Math" panose="02040503050406030204" charset="0"/>
                                  <a:ea typeface="黑体" panose="02010609060101010101" pitchFamily="49" charset="-122"/>
                                </a:rPr>
                              </m:ctrlPr>
                            </m:limLowPr>
                            <m:e>
                              <m:r>
                                <m:rPr>
                                  <m:sty m:val="p"/>
                                </m:rPr>
                                <a:rPr kumimoji="1" lang="zh-CN" altLang="en-US" sz="2200">
                                  <a:solidFill>
                                    <a:schemeClr val="tx1">
                                      <a:lumMod val="95000"/>
                                      <a:lumOff val="5000"/>
                                    </a:schemeClr>
                                  </a:solidFill>
                                  <a:latin typeface="Cambria Math" panose="02040503050406030204" charset="0"/>
                                  <a:ea typeface="黑体" panose="02010609060101010101" pitchFamily="49" charset="-122"/>
                                </a:rPr>
                                <m:t>lim</m:t>
                              </m:r>
                            </m:e>
                            <m:lim>
                              <m:r>
                                <m:rPr>
                                  <m:sty m:val="p"/>
                                </m:rPr>
                                <a:rPr kumimoji="1" lang="zh-CN" altLang="en-US" sz="2200">
                                  <a:solidFill>
                                    <a:schemeClr val="tx1">
                                      <a:lumMod val="95000"/>
                                      <a:lumOff val="5000"/>
                                    </a:schemeClr>
                                  </a:solidFill>
                                  <a:latin typeface="Cambria Math" panose="02040503050406030204" charset="0"/>
                                  <a:ea typeface="黑体" panose="02010609060101010101" pitchFamily="49" charset="-122"/>
                                </a:rPr>
                                <m:t>Δ</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𝑦</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rPr>
                                <m:t>0</m:t>
                              </m:r>
                            </m:lim>
                          </m:limLow>
                        </m:fName>
                        <m:e>
                          <m:f>
                            <m:fPr>
                              <m:ctrlPr>
                                <a:rPr kumimoji="1" lang="zh-CN" altLang="en-US" sz="2200" i="1">
                                  <a:solidFill>
                                    <a:schemeClr val="tx1">
                                      <a:lumMod val="95000"/>
                                      <a:lumOff val="5000"/>
                                    </a:schemeClr>
                                  </a:solidFill>
                                  <a:latin typeface="Cambria Math" panose="02040503050406030204" charset="0"/>
                                  <a:ea typeface="黑体" panose="02010609060101010101" pitchFamily="49" charset="-122"/>
                                </a:rPr>
                              </m:ctrlPr>
                            </m:fPr>
                            <m:num>
                              <m:r>
                                <a:rPr kumimoji="1" lang="zh-CN" altLang="en-US" sz="2200">
                                  <a:solidFill>
                                    <a:schemeClr val="tx1">
                                      <a:lumMod val="95000"/>
                                      <a:lumOff val="5000"/>
                                    </a:schemeClr>
                                  </a:solidFill>
                                  <a:latin typeface="Cambria Math" panose="02040503050406030204" charset="0"/>
                                  <a:ea typeface="黑体" panose="02010609060101010101" pitchFamily="49" charset="-122"/>
                                </a:rPr>
                                <m:t>𝑓</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rPr>
                                <m:t>0</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rPr>
                                <m:t>0</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m:rPr>
                                  <m:sty m:val="p"/>
                                </m:rPr>
                                <a:rPr kumimoji="1" lang="zh-CN" altLang="en-US" sz="2200">
                                  <a:solidFill>
                                    <a:schemeClr val="tx1">
                                      <a:lumMod val="95000"/>
                                      <a:lumOff val="5000"/>
                                    </a:schemeClr>
                                  </a:solidFill>
                                  <a:latin typeface="Cambria Math" panose="02040503050406030204" charset="0"/>
                                  <a:ea typeface="黑体" panose="02010609060101010101" pitchFamily="49" charset="-122"/>
                                </a:rPr>
                                <m:t>Δ</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𝑦</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𝑓</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rPr>
                                <m:t>0</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rPr>
                                <m:t>0</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num>
                            <m:den>
                              <m:r>
                                <m:rPr>
                                  <m:sty m:val="p"/>
                                </m:rPr>
                                <a:rPr kumimoji="1" lang="zh-CN" altLang="en-US" sz="2200">
                                  <a:solidFill>
                                    <a:schemeClr val="tx1">
                                      <a:lumMod val="95000"/>
                                      <a:lumOff val="5000"/>
                                    </a:schemeClr>
                                  </a:solidFill>
                                  <a:latin typeface="Cambria Math" panose="02040503050406030204" charset="0"/>
                                  <a:ea typeface="黑体" panose="02010609060101010101" pitchFamily="49" charset="-122"/>
                                </a:rPr>
                                <m:t>Δ</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𝑦</m:t>
                              </m:r>
                            </m:den>
                          </m:f>
                        </m:e>
                      </m:func>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rPr>
                        <m:t>0</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oMath>
                  </m:oMathPara>
                </a14:m>
                <a:endParaRPr kumimoji="1" lang="zh-CN" altLang="en-US" sz="2200" dirty="0">
                  <a:solidFill>
                    <a:schemeClr val="tx1">
                      <a:lumMod val="95000"/>
                      <a:lumOff val="5000"/>
                    </a:schemeClr>
                  </a:solidFill>
                  <a:latin typeface="Cambria Math" panose="02040503050406030204" charset="0"/>
                  <a:ea typeface="黑体" panose="02010609060101010101" pitchFamily="49" charset="-122"/>
                </a:endParaRPr>
              </a:p>
            </p:txBody>
          </p:sp>
        </mc:Choice>
        <mc:Fallback>
          <p:sp>
            <p:nvSpPr>
              <p:cNvPr id="8" name="对象 7"/>
              <p:cNvSpPr txBox="1">
                <a:spLocks noRot="1" noChangeAspect="1" noMove="1" noResize="1" noEditPoints="1" noAdjustHandles="1" noChangeArrowheads="1" noChangeShapeType="1" noTextEdit="1"/>
              </p:cNvSpPr>
              <p:nvPr/>
            </p:nvSpPr>
            <p:spPr>
              <a:xfrm>
                <a:off x="4680720" y="4752291"/>
                <a:ext cx="5270500" cy="914400"/>
              </a:xfrm>
              <a:prstGeom prst="rect">
                <a:avLst/>
              </a:prstGeom>
              <a:blipFill rotWithShape="1">
                <a:blip r:embed="rId5"/>
                <a:stretch>
                  <a:fillRect l="-3" t="-64" r="3" b="64"/>
                </a:stretch>
              </a:blipFill>
            </p:spPr>
            <p:txBody>
              <a:bodyPr/>
              <a:lstStyle/>
              <a:p>
                <a:r>
                  <a:rPr lang="zh-CN" altLang="en-US">
                    <a:noFill/>
                  </a:rPr>
                  <a:t> </a:t>
                </a:r>
              </a:p>
            </p:txBody>
          </p:sp>
        </mc:Fallback>
      </mc:AlternateContent>
      <p:sp>
        <p:nvSpPr>
          <p:cNvPr id="17" name="Line 33"/>
          <p:cNvSpPr>
            <a:spLocks noChangeShapeType="1"/>
          </p:cNvSpPr>
          <p:nvPr/>
        </p:nvSpPr>
        <p:spPr bwMode="auto">
          <a:xfrm flipV="1">
            <a:off x="2492772" y="2830584"/>
            <a:ext cx="7159228" cy="18427"/>
          </a:xfrm>
          <a:prstGeom prst="line">
            <a:avLst/>
          </a:prstGeom>
          <a:noFill/>
          <a:ln w="19050">
            <a:solidFill>
              <a:srgbClr val="04926A"/>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7"/>
                                        </p:tgtEl>
                                        <p:attrNameLst>
                                          <p:attrName>style.visibility</p:attrName>
                                        </p:attrNameLst>
                                      </p:cBhvr>
                                      <p:to>
                                        <p:strVal val="visible"/>
                                      </p:to>
                                    </p:set>
                                    <p:animEffect transition="in" filter="wipe(left)">
                                      <p:cBhvr>
                                        <p:cTn id="12" dur="500"/>
                                        <p:tgtEl>
                                          <p:spTgt spid="17"/>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wipe(left)">
                                      <p:cBhvr>
                                        <p:cTn id="17" dur="500"/>
                                        <p:tgtEl>
                                          <p:spTgt spid="2"/>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wipe(left)">
                                      <p:cBhvr>
                                        <p:cTn id="22" dur="500"/>
                                        <p:tgtEl>
                                          <p:spTgt spid="6"/>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wipe(left)">
                                      <p:cBhvr>
                                        <p:cTn id="27" dur="500"/>
                                        <p:tgtEl>
                                          <p:spTgt spid="7"/>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3"/>
                                        </p:tgtEl>
                                        <p:attrNameLst>
                                          <p:attrName>style.visibility</p:attrName>
                                        </p:attrNameLst>
                                      </p:cBhvr>
                                      <p:to>
                                        <p:strVal val="visible"/>
                                      </p:to>
                                    </p:set>
                                    <p:animEffect transition="in" filter="wipe(left)">
                                      <p:cBhvr>
                                        <p:cTn id="32" dur="500"/>
                                        <p:tgtEl>
                                          <p:spTgt spid="3"/>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8"/>
                                        </p:tgtEl>
                                        <p:attrNameLst>
                                          <p:attrName>style.visibility</p:attrName>
                                        </p:attrNameLst>
                                      </p:cBhvr>
                                      <p:to>
                                        <p:strVal val="visible"/>
                                      </p:to>
                                    </p:set>
                                    <p:animEffect transition="in" filter="wipe(left)">
                                      <p:cBhvr>
                                        <p:cTn id="3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4" grpId="0"/>
      <p:bldP spid="6" grpId="0"/>
      <p:bldP spid="7" grpId="0"/>
      <p:bldP spid="8" grpId="0"/>
      <p:bldP spid="17"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0" name="矩形 29"/>
              <p:cNvSpPr/>
              <p:nvPr/>
            </p:nvSpPr>
            <p:spPr>
              <a:xfrm>
                <a:off x="687959" y="536260"/>
                <a:ext cx="10817352" cy="5799897"/>
              </a:xfrm>
              <a:prstGeom prst="rect">
                <a:avLst/>
              </a:prstGeom>
              <a:solidFill>
                <a:schemeClr val="bg1"/>
              </a:solidFill>
              <a:ln>
                <a:noFill/>
              </a:ln>
              <a:effectLst>
                <a:outerShdw blurRad="63500" sx="102000" sy="102000" algn="ctr" rotWithShape="0">
                  <a:prstClr val="black">
                    <a:alpha val="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kumimoji="1" lang="en-US" altLang="zh-CN" dirty="0">
                          <a:latin typeface="Cambria Math" panose="02040503050406030204" charset="0"/>
                          <a:ea typeface="黑体" panose="02010609060101010101" pitchFamily="49" charset="-122"/>
                          <a:cs typeface="Cambria Math" panose="02040503050406030204" charset="0"/>
                        </a:rPr>
                        <m:t>,</m:t>
                      </m:r>
                    </m:oMath>
                  </m:oMathPara>
                </a14:m>
                <a:endParaRPr lang="zh-CN" altLang="en-US"/>
              </a:p>
            </p:txBody>
          </p:sp>
        </mc:Choice>
        <mc:Fallback>
          <p:sp>
            <p:nvSpPr>
              <p:cNvPr id="30" name="矩形 29"/>
              <p:cNvSpPr>
                <a:spLocks noRot="1" noChangeAspect="1" noMove="1" noResize="1" noEditPoints="1" noAdjustHandles="1" noChangeArrowheads="1" noChangeShapeType="1" noTextEdit="1"/>
              </p:cNvSpPr>
              <p:nvPr/>
            </p:nvSpPr>
            <p:spPr>
              <a:xfrm>
                <a:off x="687959" y="536260"/>
                <a:ext cx="10817352" cy="5799897"/>
              </a:xfrm>
              <a:prstGeom prst="rect">
                <a:avLst/>
              </a:prstGeom>
              <a:blipFill rotWithShape="1">
                <a:blip r:embed="rId1"/>
                <a:stretch>
                  <a:fillRect l="-1499" t="-1932" r="-1493" b="-1914"/>
                </a:stretch>
              </a:blipFill>
              <a:ln>
                <a:noFill/>
              </a:ln>
              <a:effectLst>
                <a:outerShdw blurRad="63500" sx="102000" sy="102000" algn="ctr" rotWithShape="0">
                  <a:prstClr val="black">
                    <a:alpha val="9000"/>
                  </a:prstClr>
                </a:outerShdw>
              </a:effectLst>
            </p:spPr>
            <p:style>
              <a:lnRef idx="2">
                <a:schemeClr val="accent1">
                  <a:shade val="50000"/>
                </a:schemeClr>
              </a:lnRef>
              <a:fillRef idx="1">
                <a:schemeClr val="accent1"/>
              </a:fillRef>
              <a:effectRef idx="0">
                <a:schemeClr val="accent1"/>
              </a:effectRef>
              <a:fontRef idx="minor">
                <a:schemeClr val="lt1"/>
              </a:fontRef>
            </p:style>
            <p:txBody>
              <a:bodyPr/>
              <a:lstStyle/>
              <a:p>
                <a:r>
                  <a:rPr lang="zh-CN" altLang="en-US">
                    <a:noFill/>
                  </a:rPr>
                  <a:t> </a:t>
                </a:r>
              </a:p>
            </p:txBody>
          </p:sp>
        </mc:Fallback>
      </mc:AlternateContent>
      <p:sp>
        <p:nvSpPr>
          <p:cNvPr id="31" name="半闭框 30"/>
          <p:cNvSpPr/>
          <p:nvPr/>
        </p:nvSpPr>
        <p:spPr>
          <a:xfrm>
            <a:off x="687324" y="536434"/>
            <a:ext cx="681355" cy="739173"/>
          </a:xfrm>
          <a:prstGeom prst="halfFrame">
            <a:avLst>
              <a:gd name="adj1" fmla="val 7739"/>
              <a:gd name="adj2" fmla="val 6987"/>
            </a:avLst>
          </a:prstGeom>
          <a:gradFill flip="none" rotWithShape="1">
            <a:gsLst>
              <a:gs pos="0">
                <a:schemeClr val="bg1"/>
              </a:gs>
              <a:gs pos="46000">
                <a:srgbClr val="039463"/>
              </a:gs>
              <a:gs pos="100000">
                <a:schemeClr val="bg1"/>
              </a:gs>
            </a:gsLst>
            <a:path path="circle">
              <a:fillToRect t="100000" r="100000"/>
            </a:path>
            <a:tileRect l="-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32" name="半闭框 31"/>
          <p:cNvSpPr/>
          <p:nvPr/>
        </p:nvSpPr>
        <p:spPr>
          <a:xfrm flipH="1">
            <a:off x="10823530" y="535820"/>
            <a:ext cx="681146" cy="739134"/>
          </a:xfrm>
          <a:prstGeom prst="halfFrame">
            <a:avLst>
              <a:gd name="adj1" fmla="val 7739"/>
              <a:gd name="adj2" fmla="val 6987"/>
            </a:avLst>
          </a:prstGeom>
          <a:gradFill flip="none" rotWithShape="1">
            <a:gsLst>
              <a:gs pos="0">
                <a:schemeClr val="bg1"/>
              </a:gs>
              <a:gs pos="46000">
                <a:srgbClr val="039463"/>
              </a:gs>
              <a:gs pos="100000">
                <a:schemeClr val="bg1"/>
              </a:gs>
            </a:gsLst>
            <a:path path="circle">
              <a:fillToRect t="100000" r="100000"/>
            </a:path>
            <a:tileRect l="-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33" name="半闭框 32"/>
          <p:cNvSpPr/>
          <p:nvPr/>
        </p:nvSpPr>
        <p:spPr>
          <a:xfrm flipV="1">
            <a:off x="687324" y="5665394"/>
            <a:ext cx="681355" cy="673517"/>
          </a:xfrm>
          <a:prstGeom prst="halfFrame">
            <a:avLst>
              <a:gd name="adj1" fmla="val 7739"/>
              <a:gd name="adj2" fmla="val 6987"/>
            </a:avLst>
          </a:prstGeom>
          <a:gradFill flip="none" rotWithShape="1">
            <a:gsLst>
              <a:gs pos="0">
                <a:schemeClr val="bg1"/>
              </a:gs>
              <a:gs pos="46000">
                <a:srgbClr val="039463"/>
              </a:gs>
              <a:gs pos="100000">
                <a:schemeClr val="bg1"/>
              </a:gs>
            </a:gsLst>
            <a:path path="circle">
              <a:fillToRect t="100000" r="100000"/>
            </a:path>
            <a:tileRect l="-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200">
              <a:solidFill>
                <a:schemeClr val="tx1"/>
              </a:solidFill>
            </a:endParaRPr>
          </a:p>
        </p:txBody>
      </p:sp>
      <p:sp>
        <p:nvSpPr>
          <p:cNvPr id="34" name="半闭框 33"/>
          <p:cNvSpPr/>
          <p:nvPr/>
        </p:nvSpPr>
        <p:spPr>
          <a:xfrm flipH="1" flipV="1">
            <a:off x="10824165" y="5642774"/>
            <a:ext cx="681146" cy="693383"/>
          </a:xfrm>
          <a:prstGeom prst="halfFrame">
            <a:avLst>
              <a:gd name="adj1" fmla="val 7739"/>
              <a:gd name="adj2" fmla="val 6987"/>
            </a:avLst>
          </a:prstGeom>
          <a:gradFill flip="none" rotWithShape="1">
            <a:gsLst>
              <a:gs pos="0">
                <a:schemeClr val="bg1"/>
              </a:gs>
              <a:gs pos="46000">
                <a:srgbClr val="039463"/>
              </a:gs>
              <a:gs pos="100000">
                <a:schemeClr val="bg1"/>
              </a:gs>
            </a:gsLst>
            <a:path path="circle">
              <a:fillToRect t="100000" r="100000"/>
            </a:path>
            <a:tileRect l="-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mc:AlternateContent xmlns:mc="http://schemas.openxmlformats.org/markup-compatibility/2006">
        <mc:Choice xmlns:a14="http://schemas.microsoft.com/office/drawing/2010/main" Requires="a14">
          <p:sp>
            <p:nvSpPr>
              <p:cNvPr id="3" name="Object 5"/>
              <p:cNvSpPr txBox="1"/>
              <p:nvPr/>
            </p:nvSpPr>
            <p:spPr bwMode="auto">
              <a:xfrm>
                <a:off x="1892068" y="589605"/>
                <a:ext cx="5797549" cy="1279525"/>
              </a:xfrm>
              <a:prstGeom prst="rect">
                <a:avLst/>
              </a:prstGeom>
            </p:spPr>
            <p:txBody>
              <a:bodyPr>
                <a:noAutofit/>
              </a:bodyPr>
              <a:lstStyle/>
              <a:p>
                <a14:m>
                  <m:oMathPara xmlns:m="http://schemas.openxmlformats.org/officeDocument/2006/math">
                    <m:oMathParaPr>
                      <m:jc m:val="left"/>
                    </m:oMathParaPr>
                    <m:oMath xmlns:m="http://schemas.openxmlformats.org/officeDocument/2006/math">
                      <m:r>
                        <a:rPr kumimoji="1" lang="zh-CN" altLang="en-US" sz="2200">
                          <a:solidFill>
                            <a:schemeClr val="tx1">
                              <a:lumMod val="95000"/>
                              <a:lumOff val="5000"/>
                            </a:schemeClr>
                          </a:solidFill>
                          <a:latin typeface="Cambria Math" panose="02040503050406030204" charset="0"/>
                          <a:ea typeface="黑体" panose="02010609060101010101" pitchFamily="49" charset="-122"/>
                        </a:rPr>
                        <m:t>𝑓</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𝑥</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𝑦</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d>
                        <m:dPr>
                          <m:begChr m:val="{"/>
                          <m:endChr m:val=""/>
                          <m:ctrlPr>
                            <a:rPr kumimoji="1" lang="zh-CN" altLang="en-US" sz="2200" i="1">
                              <a:solidFill>
                                <a:schemeClr val="tx1">
                                  <a:lumMod val="95000"/>
                                  <a:lumOff val="5000"/>
                                </a:schemeClr>
                              </a:solidFill>
                              <a:latin typeface="Cambria Math" panose="02040503050406030204" charset="0"/>
                              <a:ea typeface="黑体" panose="02010609060101010101" pitchFamily="49" charset="-122"/>
                            </a:rPr>
                          </m:ctrlPr>
                        </m:dPr>
                        <m:e>
                          <m:m>
                            <m:mPr>
                              <m:mcs>
                                <m:mc>
                                  <m:mcPr>
                                    <m:count m:val="1"/>
                                    <m:mcJc m:val="center"/>
                                  </m:mcPr>
                                </m:mc>
                              </m:mcs>
                              <m:plcHide m:val="on"/>
                              <m:ctrlPr>
                                <a:rPr kumimoji="1" lang="zh-CN" altLang="en-US" sz="2200" i="1">
                                  <a:solidFill>
                                    <a:schemeClr val="tx1">
                                      <a:lumMod val="95000"/>
                                      <a:lumOff val="5000"/>
                                    </a:schemeClr>
                                  </a:solidFill>
                                  <a:latin typeface="Cambria Math" panose="02040503050406030204" charset="0"/>
                                  <a:ea typeface="黑体" panose="02010609060101010101" pitchFamily="49" charset="-122"/>
                                </a:rPr>
                              </m:ctrlPr>
                            </m:mPr>
                            <m:mr>
                              <m:e>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sSup>
                                  <m:sSupPr>
                                    <m:ctrlPr>
                                      <a:rPr kumimoji="1" lang="zh-CN" altLang="en-US" sz="2200" i="1">
                                        <a:solidFill>
                                          <a:schemeClr val="tx1">
                                            <a:lumMod val="95000"/>
                                            <a:lumOff val="5000"/>
                                          </a:schemeClr>
                                        </a:solidFill>
                                        <a:latin typeface="Cambria Math" panose="02040503050406030204" charset="0"/>
                                        <a:ea typeface="黑体" panose="02010609060101010101" pitchFamily="49" charset="-122"/>
                                      </a:rPr>
                                    </m:ctrlPr>
                                  </m:sSupPr>
                                  <m:e>
                                    <m:r>
                                      <a:rPr kumimoji="1" lang="zh-CN" altLang="en-US" sz="2200">
                                        <a:solidFill>
                                          <a:schemeClr val="tx1">
                                            <a:lumMod val="95000"/>
                                            <a:lumOff val="5000"/>
                                          </a:schemeClr>
                                        </a:solidFill>
                                        <a:latin typeface="Cambria Math" panose="02040503050406030204" charset="0"/>
                                        <a:ea typeface="黑体" panose="02010609060101010101" pitchFamily="49" charset="-122"/>
                                      </a:rPr>
                                      <m:t>𝑥</m:t>
                                    </m:r>
                                  </m:e>
                                  <m:sup>
                                    <m:r>
                                      <a:rPr kumimoji="1" lang="zh-CN" altLang="en-US" sz="2200">
                                        <a:solidFill>
                                          <a:schemeClr val="tx1">
                                            <a:lumMod val="95000"/>
                                            <a:lumOff val="5000"/>
                                          </a:schemeClr>
                                        </a:solidFill>
                                        <a:latin typeface="Cambria Math" panose="02040503050406030204" charset="0"/>
                                        <a:ea typeface="黑体" panose="02010609060101010101" pitchFamily="49" charset="-122"/>
                                      </a:rPr>
                                      <m:t>2</m:t>
                                    </m:r>
                                  </m:sup>
                                </m:sSup>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sSup>
                                  <m:sSupPr>
                                    <m:ctrlPr>
                                      <a:rPr kumimoji="1" lang="zh-CN" altLang="en-US" sz="2200" i="1">
                                        <a:solidFill>
                                          <a:schemeClr val="tx1">
                                            <a:lumMod val="95000"/>
                                            <a:lumOff val="5000"/>
                                          </a:schemeClr>
                                        </a:solidFill>
                                        <a:latin typeface="Cambria Math" panose="02040503050406030204" charset="0"/>
                                        <a:ea typeface="黑体" panose="02010609060101010101" pitchFamily="49" charset="-122"/>
                                      </a:rPr>
                                    </m:ctrlPr>
                                  </m:sSupPr>
                                  <m:e>
                                    <m:r>
                                      <a:rPr kumimoji="1" lang="zh-CN" altLang="en-US" sz="2200">
                                        <a:solidFill>
                                          <a:schemeClr val="tx1">
                                            <a:lumMod val="95000"/>
                                            <a:lumOff val="5000"/>
                                          </a:schemeClr>
                                        </a:solidFill>
                                        <a:latin typeface="Cambria Math" panose="02040503050406030204" charset="0"/>
                                        <a:ea typeface="黑体" panose="02010609060101010101" pitchFamily="49" charset="-122"/>
                                      </a:rPr>
                                      <m:t>𝑦</m:t>
                                    </m:r>
                                  </m:e>
                                  <m:sup>
                                    <m:r>
                                      <a:rPr kumimoji="1" lang="zh-CN" altLang="en-US" sz="2200">
                                        <a:solidFill>
                                          <a:schemeClr val="tx1">
                                            <a:lumMod val="95000"/>
                                            <a:lumOff val="5000"/>
                                          </a:schemeClr>
                                        </a:solidFill>
                                        <a:latin typeface="Cambria Math" panose="02040503050406030204" charset="0"/>
                                        <a:ea typeface="黑体" panose="02010609060101010101" pitchFamily="49" charset="-122"/>
                                      </a:rPr>
                                      <m:t>2</m:t>
                                    </m:r>
                                  </m:sup>
                                </m:sSup>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func>
                                  <m:funcPr>
                                    <m:ctrlPr>
                                      <a:rPr kumimoji="1" lang="zh-CN" altLang="en-US" sz="2200" i="1">
                                        <a:solidFill>
                                          <a:schemeClr val="tx1">
                                            <a:lumMod val="95000"/>
                                            <a:lumOff val="5000"/>
                                          </a:schemeClr>
                                        </a:solidFill>
                                        <a:latin typeface="Cambria Math" panose="02040503050406030204" charset="0"/>
                                        <a:ea typeface="黑体" panose="02010609060101010101" pitchFamily="49" charset="-122"/>
                                      </a:rPr>
                                    </m:ctrlPr>
                                  </m:funcPr>
                                  <m:fName>
                                    <m:r>
                                      <m:rPr>
                                        <m:sty m:val="p"/>
                                      </m:rPr>
                                      <a:rPr kumimoji="1" lang="zh-CN" altLang="en-US" sz="2200">
                                        <a:solidFill>
                                          <a:schemeClr val="tx1">
                                            <a:lumMod val="95000"/>
                                            <a:lumOff val="5000"/>
                                          </a:schemeClr>
                                        </a:solidFill>
                                        <a:latin typeface="Cambria Math" panose="02040503050406030204" charset="0"/>
                                        <a:ea typeface="黑体" panose="02010609060101010101" pitchFamily="49" charset="-122"/>
                                      </a:rPr>
                                      <m:t>sin</m:t>
                                    </m:r>
                                  </m:fName>
                                  <m:e>
                                    <m:f>
                                      <m:fPr>
                                        <m:ctrlPr>
                                          <a:rPr kumimoji="1" lang="zh-CN" altLang="en-US" sz="2200" i="1">
                                            <a:solidFill>
                                              <a:schemeClr val="tx1">
                                                <a:lumMod val="95000"/>
                                                <a:lumOff val="5000"/>
                                              </a:schemeClr>
                                            </a:solidFill>
                                            <a:latin typeface="Cambria Math" panose="02040503050406030204" charset="0"/>
                                            <a:ea typeface="黑体" panose="02010609060101010101" pitchFamily="49" charset="-122"/>
                                          </a:rPr>
                                        </m:ctrlPr>
                                      </m:fPr>
                                      <m:num>
                                        <m:r>
                                          <a:rPr kumimoji="1" lang="zh-CN" altLang="en-US" sz="2200">
                                            <a:solidFill>
                                              <a:schemeClr val="tx1">
                                                <a:lumMod val="95000"/>
                                                <a:lumOff val="5000"/>
                                              </a:schemeClr>
                                            </a:solidFill>
                                            <a:latin typeface="Cambria Math" panose="02040503050406030204" charset="0"/>
                                            <a:ea typeface="黑体" panose="02010609060101010101" pitchFamily="49" charset="-122"/>
                                          </a:rPr>
                                          <m:t>1</m:t>
                                        </m:r>
                                      </m:num>
                                      <m:den>
                                        <m:sSup>
                                          <m:sSupPr>
                                            <m:ctrlPr>
                                              <a:rPr kumimoji="1" lang="zh-CN" altLang="en-US" sz="2200" i="1">
                                                <a:solidFill>
                                                  <a:schemeClr val="tx1">
                                                    <a:lumMod val="95000"/>
                                                    <a:lumOff val="5000"/>
                                                  </a:schemeClr>
                                                </a:solidFill>
                                                <a:latin typeface="Cambria Math" panose="02040503050406030204" charset="0"/>
                                                <a:ea typeface="黑体" panose="02010609060101010101" pitchFamily="49" charset="-122"/>
                                              </a:rPr>
                                            </m:ctrlPr>
                                          </m:sSupPr>
                                          <m:e>
                                            <m:r>
                                              <a:rPr kumimoji="1" lang="zh-CN" altLang="en-US" sz="2200">
                                                <a:solidFill>
                                                  <a:schemeClr val="tx1">
                                                    <a:lumMod val="95000"/>
                                                    <a:lumOff val="5000"/>
                                                  </a:schemeClr>
                                                </a:solidFill>
                                                <a:latin typeface="Cambria Math" panose="02040503050406030204" charset="0"/>
                                                <a:ea typeface="黑体" panose="02010609060101010101" pitchFamily="49" charset="-122"/>
                                              </a:rPr>
                                              <m:t>𝑥</m:t>
                                            </m:r>
                                          </m:e>
                                          <m:sup>
                                            <m:r>
                                              <a:rPr kumimoji="1" lang="zh-CN" altLang="en-US" sz="2200">
                                                <a:solidFill>
                                                  <a:schemeClr val="tx1">
                                                    <a:lumMod val="95000"/>
                                                    <a:lumOff val="5000"/>
                                                  </a:schemeClr>
                                                </a:solidFill>
                                                <a:latin typeface="Cambria Math" panose="02040503050406030204" charset="0"/>
                                                <a:ea typeface="黑体" panose="02010609060101010101" pitchFamily="49" charset="-122"/>
                                              </a:rPr>
                                              <m:t>2</m:t>
                                            </m:r>
                                          </m:sup>
                                        </m:sSup>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sSup>
                                          <m:sSupPr>
                                            <m:ctrlPr>
                                              <a:rPr kumimoji="1" lang="zh-CN" altLang="en-US" sz="2200" i="1">
                                                <a:solidFill>
                                                  <a:schemeClr val="tx1">
                                                    <a:lumMod val="95000"/>
                                                    <a:lumOff val="5000"/>
                                                  </a:schemeClr>
                                                </a:solidFill>
                                                <a:latin typeface="Cambria Math" panose="02040503050406030204" charset="0"/>
                                                <a:ea typeface="黑体" panose="02010609060101010101" pitchFamily="49" charset="-122"/>
                                              </a:rPr>
                                            </m:ctrlPr>
                                          </m:sSupPr>
                                          <m:e>
                                            <m:r>
                                              <a:rPr kumimoji="1" lang="zh-CN" altLang="en-US" sz="2200">
                                                <a:solidFill>
                                                  <a:schemeClr val="tx1">
                                                    <a:lumMod val="95000"/>
                                                    <a:lumOff val="5000"/>
                                                  </a:schemeClr>
                                                </a:solidFill>
                                                <a:latin typeface="Cambria Math" panose="02040503050406030204" charset="0"/>
                                                <a:ea typeface="黑体" panose="02010609060101010101" pitchFamily="49" charset="-122"/>
                                              </a:rPr>
                                              <m:t>𝑦</m:t>
                                            </m:r>
                                          </m:e>
                                          <m:sup>
                                            <m:r>
                                              <a:rPr kumimoji="1" lang="zh-CN" altLang="en-US" sz="2200">
                                                <a:solidFill>
                                                  <a:schemeClr val="tx1">
                                                    <a:lumMod val="95000"/>
                                                    <a:lumOff val="5000"/>
                                                  </a:schemeClr>
                                                </a:solidFill>
                                                <a:latin typeface="Cambria Math" panose="02040503050406030204" charset="0"/>
                                                <a:ea typeface="黑体" panose="02010609060101010101" pitchFamily="49" charset="-122"/>
                                              </a:rPr>
                                              <m:t>2</m:t>
                                            </m:r>
                                          </m:sup>
                                        </m:sSup>
                                      </m:den>
                                    </m:f>
                                  </m:e>
                                </m:func>
                                <m:r>
                                  <a:rPr kumimoji="1" lang="zh-CN" altLang="en-US" sz="2200">
                                    <a:solidFill>
                                      <a:schemeClr val="tx1">
                                        <a:lumMod val="95000"/>
                                        <a:lumOff val="5000"/>
                                      </a:schemeClr>
                                    </a:solidFill>
                                    <a:latin typeface="Cambria Math" panose="02040503050406030204" charset="0"/>
                                    <a:ea typeface="黑体" panose="02010609060101010101" pitchFamily="49" charset="-122"/>
                                  </a:rPr>
                                  <m:t>, </m:t>
                                </m:r>
                                <m:sSup>
                                  <m:sSupPr>
                                    <m:ctrlPr>
                                      <a:rPr kumimoji="1" lang="zh-CN" altLang="en-US" sz="2200" i="1">
                                        <a:solidFill>
                                          <a:schemeClr val="tx1">
                                            <a:lumMod val="95000"/>
                                            <a:lumOff val="5000"/>
                                          </a:schemeClr>
                                        </a:solidFill>
                                        <a:latin typeface="Cambria Math" panose="02040503050406030204" charset="0"/>
                                        <a:ea typeface="黑体" panose="02010609060101010101" pitchFamily="49" charset="-122"/>
                                      </a:rPr>
                                    </m:ctrlPr>
                                  </m:sSupPr>
                                  <m:e>
                                    <m:r>
                                      <a:rPr kumimoji="1" lang="zh-CN" altLang="en-US" sz="2200">
                                        <a:solidFill>
                                          <a:schemeClr val="tx1">
                                            <a:lumMod val="95000"/>
                                            <a:lumOff val="5000"/>
                                          </a:schemeClr>
                                        </a:solidFill>
                                        <a:latin typeface="Cambria Math" panose="02040503050406030204" charset="0"/>
                                        <a:ea typeface="黑体" panose="02010609060101010101" pitchFamily="49" charset="-122"/>
                                      </a:rPr>
                                      <m:t>𝑥</m:t>
                                    </m:r>
                                  </m:e>
                                  <m:sup>
                                    <m:r>
                                      <a:rPr kumimoji="1" lang="zh-CN" altLang="en-US" sz="2200">
                                        <a:solidFill>
                                          <a:schemeClr val="tx1">
                                            <a:lumMod val="95000"/>
                                            <a:lumOff val="5000"/>
                                          </a:schemeClr>
                                        </a:solidFill>
                                        <a:latin typeface="Cambria Math" panose="02040503050406030204" charset="0"/>
                                        <a:ea typeface="黑体" panose="02010609060101010101" pitchFamily="49" charset="-122"/>
                                      </a:rPr>
                                      <m:t>2</m:t>
                                    </m:r>
                                  </m:sup>
                                </m:sSup>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sSup>
                                  <m:sSupPr>
                                    <m:ctrlPr>
                                      <a:rPr kumimoji="1" lang="zh-CN" altLang="en-US" sz="2200" i="1">
                                        <a:solidFill>
                                          <a:schemeClr val="tx1">
                                            <a:lumMod val="95000"/>
                                            <a:lumOff val="5000"/>
                                          </a:schemeClr>
                                        </a:solidFill>
                                        <a:latin typeface="Cambria Math" panose="02040503050406030204" charset="0"/>
                                        <a:ea typeface="黑体" panose="02010609060101010101" pitchFamily="49" charset="-122"/>
                                      </a:rPr>
                                    </m:ctrlPr>
                                  </m:sSupPr>
                                  <m:e>
                                    <m:r>
                                      <a:rPr kumimoji="1" lang="zh-CN" altLang="en-US" sz="2200">
                                        <a:solidFill>
                                          <a:schemeClr val="tx1">
                                            <a:lumMod val="95000"/>
                                            <a:lumOff val="5000"/>
                                          </a:schemeClr>
                                        </a:solidFill>
                                        <a:latin typeface="Cambria Math" panose="02040503050406030204" charset="0"/>
                                        <a:ea typeface="黑体" panose="02010609060101010101" pitchFamily="49" charset="-122"/>
                                      </a:rPr>
                                      <m:t>𝑦</m:t>
                                    </m:r>
                                  </m:e>
                                  <m:sup>
                                    <m:r>
                                      <a:rPr kumimoji="1" lang="zh-CN" altLang="en-US" sz="2200">
                                        <a:solidFill>
                                          <a:schemeClr val="tx1">
                                            <a:lumMod val="95000"/>
                                            <a:lumOff val="5000"/>
                                          </a:schemeClr>
                                        </a:solidFill>
                                        <a:latin typeface="Cambria Math" panose="02040503050406030204" charset="0"/>
                                        <a:ea typeface="黑体" panose="02010609060101010101" pitchFamily="49" charset="-122"/>
                                      </a:rPr>
                                      <m:t>2</m:t>
                                    </m:r>
                                  </m:sup>
                                </m:sSup>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rPr>
                                  <m:t>0</m:t>
                                </m:r>
                              </m:e>
                            </m:mr>
                            <m:mr>
                              <m:e>
                                <m:r>
                                  <a:rPr kumimoji="1" lang="zh-CN" altLang="en-US" sz="2200">
                                    <a:solidFill>
                                      <a:schemeClr val="tx1">
                                        <a:lumMod val="95000"/>
                                        <a:lumOff val="5000"/>
                                      </a:schemeClr>
                                    </a:solidFill>
                                    <a:latin typeface="Cambria Math" panose="02040503050406030204" charset="0"/>
                                    <a:ea typeface="黑体" panose="02010609060101010101" pitchFamily="49" charset="-122"/>
                                  </a:rPr>
                                  <m:t>0</m:t>
                                </m:r>
                                <m:r>
                                  <a:rPr kumimoji="1" lang="zh-CN" altLang="en-US" sz="2200">
                                    <a:solidFill>
                                      <a:schemeClr val="tx1">
                                        <a:lumMod val="95000"/>
                                        <a:lumOff val="5000"/>
                                      </a:schemeClr>
                                    </a:solidFill>
                                    <a:latin typeface="Cambria Math" panose="02040503050406030204" charset="0"/>
                                    <a:ea typeface="黑体" panose="02010609060101010101" pitchFamily="49" charset="-122"/>
                                  </a:rPr>
                                  <m:t>,                           </m:t>
                                </m:r>
                                <m:sSup>
                                  <m:sSupPr>
                                    <m:ctrlPr>
                                      <a:rPr kumimoji="1" lang="zh-CN" altLang="en-US" sz="2200" i="1">
                                        <a:solidFill>
                                          <a:schemeClr val="tx1">
                                            <a:lumMod val="95000"/>
                                            <a:lumOff val="5000"/>
                                          </a:schemeClr>
                                        </a:solidFill>
                                        <a:latin typeface="Cambria Math" panose="02040503050406030204" charset="0"/>
                                        <a:ea typeface="黑体" panose="02010609060101010101" pitchFamily="49" charset="-122"/>
                                      </a:rPr>
                                    </m:ctrlPr>
                                  </m:sSupPr>
                                  <m:e>
                                    <m:r>
                                      <a:rPr kumimoji="1" lang="zh-CN" altLang="en-US" sz="2200">
                                        <a:solidFill>
                                          <a:schemeClr val="tx1">
                                            <a:lumMod val="95000"/>
                                            <a:lumOff val="5000"/>
                                          </a:schemeClr>
                                        </a:solidFill>
                                        <a:latin typeface="Cambria Math" panose="02040503050406030204" charset="0"/>
                                        <a:ea typeface="黑体" panose="02010609060101010101" pitchFamily="49" charset="-122"/>
                                      </a:rPr>
                                      <m:t>𝑥</m:t>
                                    </m:r>
                                  </m:e>
                                  <m:sup>
                                    <m:r>
                                      <a:rPr kumimoji="1" lang="zh-CN" altLang="en-US" sz="2200">
                                        <a:solidFill>
                                          <a:schemeClr val="tx1">
                                            <a:lumMod val="95000"/>
                                            <a:lumOff val="5000"/>
                                          </a:schemeClr>
                                        </a:solidFill>
                                        <a:latin typeface="Cambria Math" panose="02040503050406030204" charset="0"/>
                                        <a:ea typeface="黑体" panose="02010609060101010101" pitchFamily="49" charset="-122"/>
                                      </a:rPr>
                                      <m:t>2</m:t>
                                    </m:r>
                                  </m:sup>
                                </m:sSup>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sSup>
                                  <m:sSupPr>
                                    <m:ctrlPr>
                                      <a:rPr kumimoji="1" lang="zh-CN" altLang="en-US" sz="2200" i="1">
                                        <a:solidFill>
                                          <a:schemeClr val="tx1">
                                            <a:lumMod val="95000"/>
                                            <a:lumOff val="5000"/>
                                          </a:schemeClr>
                                        </a:solidFill>
                                        <a:latin typeface="Cambria Math" panose="02040503050406030204" charset="0"/>
                                        <a:ea typeface="黑体" panose="02010609060101010101" pitchFamily="49" charset="-122"/>
                                      </a:rPr>
                                    </m:ctrlPr>
                                  </m:sSupPr>
                                  <m:e>
                                    <m:r>
                                      <a:rPr kumimoji="1" lang="zh-CN" altLang="en-US" sz="2200">
                                        <a:solidFill>
                                          <a:schemeClr val="tx1">
                                            <a:lumMod val="95000"/>
                                            <a:lumOff val="5000"/>
                                          </a:schemeClr>
                                        </a:solidFill>
                                        <a:latin typeface="Cambria Math" panose="02040503050406030204" charset="0"/>
                                        <a:ea typeface="黑体" panose="02010609060101010101" pitchFamily="49" charset="-122"/>
                                      </a:rPr>
                                      <m:t>𝑦</m:t>
                                    </m:r>
                                  </m:e>
                                  <m:sup>
                                    <m:r>
                                      <a:rPr kumimoji="1" lang="zh-CN" altLang="en-US" sz="2200">
                                        <a:solidFill>
                                          <a:schemeClr val="tx1">
                                            <a:lumMod val="95000"/>
                                            <a:lumOff val="5000"/>
                                          </a:schemeClr>
                                        </a:solidFill>
                                        <a:latin typeface="Cambria Math" panose="02040503050406030204" charset="0"/>
                                        <a:ea typeface="黑体" panose="02010609060101010101" pitchFamily="49" charset="-122"/>
                                      </a:rPr>
                                      <m:t>2</m:t>
                                    </m:r>
                                  </m:sup>
                                </m:sSup>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rPr>
                                  <m:t>0</m:t>
                                </m:r>
                              </m:e>
                            </m:mr>
                          </m:m>
                        </m:e>
                      </m:d>
                    </m:oMath>
                  </m:oMathPara>
                </a14:m>
                <a:endParaRPr kumimoji="1" lang="zh-CN" altLang="en-US" sz="2200" dirty="0">
                  <a:solidFill>
                    <a:schemeClr val="tx1">
                      <a:lumMod val="95000"/>
                      <a:lumOff val="5000"/>
                    </a:schemeClr>
                  </a:solidFill>
                  <a:latin typeface="Cambria Math" panose="02040503050406030204" charset="0"/>
                  <a:ea typeface="黑体" panose="02010609060101010101" pitchFamily="49" charset="-122"/>
                </a:endParaRPr>
              </a:p>
            </p:txBody>
          </p:sp>
        </mc:Choice>
        <mc:Fallback>
          <p:sp>
            <p:nvSpPr>
              <p:cNvPr id="3" name="Object 5"/>
              <p:cNvSpPr txBox="1">
                <a:spLocks noRot="1" noChangeAspect="1" noMove="1" noResize="1" noEditPoints="1" noAdjustHandles="1" noChangeArrowheads="1" noChangeShapeType="1" noTextEdit="1"/>
              </p:cNvSpPr>
              <p:nvPr/>
            </p:nvSpPr>
            <p:spPr bwMode="auto">
              <a:xfrm>
                <a:off x="1892068" y="589605"/>
                <a:ext cx="5797549" cy="1279525"/>
              </a:xfrm>
              <a:prstGeom prst="rect">
                <a:avLst/>
              </a:prstGeom>
              <a:blipFill rotWithShape="1">
                <a:blip r:embed="rId2"/>
                <a:stretch>
                  <a:fillRect l="-7" t="-25" r="7" b="25"/>
                </a:stretch>
              </a:blipFill>
            </p:spPr>
            <p:txBody>
              <a:bodyPr/>
              <a:lstStyle/>
              <a:p>
                <a:r>
                  <a:rPr lang="zh-CN" altLang="en-US">
                    <a:noFill/>
                  </a:rPr>
                  <a:t> </a:t>
                </a:r>
              </a:p>
            </p:txBody>
          </p:sp>
        </mc:Fallback>
      </mc:AlternateContent>
      <p:sp>
        <p:nvSpPr>
          <p:cNvPr id="4" name="Text Box 6"/>
          <p:cNvSpPr txBox="1">
            <a:spLocks noChangeArrowheads="1"/>
          </p:cNvSpPr>
          <p:nvPr/>
        </p:nvSpPr>
        <p:spPr bwMode="auto">
          <a:xfrm>
            <a:off x="1847851" y="2430496"/>
            <a:ext cx="1089588" cy="430887"/>
          </a:xfrm>
          <a:prstGeom prst="rect">
            <a:avLst/>
          </a:prstGeom>
        </p:spPr>
        <p:txBody>
          <a:bodyPr wrap="square">
            <a:spAutoFit/>
          </a:bodyPr>
          <a:lstStyle>
            <a:lvl1pPr>
              <a:defRPr sz="2800" b="1">
                <a:solidFill>
                  <a:schemeClr val="tx1"/>
                </a:solidFill>
                <a:latin typeface="Times New Roman" panose="02020603050405020304" pitchFamily="18" charset="0"/>
                <a:ea typeface="黑体" panose="02010609060101010101" pitchFamily="49" charset="-122"/>
              </a:defRPr>
            </a:lvl1pPr>
            <a:lvl2pPr marL="742950" indent="-285750">
              <a:defRPr sz="2800" b="1">
                <a:solidFill>
                  <a:schemeClr val="tx1"/>
                </a:solidFill>
                <a:latin typeface="Times New Roman" panose="02020603050405020304" pitchFamily="18" charset="0"/>
                <a:ea typeface="黑体" panose="02010609060101010101" pitchFamily="49" charset="-122"/>
              </a:defRPr>
            </a:lvl2pPr>
            <a:lvl3pPr marL="1143000" indent="-228600">
              <a:defRPr sz="2800" b="1">
                <a:solidFill>
                  <a:schemeClr val="tx1"/>
                </a:solidFill>
                <a:latin typeface="Times New Roman" panose="02020603050405020304" pitchFamily="18" charset="0"/>
                <a:ea typeface="黑体" panose="02010609060101010101" pitchFamily="49" charset="-122"/>
              </a:defRPr>
            </a:lvl3pPr>
            <a:lvl4pPr marL="1600200" indent="-228600">
              <a:defRPr sz="2800" b="1">
                <a:solidFill>
                  <a:schemeClr val="tx1"/>
                </a:solidFill>
                <a:latin typeface="Times New Roman" panose="02020603050405020304" pitchFamily="18" charset="0"/>
                <a:ea typeface="黑体" panose="02010609060101010101" pitchFamily="49" charset="-122"/>
              </a:defRPr>
            </a:lvl4pPr>
            <a:lvl5pPr marL="2057400" indent="-228600">
              <a:defRPr sz="2800" b="1">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黑体" panose="02010609060101010101" pitchFamily="49" charset="-122"/>
              </a:defRPr>
            </a:lvl9pPr>
          </a:lstStyle>
          <a:p>
            <a:pPr eaLnBrk="1" hangingPunct="1">
              <a:spcBef>
                <a:spcPct val="50000"/>
              </a:spcBef>
            </a:pPr>
            <a:r>
              <a:rPr kumimoji="1" lang="zh-CN" altLang="en-US" sz="2200" b="0" dirty="0">
                <a:solidFill>
                  <a:schemeClr val="tx1">
                    <a:lumMod val="95000"/>
                    <a:lumOff val="5000"/>
                  </a:schemeClr>
                </a:solidFill>
                <a:latin typeface="Cambria Math" panose="02040503050406030204" charset="0"/>
              </a:rPr>
              <a:t>于是有</a:t>
            </a:r>
            <a:endParaRPr kumimoji="1" lang="zh-CN" altLang="en-US" sz="2200" b="0" dirty="0">
              <a:solidFill>
                <a:schemeClr val="tx1">
                  <a:lumMod val="95000"/>
                  <a:lumOff val="5000"/>
                </a:schemeClr>
              </a:solidFill>
              <a:latin typeface="Cambria Math" panose="02040503050406030204" charset="0"/>
            </a:endParaRPr>
          </a:p>
        </p:txBody>
      </p:sp>
      <mc:AlternateContent xmlns:mc="http://schemas.openxmlformats.org/markup-compatibility/2006">
        <mc:Choice xmlns:a14="http://schemas.microsoft.com/office/drawing/2010/main" Requires="a14">
          <p:sp>
            <p:nvSpPr>
              <p:cNvPr id="5" name="Object 7"/>
              <p:cNvSpPr txBox="1"/>
              <p:nvPr/>
            </p:nvSpPr>
            <p:spPr bwMode="auto">
              <a:xfrm>
                <a:off x="2747410" y="1953179"/>
                <a:ext cx="8443504" cy="1279525"/>
              </a:xfrm>
              <a:prstGeom prst="rect">
                <a:avLst/>
              </a:prstGeom>
            </p:spPr>
            <p:txBody>
              <a:bodyPr>
                <a:noAutofit/>
              </a:bodyPr>
              <a:lstStyle/>
              <a:p>
                <a14:m>
                  <m:oMathPara xmlns:m="http://schemas.openxmlformats.org/officeDocument/2006/math">
                    <m:oMathParaPr>
                      <m:jc m:val="left"/>
                    </m:oMathParaPr>
                    <m:oMath xmlns:m="http://schemas.openxmlformats.org/officeDocument/2006/math">
                      <m:sSub>
                        <m:sSubPr>
                          <m:ctrlPr>
                            <a:rPr kumimoji="1" lang="zh-CN" altLang="en-US" sz="2200" i="1" smtClean="0">
                              <a:solidFill>
                                <a:schemeClr val="tx1">
                                  <a:lumMod val="95000"/>
                                  <a:lumOff val="5000"/>
                                </a:schemeClr>
                              </a:solidFill>
                              <a:latin typeface="Cambria Math" panose="02040503050406030204" charset="0"/>
                              <a:ea typeface="黑体" panose="02010609060101010101" pitchFamily="49" charset="-122"/>
                            </a:rPr>
                          </m:ctrlPr>
                        </m:sSubPr>
                        <m:e>
                          <m:r>
                            <a:rPr kumimoji="1" lang="zh-CN" altLang="en-US" sz="2200">
                              <a:solidFill>
                                <a:schemeClr val="tx1">
                                  <a:lumMod val="95000"/>
                                  <a:lumOff val="5000"/>
                                </a:schemeClr>
                              </a:solidFill>
                              <a:latin typeface="Cambria Math" panose="02040503050406030204" charset="0"/>
                              <a:ea typeface="黑体" panose="02010609060101010101" pitchFamily="49" charset="-122"/>
                            </a:rPr>
                            <m:t>𝑓</m:t>
                          </m:r>
                        </m:e>
                        <m:sub>
                          <m:r>
                            <a:rPr kumimoji="1" lang="zh-CN" altLang="en-US" sz="2200">
                              <a:solidFill>
                                <a:schemeClr val="tx1">
                                  <a:lumMod val="95000"/>
                                  <a:lumOff val="5000"/>
                                </a:schemeClr>
                              </a:solidFill>
                              <a:latin typeface="Cambria Math" panose="02040503050406030204" charset="0"/>
                              <a:ea typeface="黑体" panose="02010609060101010101" pitchFamily="49" charset="-122"/>
                            </a:rPr>
                            <m:t>𝑥</m:t>
                          </m:r>
                        </m:sub>
                      </m:sSub>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𝑥</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𝑦</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d>
                        <m:dPr>
                          <m:begChr m:val="{"/>
                          <m:endChr m:val=""/>
                          <m:ctrlPr>
                            <a:rPr kumimoji="1" lang="zh-CN" altLang="en-US" sz="2200" i="1">
                              <a:solidFill>
                                <a:schemeClr val="tx1">
                                  <a:lumMod val="95000"/>
                                  <a:lumOff val="5000"/>
                                </a:schemeClr>
                              </a:solidFill>
                              <a:latin typeface="Cambria Math" panose="02040503050406030204" charset="0"/>
                              <a:ea typeface="黑体" panose="02010609060101010101" pitchFamily="49" charset="-122"/>
                            </a:rPr>
                          </m:ctrlPr>
                        </m:dPr>
                        <m:e>
                          <m:m>
                            <m:mPr>
                              <m:mcs>
                                <m:mc>
                                  <m:mcPr>
                                    <m:count m:val="1"/>
                                    <m:mcJc m:val="center"/>
                                  </m:mcPr>
                                </m:mc>
                              </m:mcs>
                              <m:plcHide m:val="on"/>
                              <m:ctrlPr>
                                <a:rPr kumimoji="1" lang="zh-CN" altLang="en-US" sz="2200" i="1">
                                  <a:solidFill>
                                    <a:schemeClr val="tx1">
                                      <a:lumMod val="95000"/>
                                      <a:lumOff val="5000"/>
                                    </a:schemeClr>
                                  </a:solidFill>
                                  <a:latin typeface="Cambria Math" panose="02040503050406030204" charset="0"/>
                                  <a:ea typeface="黑体" panose="02010609060101010101" pitchFamily="49" charset="-122"/>
                                </a:rPr>
                              </m:ctrlPr>
                            </m:mPr>
                            <m:mr>
                              <m:e>
                                <m:r>
                                  <a:rPr kumimoji="1" lang="zh-CN" altLang="en-US" sz="2200">
                                    <a:solidFill>
                                      <a:schemeClr val="tx1">
                                        <a:lumMod val="95000"/>
                                        <a:lumOff val="5000"/>
                                      </a:schemeClr>
                                    </a:solidFill>
                                    <a:latin typeface="Cambria Math" panose="02040503050406030204" charset="0"/>
                                    <a:ea typeface="黑体" panose="02010609060101010101" pitchFamily="49" charset="-122"/>
                                  </a:rPr>
                                  <m:t>2</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𝑥</m:t>
                                </m:r>
                                <m:func>
                                  <m:funcPr>
                                    <m:ctrlPr>
                                      <a:rPr kumimoji="1" lang="zh-CN" altLang="en-US" sz="2200" i="1">
                                        <a:solidFill>
                                          <a:schemeClr val="tx1">
                                            <a:lumMod val="95000"/>
                                            <a:lumOff val="5000"/>
                                          </a:schemeClr>
                                        </a:solidFill>
                                        <a:latin typeface="Cambria Math" panose="02040503050406030204" charset="0"/>
                                        <a:ea typeface="黑体" panose="02010609060101010101" pitchFamily="49" charset="-122"/>
                                      </a:rPr>
                                    </m:ctrlPr>
                                  </m:funcPr>
                                  <m:fName>
                                    <m:r>
                                      <m:rPr>
                                        <m:sty m:val="p"/>
                                      </m:rPr>
                                      <a:rPr kumimoji="1" lang="zh-CN" altLang="en-US" sz="2200">
                                        <a:solidFill>
                                          <a:schemeClr val="tx1">
                                            <a:lumMod val="95000"/>
                                            <a:lumOff val="5000"/>
                                          </a:schemeClr>
                                        </a:solidFill>
                                        <a:latin typeface="Cambria Math" panose="02040503050406030204" charset="0"/>
                                        <a:ea typeface="黑体" panose="02010609060101010101" pitchFamily="49" charset="-122"/>
                                      </a:rPr>
                                      <m:t>sin</m:t>
                                    </m:r>
                                  </m:fName>
                                  <m:e>
                                    <m:f>
                                      <m:fPr>
                                        <m:ctrlPr>
                                          <a:rPr kumimoji="1" lang="zh-CN" altLang="en-US" sz="2200" i="1">
                                            <a:solidFill>
                                              <a:schemeClr val="tx1">
                                                <a:lumMod val="95000"/>
                                                <a:lumOff val="5000"/>
                                              </a:schemeClr>
                                            </a:solidFill>
                                            <a:latin typeface="Cambria Math" panose="02040503050406030204" charset="0"/>
                                            <a:ea typeface="黑体" panose="02010609060101010101" pitchFamily="49" charset="-122"/>
                                          </a:rPr>
                                        </m:ctrlPr>
                                      </m:fPr>
                                      <m:num>
                                        <m:r>
                                          <a:rPr kumimoji="1" lang="zh-CN" altLang="en-US" sz="2200">
                                            <a:solidFill>
                                              <a:schemeClr val="tx1">
                                                <a:lumMod val="95000"/>
                                                <a:lumOff val="5000"/>
                                              </a:schemeClr>
                                            </a:solidFill>
                                            <a:latin typeface="Cambria Math" panose="02040503050406030204" charset="0"/>
                                            <a:ea typeface="黑体" panose="02010609060101010101" pitchFamily="49" charset="-122"/>
                                          </a:rPr>
                                          <m:t>1</m:t>
                                        </m:r>
                                      </m:num>
                                      <m:den>
                                        <m:sSup>
                                          <m:sSupPr>
                                            <m:ctrlPr>
                                              <a:rPr kumimoji="1" lang="zh-CN" altLang="en-US" sz="2200" i="1">
                                                <a:solidFill>
                                                  <a:schemeClr val="tx1">
                                                    <a:lumMod val="95000"/>
                                                    <a:lumOff val="5000"/>
                                                  </a:schemeClr>
                                                </a:solidFill>
                                                <a:latin typeface="Cambria Math" panose="02040503050406030204" charset="0"/>
                                                <a:ea typeface="黑体" panose="02010609060101010101" pitchFamily="49" charset="-122"/>
                                              </a:rPr>
                                            </m:ctrlPr>
                                          </m:sSupPr>
                                          <m:e>
                                            <m:r>
                                              <a:rPr kumimoji="1" lang="zh-CN" altLang="en-US" sz="2200">
                                                <a:solidFill>
                                                  <a:schemeClr val="tx1">
                                                    <a:lumMod val="95000"/>
                                                    <a:lumOff val="5000"/>
                                                  </a:schemeClr>
                                                </a:solidFill>
                                                <a:latin typeface="Cambria Math" panose="02040503050406030204" charset="0"/>
                                                <a:ea typeface="黑体" panose="02010609060101010101" pitchFamily="49" charset="-122"/>
                                              </a:rPr>
                                              <m:t>𝑥</m:t>
                                            </m:r>
                                          </m:e>
                                          <m:sup>
                                            <m:r>
                                              <a:rPr kumimoji="1" lang="zh-CN" altLang="en-US" sz="2200">
                                                <a:solidFill>
                                                  <a:schemeClr val="tx1">
                                                    <a:lumMod val="95000"/>
                                                    <a:lumOff val="5000"/>
                                                  </a:schemeClr>
                                                </a:solidFill>
                                                <a:latin typeface="Cambria Math" panose="02040503050406030204" charset="0"/>
                                                <a:ea typeface="黑体" panose="02010609060101010101" pitchFamily="49" charset="-122"/>
                                              </a:rPr>
                                              <m:t>2</m:t>
                                            </m:r>
                                          </m:sup>
                                        </m:sSup>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sSup>
                                          <m:sSupPr>
                                            <m:ctrlPr>
                                              <a:rPr kumimoji="1" lang="zh-CN" altLang="en-US" sz="2200" i="1">
                                                <a:solidFill>
                                                  <a:schemeClr val="tx1">
                                                    <a:lumMod val="95000"/>
                                                    <a:lumOff val="5000"/>
                                                  </a:schemeClr>
                                                </a:solidFill>
                                                <a:latin typeface="Cambria Math" panose="02040503050406030204" charset="0"/>
                                                <a:ea typeface="黑体" panose="02010609060101010101" pitchFamily="49" charset="-122"/>
                                              </a:rPr>
                                            </m:ctrlPr>
                                          </m:sSupPr>
                                          <m:e>
                                            <m:r>
                                              <a:rPr kumimoji="1" lang="zh-CN" altLang="en-US" sz="2200">
                                                <a:solidFill>
                                                  <a:schemeClr val="tx1">
                                                    <a:lumMod val="95000"/>
                                                    <a:lumOff val="5000"/>
                                                  </a:schemeClr>
                                                </a:solidFill>
                                                <a:latin typeface="Cambria Math" panose="02040503050406030204" charset="0"/>
                                                <a:ea typeface="黑体" panose="02010609060101010101" pitchFamily="49" charset="-122"/>
                                              </a:rPr>
                                              <m:t>𝑦</m:t>
                                            </m:r>
                                          </m:e>
                                          <m:sup>
                                            <m:r>
                                              <a:rPr kumimoji="1" lang="zh-CN" altLang="en-US" sz="2200">
                                                <a:solidFill>
                                                  <a:schemeClr val="tx1">
                                                    <a:lumMod val="95000"/>
                                                    <a:lumOff val="5000"/>
                                                  </a:schemeClr>
                                                </a:solidFill>
                                                <a:latin typeface="Cambria Math" panose="02040503050406030204" charset="0"/>
                                                <a:ea typeface="黑体" panose="02010609060101010101" pitchFamily="49" charset="-122"/>
                                              </a:rPr>
                                              <m:t>2</m:t>
                                            </m:r>
                                          </m:sup>
                                        </m:sSup>
                                      </m:den>
                                    </m:f>
                                  </m:e>
                                </m:func>
                                <m:r>
                                  <a:rPr kumimoji="1" lang="en-US" altLang="zh-CN" sz="2200" b="0" i="1" smtClean="0">
                                    <a:solidFill>
                                      <a:schemeClr val="tx1">
                                        <a:lumMod val="95000"/>
                                        <a:lumOff val="5000"/>
                                      </a:schemeClr>
                                    </a:solidFill>
                                    <a:latin typeface="Cambria Math" panose="02040503050406030204" charset="0"/>
                                    <a:ea typeface="黑体" panose="02010609060101010101" pitchFamily="49" charset="-122"/>
                                  </a:rPr>
                                  <m:t> </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en-US" altLang="zh-CN" sz="2200" b="0" i="0" smtClean="0">
                                    <a:solidFill>
                                      <a:schemeClr val="tx1">
                                        <a:lumMod val="95000"/>
                                        <a:lumOff val="5000"/>
                                      </a:schemeClr>
                                    </a:solidFill>
                                    <a:latin typeface="Cambria Math" panose="02040503050406030204" charset="0"/>
                                    <a:ea typeface="黑体" panose="02010609060101010101" pitchFamily="49" charset="-122"/>
                                  </a:rPr>
                                  <m:t> </m:t>
                                </m:r>
                                <m:f>
                                  <m:fPr>
                                    <m:ctrlPr>
                                      <a:rPr kumimoji="1" lang="zh-CN" altLang="en-US" sz="2200" i="1">
                                        <a:solidFill>
                                          <a:schemeClr val="tx1">
                                            <a:lumMod val="95000"/>
                                            <a:lumOff val="5000"/>
                                          </a:schemeClr>
                                        </a:solidFill>
                                        <a:latin typeface="Cambria Math" panose="02040503050406030204" charset="0"/>
                                        <a:ea typeface="黑体" panose="02010609060101010101" pitchFamily="49" charset="-122"/>
                                      </a:rPr>
                                    </m:ctrlPr>
                                  </m:fPr>
                                  <m:num>
                                    <m:r>
                                      <a:rPr kumimoji="1" lang="zh-CN" altLang="en-US" sz="2200">
                                        <a:solidFill>
                                          <a:schemeClr val="tx1">
                                            <a:lumMod val="95000"/>
                                            <a:lumOff val="5000"/>
                                          </a:schemeClr>
                                        </a:solidFill>
                                        <a:latin typeface="Cambria Math" panose="02040503050406030204" charset="0"/>
                                        <a:ea typeface="黑体" panose="02010609060101010101" pitchFamily="49" charset="-122"/>
                                      </a:rPr>
                                      <m:t>2</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𝑥</m:t>
                                    </m:r>
                                  </m:num>
                                  <m:den>
                                    <m:sSup>
                                      <m:sSupPr>
                                        <m:ctrlPr>
                                          <a:rPr kumimoji="1" lang="zh-CN" altLang="en-US" sz="2200" i="1">
                                            <a:solidFill>
                                              <a:schemeClr val="tx1">
                                                <a:lumMod val="95000"/>
                                                <a:lumOff val="5000"/>
                                              </a:schemeClr>
                                            </a:solidFill>
                                            <a:latin typeface="Cambria Math" panose="02040503050406030204" charset="0"/>
                                            <a:ea typeface="黑体" panose="02010609060101010101" pitchFamily="49" charset="-122"/>
                                          </a:rPr>
                                        </m:ctrlPr>
                                      </m:sSupPr>
                                      <m:e>
                                        <m:r>
                                          <a:rPr kumimoji="1" lang="zh-CN" altLang="en-US" sz="2200">
                                            <a:solidFill>
                                              <a:schemeClr val="tx1">
                                                <a:lumMod val="95000"/>
                                                <a:lumOff val="5000"/>
                                              </a:schemeClr>
                                            </a:solidFill>
                                            <a:latin typeface="Cambria Math" panose="02040503050406030204" charset="0"/>
                                            <a:ea typeface="黑体" panose="02010609060101010101" pitchFamily="49" charset="-122"/>
                                          </a:rPr>
                                          <m:t>𝑥</m:t>
                                        </m:r>
                                      </m:e>
                                      <m:sup>
                                        <m:r>
                                          <a:rPr kumimoji="1" lang="zh-CN" altLang="en-US" sz="2200">
                                            <a:solidFill>
                                              <a:schemeClr val="tx1">
                                                <a:lumMod val="95000"/>
                                                <a:lumOff val="5000"/>
                                              </a:schemeClr>
                                            </a:solidFill>
                                            <a:latin typeface="Cambria Math" panose="02040503050406030204" charset="0"/>
                                            <a:ea typeface="黑体" panose="02010609060101010101" pitchFamily="49" charset="-122"/>
                                          </a:rPr>
                                          <m:t>2</m:t>
                                        </m:r>
                                      </m:sup>
                                    </m:sSup>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sSup>
                                      <m:sSupPr>
                                        <m:ctrlPr>
                                          <a:rPr kumimoji="1" lang="zh-CN" altLang="en-US" sz="2200" i="1">
                                            <a:solidFill>
                                              <a:schemeClr val="tx1">
                                                <a:lumMod val="95000"/>
                                                <a:lumOff val="5000"/>
                                              </a:schemeClr>
                                            </a:solidFill>
                                            <a:latin typeface="Cambria Math" panose="02040503050406030204" charset="0"/>
                                            <a:ea typeface="黑体" panose="02010609060101010101" pitchFamily="49" charset="-122"/>
                                          </a:rPr>
                                        </m:ctrlPr>
                                      </m:sSupPr>
                                      <m:e>
                                        <m:r>
                                          <a:rPr kumimoji="1" lang="zh-CN" altLang="en-US" sz="2200">
                                            <a:solidFill>
                                              <a:schemeClr val="tx1">
                                                <a:lumMod val="95000"/>
                                                <a:lumOff val="5000"/>
                                              </a:schemeClr>
                                            </a:solidFill>
                                            <a:latin typeface="Cambria Math" panose="02040503050406030204" charset="0"/>
                                            <a:ea typeface="黑体" panose="02010609060101010101" pitchFamily="49" charset="-122"/>
                                          </a:rPr>
                                          <m:t>𝑦</m:t>
                                        </m:r>
                                      </m:e>
                                      <m:sup>
                                        <m:r>
                                          <a:rPr kumimoji="1" lang="zh-CN" altLang="en-US" sz="2200">
                                            <a:solidFill>
                                              <a:schemeClr val="tx1">
                                                <a:lumMod val="95000"/>
                                                <a:lumOff val="5000"/>
                                              </a:schemeClr>
                                            </a:solidFill>
                                            <a:latin typeface="Cambria Math" panose="02040503050406030204" charset="0"/>
                                            <a:ea typeface="黑体" panose="02010609060101010101" pitchFamily="49" charset="-122"/>
                                          </a:rPr>
                                          <m:t>2</m:t>
                                        </m:r>
                                      </m:sup>
                                    </m:sSup>
                                  </m:den>
                                </m:f>
                                <m:func>
                                  <m:funcPr>
                                    <m:ctrlPr>
                                      <a:rPr kumimoji="1" lang="zh-CN" altLang="en-US" sz="2200" i="1">
                                        <a:solidFill>
                                          <a:schemeClr val="tx1">
                                            <a:lumMod val="95000"/>
                                            <a:lumOff val="5000"/>
                                          </a:schemeClr>
                                        </a:solidFill>
                                        <a:latin typeface="Cambria Math" panose="02040503050406030204" charset="0"/>
                                        <a:ea typeface="黑体" panose="02010609060101010101" pitchFamily="49" charset="-122"/>
                                      </a:rPr>
                                    </m:ctrlPr>
                                  </m:funcPr>
                                  <m:fName>
                                    <m:r>
                                      <a:rPr kumimoji="1" lang="en-US" altLang="zh-CN" sz="2200" b="0" i="0" smtClean="0">
                                        <a:solidFill>
                                          <a:schemeClr val="tx1">
                                            <a:lumMod val="95000"/>
                                            <a:lumOff val="5000"/>
                                          </a:schemeClr>
                                        </a:solidFill>
                                        <a:latin typeface="Cambria Math" panose="02040503050406030204" charset="0"/>
                                        <a:ea typeface="黑体" panose="02010609060101010101" pitchFamily="49" charset="-122"/>
                                      </a:rPr>
                                      <m:t> </m:t>
                                    </m:r>
                                    <m:r>
                                      <m:rPr>
                                        <m:sty m:val="p"/>
                                      </m:rPr>
                                      <a:rPr kumimoji="1" lang="zh-CN" altLang="en-US" sz="2200">
                                        <a:solidFill>
                                          <a:schemeClr val="tx1">
                                            <a:lumMod val="95000"/>
                                            <a:lumOff val="5000"/>
                                          </a:schemeClr>
                                        </a:solidFill>
                                        <a:latin typeface="Cambria Math" panose="02040503050406030204" charset="0"/>
                                        <a:ea typeface="黑体" panose="02010609060101010101" pitchFamily="49" charset="-122"/>
                                      </a:rPr>
                                      <m:t>cos</m:t>
                                    </m:r>
                                    <m:r>
                                      <a:rPr kumimoji="1" lang="en-US" altLang="zh-CN" sz="2200" b="0" i="0" smtClean="0">
                                        <a:solidFill>
                                          <a:schemeClr val="tx1">
                                            <a:lumMod val="95000"/>
                                            <a:lumOff val="5000"/>
                                          </a:schemeClr>
                                        </a:solidFill>
                                        <a:latin typeface="Cambria Math" panose="02040503050406030204" charset="0"/>
                                        <a:ea typeface="黑体" panose="02010609060101010101" pitchFamily="49" charset="-122"/>
                                      </a:rPr>
                                      <m:t> </m:t>
                                    </m:r>
                                  </m:fName>
                                  <m:e>
                                    <m:f>
                                      <m:fPr>
                                        <m:ctrlPr>
                                          <a:rPr kumimoji="1" lang="zh-CN" altLang="en-US" sz="2200" i="1">
                                            <a:solidFill>
                                              <a:schemeClr val="tx1">
                                                <a:lumMod val="95000"/>
                                                <a:lumOff val="5000"/>
                                              </a:schemeClr>
                                            </a:solidFill>
                                            <a:latin typeface="Cambria Math" panose="02040503050406030204" charset="0"/>
                                            <a:ea typeface="黑体" panose="02010609060101010101" pitchFamily="49" charset="-122"/>
                                          </a:rPr>
                                        </m:ctrlPr>
                                      </m:fPr>
                                      <m:num>
                                        <m:r>
                                          <a:rPr kumimoji="1" lang="zh-CN" altLang="en-US" sz="2200">
                                            <a:solidFill>
                                              <a:schemeClr val="tx1">
                                                <a:lumMod val="95000"/>
                                                <a:lumOff val="5000"/>
                                              </a:schemeClr>
                                            </a:solidFill>
                                            <a:latin typeface="Cambria Math" panose="02040503050406030204" charset="0"/>
                                            <a:ea typeface="黑体" panose="02010609060101010101" pitchFamily="49" charset="-122"/>
                                          </a:rPr>
                                          <m:t>1</m:t>
                                        </m:r>
                                      </m:num>
                                      <m:den>
                                        <m:sSup>
                                          <m:sSupPr>
                                            <m:ctrlPr>
                                              <a:rPr kumimoji="1" lang="zh-CN" altLang="en-US" sz="2200" i="1">
                                                <a:solidFill>
                                                  <a:schemeClr val="tx1">
                                                    <a:lumMod val="95000"/>
                                                    <a:lumOff val="5000"/>
                                                  </a:schemeClr>
                                                </a:solidFill>
                                                <a:latin typeface="Cambria Math" panose="02040503050406030204" charset="0"/>
                                                <a:ea typeface="黑体" panose="02010609060101010101" pitchFamily="49" charset="-122"/>
                                              </a:rPr>
                                            </m:ctrlPr>
                                          </m:sSupPr>
                                          <m:e>
                                            <m:r>
                                              <a:rPr kumimoji="1" lang="zh-CN" altLang="en-US" sz="2200">
                                                <a:solidFill>
                                                  <a:schemeClr val="tx1">
                                                    <a:lumMod val="95000"/>
                                                    <a:lumOff val="5000"/>
                                                  </a:schemeClr>
                                                </a:solidFill>
                                                <a:latin typeface="Cambria Math" panose="02040503050406030204" charset="0"/>
                                                <a:ea typeface="黑体" panose="02010609060101010101" pitchFamily="49" charset="-122"/>
                                              </a:rPr>
                                              <m:t>𝑥</m:t>
                                            </m:r>
                                          </m:e>
                                          <m:sup>
                                            <m:r>
                                              <a:rPr kumimoji="1" lang="zh-CN" altLang="en-US" sz="2200">
                                                <a:solidFill>
                                                  <a:schemeClr val="tx1">
                                                    <a:lumMod val="95000"/>
                                                    <a:lumOff val="5000"/>
                                                  </a:schemeClr>
                                                </a:solidFill>
                                                <a:latin typeface="Cambria Math" panose="02040503050406030204" charset="0"/>
                                                <a:ea typeface="黑体" panose="02010609060101010101" pitchFamily="49" charset="-122"/>
                                              </a:rPr>
                                              <m:t>2</m:t>
                                            </m:r>
                                          </m:sup>
                                        </m:sSup>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sSup>
                                          <m:sSupPr>
                                            <m:ctrlPr>
                                              <a:rPr kumimoji="1" lang="zh-CN" altLang="en-US" sz="2200" i="1">
                                                <a:solidFill>
                                                  <a:schemeClr val="tx1">
                                                    <a:lumMod val="95000"/>
                                                    <a:lumOff val="5000"/>
                                                  </a:schemeClr>
                                                </a:solidFill>
                                                <a:latin typeface="Cambria Math" panose="02040503050406030204" charset="0"/>
                                                <a:ea typeface="黑体" panose="02010609060101010101" pitchFamily="49" charset="-122"/>
                                              </a:rPr>
                                            </m:ctrlPr>
                                          </m:sSupPr>
                                          <m:e>
                                            <m:r>
                                              <a:rPr kumimoji="1" lang="zh-CN" altLang="en-US" sz="2200">
                                                <a:solidFill>
                                                  <a:schemeClr val="tx1">
                                                    <a:lumMod val="95000"/>
                                                    <a:lumOff val="5000"/>
                                                  </a:schemeClr>
                                                </a:solidFill>
                                                <a:latin typeface="Cambria Math" panose="02040503050406030204" charset="0"/>
                                                <a:ea typeface="黑体" panose="02010609060101010101" pitchFamily="49" charset="-122"/>
                                              </a:rPr>
                                              <m:t>𝑦</m:t>
                                            </m:r>
                                          </m:e>
                                          <m:sup>
                                            <m:r>
                                              <a:rPr kumimoji="1" lang="zh-CN" altLang="en-US" sz="2200">
                                                <a:solidFill>
                                                  <a:schemeClr val="tx1">
                                                    <a:lumMod val="95000"/>
                                                    <a:lumOff val="5000"/>
                                                  </a:schemeClr>
                                                </a:solidFill>
                                                <a:latin typeface="Cambria Math" panose="02040503050406030204" charset="0"/>
                                                <a:ea typeface="黑体" panose="02010609060101010101" pitchFamily="49" charset="-122"/>
                                              </a:rPr>
                                              <m:t>2</m:t>
                                            </m:r>
                                          </m:sup>
                                        </m:sSup>
                                      </m:den>
                                    </m:f>
                                  </m:e>
                                </m:func>
                                <m:r>
                                  <a:rPr kumimoji="1" lang="en-US" altLang="zh-CN" sz="2200" b="0" i="0" smtClean="0">
                                    <a:solidFill>
                                      <a:schemeClr val="tx1">
                                        <a:lumMod val="95000"/>
                                        <a:lumOff val="5000"/>
                                      </a:schemeClr>
                                    </a:solidFill>
                                    <a:latin typeface="Cambria Math" panose="02040503050406030204" charset="0"/>
                                    <a:ea typeface="黑体" panose="02010609060101010101" pitchFamily="49" charset="-122"/>
                                  </a:rPr>
                                  <m:t> </m:t>
                                </m:r>
                                <m:r>
                                  <a:rPr kumimoji="1" lang="zh-CN" altLang="en-US" sz="2200">
                                    <a:solidFill>
                                      <a:schemeClr val="tx1">
                                        <a:lumMod val="95000"/>
                                        <a:lumOff val="5000"/>
                                      </a:schemeClr>
                                    </a:solidFill>
                                    <a:latin typeface="Cambria Math" panose="02040503050406030204" charset="0"/>
                                    <a:ea typeface="黑体" panose="02010609060101010101" pitchFamily="49" charset="-122"/>
                                  </a:rPr>
                                  <m:t>, </m:t>
                                </m:r>
                                <m:sSup>
                                  <m:sSupPr>
                                    <m:ctrlPr>
                                      <a:rPr kumimoji="1" lang="zh-CN" altLang="en-US" sz="2200" i="1">
                                        <a:solidFill>
                                          <a:schemeClr val="tx1">
                                            <a:lumMod val="95000"/>
                                            <a:lumOff val="5000"/>
                                          </a:schemeClr>
                                        </a:solidFill>
                                        <a:latin typeface="Cambria Math" panose="02040503050406030204" charset="0"/>
                                        <a:ea typeface="黑体" panose="02010609060101010101" pitchFamily="49" charset="-122"/>
                                      </a:rPr>
                                    </m:ctrlPr>
                                  </m:sSupPr>
                                  <m:e>
                                    <m:r>
                                      <a:rPr kumimoji="1" lang="zh-CN" altLang="en-US" sz="2200">
                                        <a:solidFill>
                                          <a:schemeClr val="tx1">
                                            <a:lumMod val="95000"/>
                                            <a:lumOff val="5000"/>
                                          </a:schemeClr>
                                        </a:solidFill>
                                        <a:latin typeface="Cambria Math" panose="02040503050406030204" charset="0"/>
                                        <a:ea typeface="黑体" panose="02010609060101010101" pitchFamily="49" charset="-122"/>
                                      </a:rPr>
                                      <m:t>𝑥</m:t>
                                    </m:r>
                                  </m:e>
                                  <m:sup>
                                    <m:r>
                                      <a:rPr kumimoji="1" lang="zh-CN" altLang="en-US" sz="2200">
                                        <a:solidFill>
                                          <a:schemeClr val="tx1">
                                            <a:lumMod val="95000"/>
                                            <a:lumOff val="5000"/>
                                          </a:schemeClr>
                                        </a:solidFill>
                                        <a:latin typeface="Cambria Math" panose="02040503050406030204" charset="0"/>
                                        <a:ea typeface="黑体" panose="02010609060101010101" pitchFamily="49" charset="-122"/>
                                      </a:rPr>
                                      <m:t>2</m:t>
                                    </m:r>
                                  </m:sup>
                                </m:sSup>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sSup>
                                  <m:sSupPr>
                                    <m:ctrlPr>
                                      <a:rPr kumimoji="1" lang="zh-CN" altLang="en-US" sz="2200" i="1">
                                        <a:solidFill>
                                          <a:schemeClr val="tx1">
                                            <a:lumMod val="95000"/>
                                            <a:lumOff val="5000"/>
                                          </a:schemeClr>
                                        </a:solidFill>
                                        <a:latin typeface="Cambria Math" panose="02040503050406030204" charset="0"/>
                                        <a:ea typeface="黑体" panose="02010609060101010101" pitchFamily="49" charset="-122"/>
                                      </a:rPr>
                                    </m:ctrlPr>
                                  </m:sSupPr>
                                  <m:e>
                                    <m:r>
                                      <a:rPr kumimoji="1" lang="zh-CN" altLang="en-US" sz="2200">
                                        <a:solidFill>
                                          <a:schemeClr val="tx1">
                                            <a:lumMod val="95000"/>
                                            <a:lumOff val="5000"/>
                                          </a:schemeClr>
                                        </a:solidFill>
                                        <a:latin typeface="Cambria Math" panose="02040503050406030204" charset="0"/>
                                        <a:ea typeface="黑体" panose="02010609060101010101" pitchFamily="49" charset="-122"/>
                                      </a:rPr>
                                      <m:t>𝑦</m:t>
                                    </m:r>
                                  </m:e>
                                  <m:sup>
                                    <m:r>
                                      <a:rPr kumimoji="1" lang="zh-CN" altLang="en-US" sz="2200">
                                        <a:solidFill>
                                          <a:schemeClr val="tx1">
                                            <a:lumMod val="95000"/>
                                            <a:lumOff val="5000"/>
                                          </a:schemeClr>
                                        </a:solidFill>
                                        <a:latin typeface="Cambria Math" panose="02040503050406030204" charset="0"/>
                                        <a:ea typeface="黑体" panose="02010609060101010101" pitchFamily="49" charset="-122"/>
                                      </a:rPr>
                                      <m:t>2</m:t>
                                    </m:r>
                                  </m:sup>
                                </m:sSup>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rPr>
                                  <m:t>0</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e>
                            </m:mr>
                            <m:mr>
                              <m:e>
                                <m:r>
                                  <a:rPr kumimoji="1" lang="zh-CN" altLang="en-US" sz="2200">
                                    <a:solidFill>
                                      <a:schemeClr val="tx1">
                                        <a:lumMod val="95000"/>
                                        <a:lumOff val="5000"/>
                                      </a:schemeClr>
                                    </a:solidFill>
                                    <a:latin typeface="Cambria Math" panose="02040503050406030204" charset="0"/>
                                    <a:ea typeface="黑体" panose="02010609060101010101" pitchFamily="49" charset="-122"/>
                                  </a:rPr>
                                  <m:t>0</m:t>
                                </m:r>
                                <m:r>
                                  <a:rPr kumimoji="1" lang="zh-CN" altLang="en-US" sz="2200">
                                    <a:solidFill>
                                      <a:schemeClr val="tx1">
                                        <a:lumMod val="95000"/>
                                        <a:lumOff val="5000"/>
                                      </a:schemeClr>
                                    </a:solidFill>
                                    <a:latin typeface="Cambria Math" panose="02040503050406030204" charset="0"/>
                                    <a:ea typeface="黑体" panose="02010609060101010101" pitchFamily="49" charset="-122"/>
                                  </a:rPr>
                                  <m:t>,                                              </m:t>
                                </m:r>
                                <m:r>
                                  <a:rPr kumimoji="1" lang="en-US" altLang="zh-CN" sz="2200" b="0" i="0" smtClean="0">
                                    <a:solidFill>
                                      <a:schemeClr val="tx1">
                                        <a:lumMod val="95000"/>
                                        <a:lumOff val="5000"/>
                                      </a:schemeClr>
                                    </a:solidFill>
                                    <a:latin typeface="Cambria Math" panose="02040503050406030204" charset="0"/>
                                    <a:ea typeface="黑体" panose="02010609060101010101" pitchFamily="49" charset="-122"/>
                                  </a:rPr>
                                  <m:t>   </m:t>
                                </m:r>
                                <m:r>
                                  <a:rPr kumimoji="1" lang="en-US" altLang="zh-CN" sz="2200" b="0" i="1" smtClean="0">
                                    <a:solidFill>
                                      <a:schemeClr val="tx1">
                                        <a:lumMod val="95000"/>
                                        <a:lumOff val="5000"/>
                                      </a:schemeClr>
                                    </a:solidFill>
                                    <a:latin typeface="Cambria Math" panose="02040503050406030204" charset="0"/>
                                    <a:ea typeface="黑体" panose="02010609060101010101" pitchFamily="49" charset="-122"/>
                                  </a:rPr>
                                  <m:t>  </m:t>
                                </m:r>
                                <m:sSup>
                                  <m:sSupPr>
                                    <m:ctrlPr>
                                      <a:rPr kumimoji="1" lang="zh-CN" altLang="en-US" sz="2200" i="1">
                                        <a:solidFill>
                                          <a:schemeClr val="tx1">
                                            <a:lumMod val="95000"/>
                                            <a:lumOff val="5000"/>
                                          </a:schemeClr>
                                        </a:solidFill>
                                        <a:latin typeface="Cambria Math" panose="02040503050406030204" charset="0"/>
                                        <a:ea typeface="黑体" panose="02010609060101010101" pitchFamily="49" charset="-122"/>
                                      </a:rPr>
                                    </m:ctrlPr>
                                  </m:sSupPr>
                                  <m:e>
                                    <m:r>
                                      <a:rPr kumimoji="1" lang="zh-CN" altLang="en-US" sz="2200">
                                        <a:solidFill>
                                          <a:schemeClr val="tx1">
                                            <a:lumMod val="95000"/>
                                            <a:lumOff val="5000"/>
                                          </a:schemeClr>
                                        </a:solidFill>
                                        <a:latin typeface="Cambria Math" panose="02040503050406030204" charset="0"/>
                                        <a:ea typeface="黑体" panose="02010609060101010101" pitchFamily="49" charset="-122"/>
                                      </a:rPr>
                                      <m:t>𝑥</m:t>
                                    </m:r>
                                  </m:e>
                                  <m:sup>
                                    <m:r>
                                      <a:rPr kumimoji="1" lang="zh-CN" altLang="en-US" sz="2200">
                                        <a:solidFill>
                                          <a:schemeClr val="tx1">
                                            <a:lumMod val="95000"/>
                                            <a:lumOff val="5000"/>
                                          </a:schemeClr>
                                        </a:solidFill>
                                        <a:latin typeface="Cambria Math" panose="02040503050406030204" charset="0"/>
                                        <a:ea typeface="黑体" panose="02010609060101010101" pitchFamily="49" charset="-122"/>
                                      </a:rPr>
                                      <m:t>2</m:t>
                                    </m:r>
                                  </m:sup>
                                </m:sSup>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sSup>
                                  <m:sSupPr>
                                    <m:ctrlPr>
                                      <a:rPr kumimoji="1" lang="zh-CN" altLang="en-US" sz="2200" i="1">
                                        <a:solidFill>
                                          <a:schemeClr val="tx1">
                                            <a:lumMod val="95000"/>
                                            <a:lumOff val="5000"/>
                                          </a:schemeClr>
                                        </a:solidFill>
                                        <a:latin typeface="Cambria Math" panose="02040503050406030204" charset="0"/>
                                        <a:ea typeface="黑体" panose="02010609060101010101" pitchFamily="49" charset="-122"/>
                                      </a:rPr>
                                    </m:ctrlPr>
                                  </m:sSupPr>
                                  <m:e>
                                    <m:r>
                                      <a:rPr kumimoji="1" lang="zh-CN" altLang="en-US" sz="2200">
                                        <a:solidFill>
                                          <a:schemeClr val="tx1">
                                            <a:lumMod val="95000"/>
                                            <a:lumOff val="5000"/>
                                          </a:schemeClr>
                                        </a:solidFill>
                                        <a:latin typeface="Cambria Math" panose="02040503050406030204" charset="0"/>
                                        <a:ea typeface="黑体" panose="02010609060101010101" pitchFamily="49" charset="-122"/>
                                      </a:rPr>
                                      <m:t>𝑦</m:t>
                                    </m:r>
                                  </m:e>
                                  <m:sup>
                                    <m:r>
                                      <a:rPr kumimoji="1" lang="zh-CN" altLang="en-US" sz="2200">
                                        <a:solidFill>
                                          <a:schemeClr val="tx1">
                                            <a:lumMod val="95000"/>
                                            <a:lumOff val="5000"/>
                                          </a:schemeClr>
                                        </a:solidFill>
                                        <a:latin typeface="Cambria Math" panose="02040503050406030204" charset="0"/>
                                        <a:ea typeface="黑体" panose="02010609060101010101" pitchFamily="49" charset="-122"/>
                                      </a:rPr>
                                      <m:t>2</m:t>
                                    </m:r>
                                  </m:sup>
                                </m:sSup>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rPr>
                                  <m:t>0</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e>
                            </m:mr>
                          </m:m>
                        </m:e>
                      </m:d>
                    </m:oMath>
                  </m:oMathPara>
                </a14:m>
                <a:endParaRPr kumimoji="1" lang="zh-CN" altLang="en-US" sz="2200" dirty="0">
                  <a:solidFill>
                    <a:schemeClr val="tx1">
                      <a:lumMod val="95000"/>
                      <a:lumOff val="5000"/>
                    </a:schemeClr>
                  </a:solidFill>
                  <a:latin typeface="Cambria Math" panose="02040503050406030204" charset="0"/>
                  <a:ea typeface="黑体" panose="02010609060101010101" pitchFamily="49" charset="-122"/>
                </a:endParaRPr>
              </a:p>
            </p:txBody>
          </p:sp>
        </mc:Choice>
        <mc:Fallback>
          <p:sp>
            <p:nvSpPr>
              <p:cNvPr id="5" name="Object 7"/>
              <p:cNvSpPr txBox="1">
                <a:spLocks noRot="1" noChangeAspect="1" noMove="1" noResize="1" noEditPoints="1" noAdjustHandles="1" noChangeArrowheads="1" noChangeShapeType="1" noTextEdit="1"/>
              </p:cNvSpPr>
              <p:nvPr/>
            </p:nvSpPr>
            <p:spPr bwMode="auto">
              <a:xfrm>
                <a:off x="2747410" y="1953179"/>
                <a:ext cx="8443504" cy="1279525"/>
              </a:xfrm>
              <a:prstGeom prst="rect">
                <a:avLst/>
              </a:prstGeom>
              <a:blipFill rotWithShape="1">
                <a:blip r:embed="rId3"/>
                <a:stretch>
                  <a:fillRect l="-5" t="-43" r="4" b="43"/>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6" name="Object 8"/>
              <p:cNvSpPr txBox="1"/>
              <p:nvPr/>
            </p:nvSpPr>
            <p:spPr bwMode="auto">
              <a:xfrm>
                <a:off x="2737888" y="3253876"/>
                <a:ext cx="8671140" cy="1279525"/>
              </a:xfrm>
              <a:prstGeom prst="rect">
                <a:avLst/>
              </a:prstGeom>
            </p:spPr>
            <p:txBody>
              <a:bodyPr>
                <a:noAutofit/>
              </a:bodyPr>
              <a:lstStyle/>
              <a:p>
                <a14:m>
                  <m:oMathPara xmlns:m="http://schemas.openxmlformats.org/officeDocument/2006/math">
                    <m:oMathParaPr>
                      <m:jc m:val="left"/>
                    </m:oMathParaPr>
                    <m:oMath xmlns:m="http://schemas.openxmlformats.org/officeDocument/2006/math">
                      <m:sSub>
                        <m:sSubPr>
                          <m:ctrlPr>
                            <a:rPr kumimoji="1" lang="zh-CN" altLang="en-US" sz="2200" i="1" smtClean="0">
                              <a:solidFill>
                                <a:schemeClr val="tx1">
                                  <a:lumMod val="95000"/>
                                  <a:lumOff val="5000"/>
                                </a:schemeClr>
                              </a:solidFill>
                              <a:latin typeface="Cambria Math" panose="02040503050406030204" charset="0"/>
                              <a:ea typeface="黑体" panose="02010609060101010101" pitchFamily="49" charset="-122"/>
                            </a:rPr>
                          </m:ctrlPr>
                        </m:sSubPr>
                        <m:e>
                          <m:r>
                            <a:rPr kumimoji="1" lang="zh-CN" altLang="en-US" sz="2200">
                              <a:solidFill>
                                <a:schemeClr val="tx1">
                                  <a:lumMod val="95000"/>
                                  <a:lumOff val="5000"/>
                                </a:schemeClr>
                              </a:solidFill>
                              <a:latin typeface="Cambria Math" panose="02040503050406030204" charset="0"/>
                              <a:ea typeface="黑体" panose="02010609060101010101" pitchFamily="49" charset="-122"/>
                            </a:rPr>
                            <m:t>𝑓</m:t>
                          </m:r>
                        </m:e>
                        <m:sub>
                          <m:r>
                            <a:rPr kumimoji="1" lang="zh-CN" altLang="en-US" sz="2200">
                              <a:solidFill>
                                <a:schemeClr val="tx1">
                                  <a:lumMod val="95000"/>
                                  <a:lumOff val="5000"/>
                                </a:schemeClr>
                              </a:solidFill>
                              <a:latin typeface="Cambria Math" panose="02040503050406030204" charset="0"/>
                              <a:ea typeface="黑体" panose="02010609060101010101" pitchFamily="49" charset="-122"/>
                            </a:rPr>
                            <m:t>𝑦</m:t>
                          </m:r>
                        </m:sub>
                      </m:sSub>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𝑥</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𝑦</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d>
                        <m:dPr>
                          <m:begChr m:val="{"/>
                          <m:endChr m:val=""/>
                          <m:ctrlPr>
                            <a:rPr kumimoji="1" lang="zh-CN" altLang="en-US" sz="2200" i="1">
                              <a:solidFill>
                                <a:schemeClr val="tx1">
                                  <a:lumMod val="95000"/>
                                  <a:lumOff val="5000"/>
                                </a:schemeClr>
                              </a:solidFill>
                              <a:latin typeface="Cambria Math" panose="02040503050406030204" charset="0"/>
                              <a:ea typeface="黑体" panose="02010609060101010101" pitchFamily="49" charset="-122"/>
                            </a:rPr>
                          </m:ctrlPr>
                        </m:dPr>
                        <m:e>
                          <m:m>
                            <m:mPr>
                              <m:mcs>
                                <m:mc>
                                  <m:mcPr>
                                    <m:count m:val="1"/>
                                    <m:mcJc m:val="center"/>
                                  </m:mcPr>
                                </m:mc>
                              </m:mcs>
                              <m:plcHide m:val="on"/>
                              <m:ctrlPr>
                                <a:rPr kumimoji="1" lang="zh-CN" altLang="en-US" sz="2200" i="1">
                                  <a:solidFill>
                                    <a:schemeClr val="tx1">
                                      <a:lumMod val="95000"/>
                                      <a:lumOff val="5000"/>
                                    </a:schemeClr>
                                  </a:solidFill>
                                  <a:latin typeface="Cambria Math" panose="02040503050406030204" charset="0"/>
                                  <a:ea typeface="黑体" panose="02010609060101010101" pitchFamily="49" charset="-122"/>
                                </a:rPr>
                              </m:ctrlPr>
                            </m:mPr>
                            <m:mr>
                              <m:e>
                                <m:r>
                                  <a:rPr kumimoji="1" lang="zh-CN" altLang="en-US" sz="2200">
                                    <a:solidFill>
                                      <a:schemeClr val="tx1">
                                        <a:lumMod val="95000"/>
                                        <a:lumOff val="5000"/>
                                      </a:schemeClr>
                                    </a:solidFill>
                                    <a:latin typeface="Cambria Math" panose="02040503050406030204" charset="0"/>
                                    <a:ea typeface="黑体" panose="02010609060101010101" pitchFamily="49" charset="-122"/>
                                  </a:rPr>
                                  <m:t>2</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𝑦</m:t>
                                </m:r>
                                <m:func>
                                  <m:funcPr>
                                    <m:ctrlPr>
                                      <a:rPr kumimoji="1" lang="zh-CN" altLang="en-US" sz="2200" i="1">
                                        <a:solidFill>
                                          <a:schemeClr val="tx1">
                                            <a:lumMod val="95000"/>
                                            <a:lumOff val="5000"/>
                                          </a:schemeClr>
                                        </a:solidFill>
                                        <a:latin typeface="Cambria Math" panose="02040503050406030204" charset="0"/>
                                        <a:ea typeface="黑体" panose="02010609060101010101" pitchFamily="49" charset="-122"/>
                                      </a:rPr>
                                    </m:ctrlPr>
                                  </m:funcPr>
                                  <m:fName>
                                    <m:r>
                                      <m:rPr>
                                        <m:sty m:val="p"/>
                                      </m:rPr>
                                      <a:rPr kumimoji="1" lang="zh-CN" altLang="en-US" sz="2200">
                                        <a:solidFill>
                                          <a:schemeClr val="tx1">
                                            <a:lumMod val="95000"/>
                                            <a:lumOff val="5000"/>
                                          </a:schemeClr>
                                        </a:solidFill>
                                        <a:latin typeface="Cambria Math" panose="02040503050406030204" charset="0"/>
                                        <a:ea typeface="黑体" panose="02010609060101010101" pitchFamily="49" charset="-122"/>
                                      </a:rPr>
                                      <m:t>sin</m:t>
                                    </m:r>
                                  </m:fName>
                                  <m:e>
                                    <m:f>
                                      <m:fPr>
                                        <m:ctrlPr>
                                          <a:rPr kumimoji="1" lang="zh-CN" altLang="en-US" sz="2200" i="1">
                                            <a:solidFill>
                                              <a:schemeClr val="tx1">
                                                <a:lumMod val="95000"/>
                                                <a:lumOff val="5000"/>
                                              </a:schemeClr>
                                            </a:solidFill>
                                            <a:latin typeface="Cambria Math" panose="02040503050406030204" charset="0"/>
                                            <a:ea typeface="黑体" panose="02010609060101010101" pitchFamily="49" charset="-122"/>
                                          </a:rPr>
                                        </m:ctrlPr>
                                      </m:fPr>
                                      <m:num>
                                        <m:r>
                                          <a:rPr kumimoji="1" lang="zh-CN" altLang="en-US" sz="2200">
                                            <a:solidFill>
                                              <a:schemeClr val="tx1">
                                                <a:lumMod val="95000"/>
                                                <a:lumOff val="5000"/>
                                              </a:schemeClr>
                                            </a:solidFill>
                                            <a:latin typeface="Cambria Math" panose="02040503050406030204" charset="0"/>
                                            <a:ea typeface="黑体" panose="02010609060101010101" pitchFamily="49" charset="-122"/>
                                          </a:rPr>
                                          <m:t>1</m:t>
                                        </m:r>
                                      </m:num>
                                      <m:den>
                                        <m:sSup>
                                          <m:sSupPr>
                                            <m:ctrlPr>
                                              <a:rPr kumimoji="1" lang="zh-CN" altLang="en-US" sz="2200" i="1">
                                                <a:solidFill>
                                                  <a:schemeClr val="tx1">
                                                    <a:lumMod val="95000"/>
                                                    <a:lumOff val="5000"/>
                                                  </a:schemeClr>
                                                </a:solidFill>
                                                <a:latin typeface="Cambria Math" panose="02040503050406030204" charset="0"/>
                                                <a:ea typeface="黑体" panose="02010609060101010101" pitchFamily="49" charset="-122"/>
                                              </a:rPr>
                                            </m:ctrlPr>
                                          </m:sSupPr>
                                          <m:e>
                                            <m:r>
                                              <a:rPr kumimoji="1" lang="zh-CN" altLang="en-US" sz="2200">
                                                <a:solidFill>
                                                  <a:schemeClr val="tx1">
                                                    <a:lumMod val="95000"/>
                                                    <a:lumOff val="5000"/>
                                                  </a:schemeClr>
                                                </a:solidFill>
                                                <a:latin typeface="Cambria Math" panose="02040503050406030204" charset="0"/>
                                                <a:ea typeface="黑体" panose="02010609060101010101" pitchFamily="49" charset="-122"/>
                                              </a:rPr>
                                              <m:t>𝑥</m:t>
                                            </m:r>
                                          </m:e>
                                          <m:sup>
                                            <m:r>
                                              <a:rPr kumimoji="1" lang="zh-CN" altLang="en-US" sz="2200">
                                                <a:solidFill>
                                                  <a:schemeClr val="tx1">
                                                    <a:lumMod val="95000"/>
                                                    <a:lumOff val="5000"/>
                                                  </a:schemeClr>
                                                </a:solidFill>
                                                <a:latin typeface="Cambria Math" panose="02040503050406030204" charset="0"/>
                                                <a:ea typeface="黑体" panose="02010609060101010101" pitchFamily="49" charset="-122"/>
                                              </a:rPr>
                                              <m:t>2</m:t>
                                            </m:r>
                                          </m:sup>
                                        </m:sSup>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sSup>
                                          <m:sSupPr>
                                            <m:ctrlPr>
                                              <a:rPr kumimoji="1" lang="zh-CN" altLang="en-US" sz="2200" i="1">
                                                <a:solidFill>
                                                  <a:schemeClr val="tx1">
                                                    <a:lumMod val="95000"/>
                                                    <a:lumOff val="5000"/>
                                                  </a:schemeClr>
                                                </a:solidFill>
                                                <a:latin typeface="Cambria Math" panose="02040503050406030204" charset="0"/>
                                                <a:ea typeface="黑体" panose="02010609060101010101" pitchFamily="49" charset="-122"/>
                                              </a:rPr>
                                            </m:ctrlPr>
                                          </m:sSupPr>
                                          <m:e>
                                            <m:r>
                                              <a:rPr kumimoji="1" lang="zh-CN" altLang="en-US" sz="2200">
                                                <a:solidFill>
                                                  <a:schemeClr val="tx1">
                                                    <a:lumMod val="95000"/>
                                                    <a:lumOff val="5000"/>
                                                  </a:schemeClr>
                                                </a:solidFill>
                                                <a:latin typeface="Cambria Math" panose="02040503050406030204" charset="0"/>
                                                <a:ea typeface="黑体" panose="02010609060101010101" pitchFamily="49" charset="-122"/>
                                              </a:rPr>
                                              <m:t>𝑦</m:t>
                                            </m:r>
                                          </m:e>
                                          <m:sup>
                                            <m:r>
                                              <a:rPr kumimoji="1" lang="zh-CN" altLang="en-US" sz="2200">
                                                <a:solidFill>
                                                  <a:schemeClr val="tx1">
                                                    <a:lumMod val="95000"/>
                                                    <a:lumOff val="5000"/>
                                                  </a:schemeClr>
                                                </a:solidFill>
                                                <a:latin typeface="Cambria Math" panose="02040503050406030204" charset="0"/>
                                                <a:ea typeface="黑体" panose="02010609060101010101" pitchFamily="49" charset="-122"/>
                                              </a:rPr>
                                              <m:t>2</m:t>
                                            </m:r>
                                          </m:sup>
                                        </m:sSup>
                                      </m:den>
                                    </m:f>
                                  </m:e>
                                </m:func>
                                <m:r>
                                  <a:rPr kumimoji="1" lang="en-US" altLang="zh-CN" sz="2200" b="0" i="0" smtClean="0">
                                    <a:solidFill>
                                      <a:schemeClr val="tx1">
                                        <a:lumMod val="95000"/>
                                        <a:lumOff val="5000"/>
                                      </a:schemeClr>
                                    </a:solidFill>
                                    <a:latin typeface="Cambria Math" panose="02040503050406030204" charset="0"/>
                                    <a:ea typeface="黑体" panose="02010609060101010101" pitchFamily="49" charset="-122"/>
                                  </a:rPr>
                                  <m:t> </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en-US" altLang="zh-CN" sz="2200" b="0" i="1" smtClean="0">
                                    <a:solidFill>
                                      <a:schemeClr val="tx1">
                                        <a:lumMod val="95000"/>
                                        <a:lumOff val="5000"/>
                                      </a:schemeClr>
                                    </a:solidFill>
                                    <a:latin typeface="Cambria Math" panose="02040503050406030204" charset="0"/>
                                    <a:ea typeface="黑体" panose="02010609060101010101" pitchFamily="49" charset="-122"/>
                                  </a:rPr>
                                  <m:t> </m:t>
                                </m:r>
                                <m:f>
                                  <m:fPr>
                                    <m:ctrlPr>
                                      <a:rPr kumimoji="1" lang="zh-CN" altLang="en-US" sz="2200" i="1">
                                        <a:solidFill>
                                          <a:schemeClr val="tx1">
                                            <a:lumMod val="95000"/>
                                            <a:lumOff val="5000"/>
                                          </a:schemeClr>
                                        </a:solidFill>
                                        <a:latin typeface="Cambria Math" panose="02040503050406030204" charset="0"/>
                                        <a:ea typeface="黑体" panose="02010609060101010101" pitchFamily="49" charset="-122"/>
                                      </a:rPr>
                                    </m:ctrlPr>
                                  </m:fPr>
                                  <m:num>
                                    <m:r>
                                      <a:rPr kumimoji="1" lang="zh-CN" altLang="en-US" sz="2200">
                                        <a:solidFill>
                                          <a:schemeClr val="tx1">
                                            <a:lumMod val="95000"/>
                                            <a:lumOff val="5000"/>
                                          </a:schemeClr>
                                        </a:solidFill>
                                        <a:latin typeface="Cambria Math" panose="02040503050406030204" charset="0"/>
                                        <a:ea typeface="黑体" panose="02010609060101010101" pitchFamily="49" charset="-122"/>
                                      </a:rPr>
                                      <m:t>2</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𝑦</m:t>
                                    </m:r>
                                  </m:num>
                                  <m:den>
                                    <m:sSup>
                                      <m:sSupPr>
                                        <m:ctrlPr>
                                          <a:rPr kumimoji="1" lang="zh-CN" altLang="en-US" sz="2200" i="1">
                                            <a:solidFill>
                                              <a:schemeClr val="tx1">
                                                <a:lumMod val="95000"/>
                                                <a:lumOff val="5000"/>
                                              </a:schemeClr>
                                            </a:solidFill>
                                            <a:latin typeface="Cambria Math" panose="02040503050406030204" charset="0"/>
                                            <a:ea typeface="黑体" panose="02010609060101010101" pitchFamily="49" charset="-122"/>
                                          </a:rPr>
                                        </m:ctrlPr>
                                      </m:sSupPr>
                                      <m:e>
                                        <m:r>
                                          <a:rPr kumimoji="1" lang="zh-CN" altLang="en-US" sz="2200">
                                            <a:solidFill>
                                              <a:schemeClr val="tx1">
                                                <a:lumMod val="95000"/>
                                                <a:lumOff val="5000"/>
                                              </a:schemeClr>
                                            </a:solidFill>
                                            <a:latin typeface="Cambria Math" panose="02040503050406030204" charset="0"/>
                                            <a:ea typeface="黑体" panose="02010609060101010101" pitchFamily="49" charset="-122"/>
                                          </a:rPr>
                                          <m:t>𝑥</m:t>
                                        </m:r>
                                      </m:e>
                                      <m:sup>
                                        <m:r>
                                          <a:rPr kumimoji="1" lang="zh-CN" altLang="en-US" sz="2200">
                                            <a:solidFill>
                                              <a:schemeClr val="tx1">
                                                <a:lumMod val="95000"/>
                                                <a:lumOff val="5000"/>
                                              </a:schemeClr>
                                            </a:solidFill>
                                            <a:latin typeface="Cambria Math" panose="02040503050406030204" charset="0"/>
                                            <a:ea typeface="黑体" panose="02010609060101010101" pitchFamily="49" charset="-122"/>
                                          </a:rPr>
                                          <m:t>2</m:t>
                                        </m:r>
                                      </m:sup>
                                    </m:sSup>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sSup>
                                      <m:sSupPr>
                                        <m:ctrlPr>
                                          <a:rPr kumimoji="1" lang="zh-CN" altLang="en-US" sz="2200" i="1">
                                            <a:solidFill>
                                              <a:schemeClr val="tx1">
                                                <a:lumMod val="95000"/>
                                                <a:lumOff val="5000"/>
                                              </a:schemeClr>
                                            </a:solidFill>
                                            <a:latin typeface="Cambria Math" panose="02040503050406030204" charset="0"/>
                                            <a:ea typeface="黑体" panose="02010609060101010101" pitchFamily="49" charset="-122"/>
                                          </a:rPr>
                                        </m:ctrlPr>
                                      </m:sSupPr>
                                      <m:e>
                                        <m:r>
                                          <a:rPr kumimoji="1" lang="zh-CN" altLang="en-US" sz="2200">
                                            <a:solidFill>
                                              <a:schemeClr val="tx1">
                                                <a:lumMod val="95000"/>
                                                <a:lumOff val="5000"/>
                                              </a:schemeClr>
                                            </a:solidFill>
                                            <a:latin typeface="Cambria Math" panose="02040503050406030204" charset="0"/>
                                            <a:ea typeface="黑体" panose="02010609060101010101" pitchFamily="49" charset="-122"/>
                                          </a:rPr>
                                          <m:t>𝑦</m:t>
                                        </m:r>
                                      </m:e>
                                      <m:sup>
                                        <m:r>
                                          <a:rPr kumimoji="1" lang="zh-CN" altLang="en-US" sz="2200">
                                            <a:solidFill>
                                              <a:schemeClr val="tx1">
                                                <a:lumMod val="95000"/>
                                                <a:lumOff val="5000"/>
                                              </a:schemeClr>
                                            </a:solidFill>
                                            <a:latin typeface="Cambria Math" panose="02040503050406030204" charset="0"/>
                                            <a:ea typeface="黑体" panose="02010609060101010101" pitchFamily="49" charset="-122"/>
                                          </a:rPr>
                                          <m:t>2</m:t>
                                        </m:r>
                                      </m:sup>
                                    </m:sSup>
                                  </m:den>
                                </m:f>
                                <m:r>
                                  <a:rPr kumimoji="1" lang="en-US" altLang="zh-CN" sz="2200" b="0" i="1" smtClean="0">
                                    <a:solidFill>
                                      <a:schemeClr val="tx1">
                                        <a:lumMod val="95000"/>
                                        <a:lumOff val="5000"/>
                                      </a:schemeClr>
                                    </a:solidFill>
                                    <a:latin typeface="Cambria Math" panose="02040503050406030204" charset="0"/>
                                    <a:ea typeface="黑体" panose="02010609060101010101" pitchFamily="49" charset="-122"/>
                                  </a:rPr>
                                  <m:t> </m:t>
                                </m:r>
                                <m:func>
                                  <m:funcPr>
                                    <m:ctrlPr>
                                      <a:rPr kumimoji="1" lang="zh-CN" altLang="en-US" sz="2200" i="1">
                                        <a:solidFill>
                                          <a:schemeClr val="tx1">
                                            <a:lumMod val="95000"/>
                                            <a:lumOff val="5000"/>
                                          </a:schemeClr>
                                        </a:solidFill>
                                        <a:latin typeface="Cambria Math" panose="02040503050406030204" charset="0"/>
                                        <a:ea typeface="黑体" panose="02010609060101010101" pitchFamily="49" charset="-122"/>
                                      </a:rPr>
                                    </m:ctrlPr>
                                  </m:funcPr>
                                  <m:fName>
                                    <m:r>
                                      <m:rPr>
                                        <m:sty m:val="p"/>
                                      </m:rPr>
                                      <a:rPr kumimoji="1" lang="zh-CN" altLang="en-US" sz="2200">
                                        <a:solidFill>
                                          <a:schemeClr val="tx1">
                                            <a:lumMod val="95000"/>
                                            <a:lumOff val="5000"/>
                                          </a:schemeClr>
                                        </a:solidFill>
                                        <a:latin typeface="Cambria Math" panose="02040503050406030204" charset="0"/>
                                        <a:ea typeface="黑体" panose="02010609060101010101" pitchFamily="49" charset="-122"/>
                                      </a:rPr>
                                      <m:t>cos</m:t>
                                    </m:r>
                                  </m:fName>
                                  <m:e>
                                    <m:r>
                                      <a:rPr kumimoji="1" lang="en-US" altLang="zh-CN" sz="2200" b="0" i="1" smtClean="0">
                                        <a:solidFill>
                                          <a:schemeClr val="tx1">
                                            <a:lumMod val="95000"/>
                                            <a:lumOff val="5000"/>
                                          </a:schemeClr>
                                        </a:solidFill>
                                        <a:latin typeface="Cambria Math" panose="02040503050406030204" charset="0"/>
                                        <a:ea typeface="黑体" panose="02010609060101010101" pitchFamily="49" charset="-122"/>
                                      </a:rPr>
                                      <m:t> </m:t>
                                    </m:r>
                                    <m:f>
                                      <m:fPr>
                                        <m:ctrlPr>
                                          <a:rPr kumimoji="1" lang="zh-CN" altLang="en-US" sz="2200" i="1">
                                            <a:solidFill>
                                              <a:schemeClr val="tx1">
                                                <a:lumMod val="95000"/>
                                                <a:lumOff val="5000"/>
                                              </a:schemeClr>
                                            </a:solidFill>
                                            <a:latin typeface="Cambria Math" panose="02040503050406030204" charset="0"/>
                                            <a:ea typeface="黑体" panose="02010609060101010101" pitchFamily="49" charset="-122"/>
                                          </a:rPr>
                                        </m:ctrlPr>
                                      </m:fPr>
                                      <m:num>
                                        <m:r>
                                          <a:rPr kumimoji="1" lang="zh-CN" altLang="en-US" sz="2200">
                                            <a:solidFill>
                                              <a:schemeClr val="tx1">
                                                <a:lumMod val="95000"/>
                                                <a:lumOff val="5000"/>
                                              </a:schemeClr>
                                            </a:solidFill>
                                            <a:latin typeface="Cambria Math" panose="02040503050406030204" charset="0"/>
                                            <a:ea typeface="黑体" panose="02010609060101010101" pitchFamily="49" charset="-122"/>
                                          </a:rPr>
                                          <m:t>1</m:t>
                                        </m:r>
                                      </m:num>
                                      <m:den>
                                        <m:sSup>
                                          <m:sSupPr>
                                            <m:ctrlPr>
                                              <a:rPr kumimoji="1" lang="zh-CN" altLang="en-US" sz="2200" i="1">
                                                <a:solidFill>
                                                  <a:schemeClr val="tx1">
                                                    <a:lumMod val="95000"/>
                                                    <a:lumOff val="5000"/>
                                                  </a:schemeClr>
                                                </a:solidFill>
                                                <a:latin typeface="Cambria Math" panose="02040503050406030204" charset="0"/>
                                                <a:ea typeface="黑体" panose="02010609060101010101" pitchFamily="49" charset="-122"/>
                                              </a:rPr>
                                            </m:ctrlPr>
                                          </m:sSupPr>
                                          <m:e>
                                            <m:r>
                                              <a:rPr kumimoji="1" lang="zh-CN" altLang="en-US" sz="2200">
                                                <a:solidFill>
                                                  <a:schemeClr val="tx1">
                                                    <a:lumMod val="95000"/>
                                                    <a:lumOff val="5000"/>
                                                  </a:schemeClr>
                                                </a:solidFill>
                                                <a:latin typeface="Cambria Math" panose="02040503050406030204" charset="0"/>
                                                <a:ea typeface="黑体" panose="02010609060101010101" pitchFamily="49" charset="-122"/>
                                              </a:rPr>
                                              <m:t>𝑥</m:t>
                                            </m:r>
                                          </m:e>
                                          <m:sup>
                                            <m:r>
                                              <a:rPr kumimoji="1" lang="zh-CN" altLang="en-US" sz="2200">
                                                <a:solidFill>
                                                  <a:schemeClr val="tx1">
                                                    <a:lumMod val="95000"/>
                                                    <a:lumOff val="5000"/>
                                                  </a:schemeClr>
                                                </a:solidFill>
                                                <a:latin typeface="Cambria Math" panose="02040503050406030204" charset="0"/>
                                                <a:ea typeface="黑体" panose="02010609060101010101" pitchFamily="49" charset="-122"/>
                                              </a:rPr>
                                              <m:t>2</m:t>
                                            </m:r>
                                          </m:sup>
                                        </m:sSup>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sSup>
                                          <m:sSupPr>
                                            <m:ctrlPr>
                                              <a:rPr kumimoji="1" lang="zh-CN" altLang="en-US" sz="2200" i="1">
                                                <a:solidFill>
                                                  <a:schemeClr val="tx1">
                                                    <a:lumMod val="95000"/>
                                                    <a:lumOff val="5000"/>
                                                  </a:schemeClr>
                                                </a:solidFill>
                                                <a:latin typeface="Cambria Math" panose="02040503050406030204" charset="0"/>
                                                <a:ea typeface="黑体" panose="02010609060101010101" pitchFamily="49" charset="-122"/>
                                              </a:rPr>
                                            </m:ctrlPr>
                                          </m:sSupPr>
                                          <m:e>
                                            <m:r>
                                              <a:rPr kumimoji="1" lang="zh-CN" altLang="en-US" sz="2200">
                                                <a:solidFill>
                                                  <a:schemeClr val="tx1">
                                                    <a:lumMod val="95000"/>
                                                    <a:lumOff val="5000"/>
                                                  </a:schemeClr>
                                                </a:solidFill>
                                                <a:latin typeface="Cambria Math" panose="02040503050406030204" charset="0"/>
                                                <a:ea typeface="黑体" panose="02010609060101010101" pitchFamily="49" charset="-122"/>
                                              </a:rPr>
                                              <m:t>𝑦</m:t>
                                            </m:r>
                                          </m:e>
                                          <m:sup>
                                            <m:r>
                                              <a:rPr kumimoji="1" lang="zh-CN" altLang="en-US" sz="2200">
                                                <a:solidFill>
                                                  <a:schemeClr val="tx1">
                                                    <a:lumMod val="95000"/>
                                                    <a:lumOff val="5000"/>
                                                  </a:schemeClr>
                                                </a:solidFill>
                                                <a:latin typeface="Cambria Math" panose="02040503050406030204" charset="0"/>
                                                <a:ea typeface="黑体" panose="02010609060101010101" pitchFamily="49" charset="-122"/>
                                              </a:rPr>
                                              <m:t>2</m:t>
                                            </m:r>
                                          </m:sup>
                                        </m:sSup>
                                      </m:den>
                                    </m:f>
                                  </m:e>
                                </m:func>
                                <m:r>
                                  <a:rPr kumimoji="1" lang="en-US" altLang="zh-CN" sz="2200" b="0" i="1" smtClean="0">
                                    <a:solidFill>
                                      <a:schemeClr val="tx1">
                                        <a:lumMod val="95000"/>
                                        <a:lumOff val="5000"/>
                                      </a:schemeClr>
                                    </a:solidFill>
                                    <a:latin typeface="Cambria Math" panose="02040503050406030204" charset="0"/>
                                    <a:ea typeface="黑体" panose="02010609060101010101" pitchFamily="49" charset="-122"/>
                                  </a:rPr>
                                  <m:t> </m:t>
                                </m:r>
                                <m:r>
                                  <a:rPr kumimoji="1" lang="zh-CN" altLang="en-US" sz="2200">
                                    <a:solidFill>
                                      <a:schemeClr val="tx1">
                                        <a:lumMod val="95000"/>
                                        <a:lumOff val="5000"/>
                                      </a:schemeClr>
                                    </a:solidFill>
                                    <a:latin typeface="Cambria Math" panose="02040503050406030204" charset="0"/>
                                    <a:ea typeface="黑体" panose="02010609060101010101" pitchFamily="49" charset="-122"/>
                                  </a:rPr>
                                  <m:t>, </m:t>
                                </m:r>
                                <m:sSup>
                                  <m:sSupPr>
                                    <m:ctrlPr>
                                      <a:rPr kumimoji="1" lang="zh-CN" altLang="en-US" sz="2200" i="1">
                                        <a:solidFill>
                                          <a:schemeClr val="tx1">
                                            <a:lumMod val="95000"/>
                                            <a:lumOff val="5000"/>
                                          </a:schemeClr>
                                        </a:solidFill>
                                        <a:latin typeface="Cambria Math" panose="02040503050406030204" charset="0"/>
                                        <a:ea typeface="黑体" panose="02010609060101010101" pitchFamily="49" charset="-122"/>
                                      </a:rPr>
                                    </m:ctrlPr>
                                  </m:sSupPr>
                                  <m:e>
                                    <m:r>
                                      <a:rPr kumimoji="1" lang="zh-CN" altLang="en-US" sz="2200">
                                        <a:solidFill>
                                          <a:schemeClr val="tx1">
                                            <a:lumMod val="95000"/>
                                            <a:lumOff val="5000"/>
                                          </a:schemeClr>
                                        </a:solidFill>
                                        <a:latin typeface="Cambria Math" panose="02040503050406030204" charset="0"/>
                                        <a:ea typeface="黑体" panose="02010609060101010101" pitchFamily="49" charset="-122"/>
                                      </a:rPr>
                                      <m:t>𝑥</m:t>
                                    </m:r>
                                  </m:e>
                                  <m:sup>
                                    <m:r>
                                      <a:rPr kumimoji="1" lang="zh-CN" altLang="en-US" sz="2200">
                                        <a:solidFill>
                                          <a:schemeClr val="tx1">
                                            <a:lumMod val="95000"/>
                                            <a:lumOff val="5000"/>
                                          </a:schemeClr>
                                        </a:solidFill>
                                        <a:latin typeface="Cambria Math" panose="02040503050406030204" charset="0"/>
                                        <a:ea typeface="黑体" panose="02010609060101010101" pitchFamily="49" charset="-122"/>
                                      </a:rPr>
                                      <m:t>2</m:t>
                                    </m:r>
                                  </m:sup>
                                </m:sSup>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sSup>
                                  <m:sSupPr>
                                    <m:ctrlPr>
                                      <a:rPr kumimoji="1" lang="zh-CN" altLang="en-US" sz="2200" i="1">
                                        <a:solidFill>
                                          <a:schemeClr val="tx1">
                                            <a:lumMod val="95000"/>
                                            <a:lumOff val="5000"/>
                                          </a:schemeClr>
                                        </a:solidFill>
                                        <a:latin typeface="Cambria Math" panose="02040503050406030204" charset="0"/>
                                        <a:ea typeface="黑体" panose="02010609060101010101" pitchFamily="49" charset="-122"/>
                                      </a:rPr>
                                    </m:ctrlPr>
                                  </m:sSupPr>
                                  <m:e>
                                    <m:r>
                                      <a:rPr kumimoji="1" lang="zh-CN" altLang="en-US" sz="2200">
                                        <a:solidFill>
                                          <a:schemeClr val="tx1">
                                            <a:lumMod val="95000"/>
                                            <a:lumOff val="5000"/>
                                          </a:schemeClr>
                                        </a:solidFill>
                                        <a:latin typeface="Cambria Math" panose="02040503050406030204" charset="0"/>
                                        <a:ea typeface="黑体" panose="02010609060101010101" pitchFamily="49" charset="-122"/>
                                      </a:rPr>
                                      <m:t>𝑦</m:t>
                                    </m:r>
                                  </m:e>
                                  <m:sup>
                                    <m:r>
                                      <a:rPr kumimoji="1" lang="zh-CN" altLang="en-US" sz="2200">
                                        <a:solidFill>
                                          <a:schemeClr val="tx1">
                                            <a:lumMod val="95000"/>
                                            <a:lumOff val="5000"/>
                                          </a:schemeClr>
                                        </a:solidFill>
                                        <a:latin typeface="Cambria Math" panose="02040503050406030204" charset="0"/>
                                        <a:ea typeface="黑体" panose="02010609060101010101" pitchFamily="49" charset="-122"/>
                                      </a:rPr>
                                      <m:t>2</m:t>
                                    </m:r>
                                  </m:sup>
                                </m:sSup>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rPr>
                                  <m:t>0</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e>
                            </m:mr>
                            <m:mr>
                              <m:e>
                                <m:r>
                                  <a:rPr kumimoji="1" lang="zh-CN" altLang="en-US" sz="2200">
                                    <a:solidFill>
                                      <a:schemeClr val="tx1">
                                        <a:lumMod val="95000"/>
                                        <a:lumOff val="5000"/>
                                      </a:schemeClr>
                                    </a:solidFill>
                                    <a:latin typeface="Cambria Math" panose="02040503050406030204" charset="0"/>
                                    <a:ea typeface="黑体" panose="02010609060101010101" pitchFamily="49" charset="-122"/>
                                  </a:rPr>
                                  <m:t>0</m:t>
                                </m:r>
                                <m:r>
                                  <a:rPr kumimoji="1" lang="zh-CN" altLang="en-US" sz="2200">
                                    <a:solidFill>
                                      <a:schemeClr val="tx1">
                                        <a:lumMod val="95000"/>
                                        <a:lumOff val="5000"/>
                                      </a:schemeClr>
                                    </a:solidFill>
                                    <a:latin typeface="Cambria Math" panose="02040503050406030204" charset="0"/>
                                    <a:ea typeface="黑体" panose="02010609060101010101" pitchFamily="49" charset="-122"/>
                                  </a:rPr>
                                  <m:t>,                                         </m:t>
                                </m:r>
                                <m:r>
                                  <a:rPr kumimoji="1" lang="en-US" altLang="zh-CN" sz="2200" b="0" i="0" smtClean="0">
                                    <a:solidFill>
                                      <a:schemeClr val="tx1">
                                        <a:lumMod val="95000"/>
                                        <a:lumOff val="5000"/>
                                      </a:schemeClr>
                                    </a:solidFill>
                                    <a:latin typeface="Cambria Math" panose="02040503050406030204" charset="0"/>
                                    <a:ea typeface="黑体" panose="02010609060101010101" pitchFamily="49" charset="-122"/>
                                  </a:rPr>
                                  <m:t>   </m:t>
                                </m:r>
                                <m:r>
                                  <a:rPr kumimoji="1" lang="zh-CN" altLang="en-US" sz="2200">
                                    <a:solidFill>
                                      <a:schemeClr val="tx1">
                                        <a:lumMod val="95000"/>
                                        <a:lumOff val="5000"/>
                                      </a:schemeClr>
                                    </a:solidFill>
                                    <a:latin typeface="Cambria Math" panose="02040503050406030204" charset="0"/>
                                    <a:ea typeface="黑体" panose="02010609060101010101" pitchFamily="49" charset="-122"/>
                                  </a:rPr>
                                  <m:t>    </m:t>
                                </m:r>
                                <m:r>
                                  <a:rPr kumimoji="1" lang="en-US" altLang="zh-CN" sz="2200" b="0" i="0" smtClean="0">
                                    <a:solidFill>
                                      <a:schemeClr val="tx1">
                                        <a:lumMod val="95000"/>
                                        <a:lumOff val="5000"/>
                                      </a:schemeClr>
                                    </a:solidFill>
                                    <a:latin typeface="Cambria Math" panose="02040503050406030204" charset="0"/>
                                    <a:ea typeface="黑体" panose="02010609060101010101" pitchFamily="49" charset="-122"/>
                                  </a:rPr>
                                  <m:t>   </m:t>
                                </m:r>
                                <m:r>
                                  <a:rPr kumimoji="1" lang="zh-CN" altLang="en-US" sz="2200">
                                    <a:solidFill>
                                      <a:schemeClr val="tx1">
                                        <a:lumMod val="95000"/>
                                        <a:lumOff val="5000"/>
                                      </a:schemeClr>
                                    </a:solidFill>
                                    <a:latin typeface="Cambria Math" panose="02040503050406030204" charset="0"/>
                                    <a:ea typeface="黑体" panose="02010609060101010101" pitchFamily="49" charset="-122"/>
                                  </a:rPr>
                                  <m:t> </m:t>
                                </m:r>
                                <m:sSup>
                                  <m:sSupPr>
                                    <m:ctrlPr>
                                      <a:rPr kumimoji="1" lang="zh-CN" altLang="en-US" sz="2200" i="1">
                                        <a:solidFill>
                                          <a:schemeClr val="tx1">
                                            <a:lumMod val="95000"/>
                                            <a:lumOff val="5000"/>
                                          </a:schemeClr>
                                        </a:solidFill>
                                        <a:latin typeface="Cambria Math" panose="02040503050406030204" charset="0"/>
                                        <a:ea typeface="黑体" panose="02010609060101010101" pitchFamily="49" charset="-122"/>
                                      </a:rPr>
                                    </m:ctrlPr>
                                  </m:sSupPr>
                                  <m:e>
                                    <m:r>
                                      <a:rPr kumimoji="1" lang="zh-CN" altLang="en-US" sz="2200">
                                        <a:solidFill>
                                          <a:schemeClr val="tx1">
                                            <a:lumMod val="95000"/>
                                            <a:lumOff val="5000"/>
                                          </a:schemeClr>
                                        </a:solidFill>
                                        <a:latin typeface="Cambria Math" panose="02040503050406030204" charset="0"/>
                                        <a:ea typeface="黑体" panose="02010609060101010101" pitchFamily="49" charset="-122"/>
                                      </a:rPr>
                                      <m:t>𝑥</m:t>
                                    </m:r>
                                  </m:e>
                                  <m:sup>
                                    <m:r>
                                      <a:rPr kumimoji="1" lang="zh-CN" altLang="en-US" sz="2200">
                                        <a:solidFill>
                                          <a:schemeClr val="tx1">
                                            <a:lumMod val="95000"/>
                                            <a:lumOff val="5000"/>
                                          </a:schemeClr>
                                        </a:solidFill>
                                        <a:latin typeface="Cambria Math" panose="02040503050406030204" charset="0"/>
                                        <a:ea typeface="黑体" panose="02010609060101010101" pitchFamily="49" charset="-122"/>
                                      </a:rPr>
                                      <m:t>2</m:t>
                                    </m:r>
                                  </m:sup>
                                </m:sSup>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sSup>
                                  <m:sSupPr>
                                    <m:ctrlPr>
                                      <a:rPr kumimoji="1" lang="zh-CN" altLang="en-US" sz="2200" i="1">
                                        <a:solidFill>
                                          <a:schemeClr val="tx1">
                                            <a:lumMod val="95000"/>
                                            <a:lumOff val="5000"/>
                                          </a:schemeClr>
                                        </a:solidFill>
                                        <a:latin typeface="Cambria Math" panose="02040503050406030204" charset="0"/>
                                        <a:ea typeface="黑体" panose="02010609060101010101" pitchFamily="49" charset="-122"/>
                                      </a:rPr>
                                    </m:ctrlPr>
                                  </m:sSupPr>
                                  <m:e>
                                    <m:r>
                                      <a:rPr kumimoji="1" lang="zh-CN" altLang="en-US" sz="2200">
                                        <a:solidFill>
                                          <a:schemeClr val="tx1">
                                            <a:lumMod val="95000"/>
                                            <a:lumOff val="5000"/>
                                          </a:schemeClr>
                                        </a:solidFill>
                                        <a:latin typeface="Cambria Math" panose="02040503050406030204" charset="0"/>
                                        <a:ea typeface="黑体" panose="02010609060101010101" pitchFamily="49" charset="-122"/>
                                      </a:rPr>
                                      <m:t>𝑦</m:t>
                                    </m:r>
                                  </m:e>
                                  <m:sup>
                                    <m:r>
                                      <a:rPr kumimoji="1" lang="zh-CN" altLang="en-US" sz="2200">
                                        <a:solidFill>
                                          <a:schemeClr val="tx1">
                                            <a:lumMod val="95000"/>
                                            <a:lumOff val="5000"/>
                                          </a:schemeClr>
                                        </a:solidFill>
                                        <a:latin typeface="Cambria Math" panose="02040503050406030204" charset="0"/>
                                        <a:ea typeface="黑体" panose="02010609060101010101" pitchFamily="49" charset="-122"/>
                                      </a:rPr>
                                      <m:t>2</m:t>
                                    </m:r>
                                  </m:sup>
                                </m:sSup>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rPr>
                                  <m:t>0</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e>
                            </m:mr>
                          </m:m>
                        </m:e>
                      </m:d>
                    </m:oMath>
                  </m:oMathPara>
                </a14:m>
                <a:endParaRPr kumimoji="1" lang="zh-CN" altLang="en-US" sz="2200" dirty="0">
                  <a:solidFill>
                    <a:schemeClr val="tx1">
                      <a:lumMod val="95000"/>
                      <a:lumOff val="5000"/>
                    </a:schemeClr>
                  </a:solidFill>
                  <a:latin typeface="Cambria Math" panose="02040503050406030204" charset="0"/>
                  <a:ea typeface="黑体" panose="02010609060101010101" pitchFamily="49" charset="-122"/>
                </a:endParaRPr>
              </a:p>
            </p:txBody>
          </p:sp>
        </mc:Choice>
        <mc:Fallback>
          <p:sp>
            <p:nvSpPr>
              <p:cNvPr id="6" name="Object 8"/>
              <p:cNvSpPr txBox="1">
                <a:spLocks noRot="1" noChangeAspect="1" noMove="1" noResize="1" noEditPoints="1" noAdjustHandles="1" noChangeArrowheads="1" noChangeShapeType="1" noTextEdit="1"/>
              </p:cNvSpPr>
              <p:nvPr/>
            </p:nvSpPr>
            <p:spPr bwMode="auto">
              <a:xfrm>
                <a:off x="2737888" y="3253876"/>
                <a:ext cx="8671140" cy="1279525"/>
              </a:xfrm>
              <a:prstGeom prst="rect">
                <a:avLst/>
              </a:prstGeom>
              <a:blipFill rotWithShape="1">
                <a:blip r:embed="rId4"/>
                <a:stretch>
                  <a:fillRect l="-5" t="-11" r="7" b="11"/>
                </a:stretch>
              </a:blipFill>
            </p:spPr>
            <p:txBody>
              <a:bodyPr/>
              <a:lstStyle/>
              <a:p>
                <a:r>
                  <a:rPr lang="zh-CN" altLang="en-US">
                    <a:noFill/>
                  </a:rPr>
                  <a:t> </a:t>
                </a:r>
              </a:p>
            </p:txBody>
          </p:sp>
        </mc:Fallback>
      </mc:AlternateContent>
      <p:sp>
        <p:nvSpPr>
          <p:cNvPr id="7" name="Text Box 9"/>
          <p:cNvSpPr txBox="1">
            <a:spLocks noChangeArrowheads="1"/>
          </p:cNvSpPr>
          <p:nvPr/>
        </p:nvSpPr>
        <p:spPr bwMode="auto">
          <a:xfrm>
            <a:off x="1465641" y="4780739"/>
            <a:ext cx="1584325" cy="430887"/>
          </a:xfrm>
          <a:prstGeom prst="rect">
            <a:avLst/>
          </a:prstGeom>
        </p:spPr>
        <p:txBody>
          <a:bodyPr wrap="square">
            <a:spAutoFit/>
          </a:bodyPr>
          <a:lstStyle>
            <a:lvl1pPr>
              <a:defRPr sz="2800" b="1">
                <a:solidFill>
                  <a:schemeClr val="tx1"/>
                </a:solidFill>
                <a:latin typeface="Times New Roman" panose="02020603050405020304" pitchFamily="18" charset="0"/>
                <a:ea typeface="黑体" panose="02010609060101010101" pitchFamily="49" charset="-122"/>
              </a:defRPr>
            </a:lvl1pPr>
            <a:lvl2pPr marL="742950" indent="-285750">
              <a:defRPr sz="2800" b="1">
                <a:solidFill>
                  <a:schemeClr val="tx1"/>
                </a:solidFill>
                <a:latin typeface="Times New Roman" panose="02020603050405020304" pitchFamily="18" charset="0"/>
                <a:ea typeface="黑体" panose="02010609060101010101" pitchFamily="49" charset="-122"/>
              </a:defRPr>
            </a:lvl2pPr>
            <a:lvl3pPr marL="1143000" indent="-228600">
              <a:defRPr sz="2800" b="1">
                <a:solidFill>
                  <a:schemeClr val="tx1"/>
                </a:solidFill>
                <a:latin typeface="Times New Roman" panose="02020603050405020304" pitchFamily="18" charset="0"/>
                <a:ea typeface="黑体" panose="02010609060101010101" pitchFamily="49" charset="-122"/>
              </a:defRPr>
            </a:lvl3pPr>
            <a:lvl4pPr marL="1600200" indent="-228600">
              <a:defRPr sz="2800" b="1">
                <a:solidFill>
                  <a:schemeClr val="tx1"/>
                </a:solidFill>
                <a:latin typeface="Times New Roman" panose="02020603050405020304" pitchFamily="18" charset="0"/>
                <a:ea typeface="黑体" panose="02010609060101010101" pitchFamily="49" charset="-122"/>
              </a:defRPr>
            </a:lvl4pPr>
            <a:lvl5pPr marL="2057400" indent="-228600">
              <a:defRPr sz="2800" b="1">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黑体" panose="02010609060101010101" pitchFamily="49" charset="-122"/>
              </a:defRPr>
            </a:lvl9pPr>
          </a:lstStyle>
          <a:p>
            <a:pPr eaLnBrk="1" hangingPunct="1">
              <a:spcBef>
                <a:spcPct val="50000"/>
              </a:spcBef>
            </a:pPr>
            <a:r>
              <a:rPr kumimoji="1" lang="zh-CN" altLang="en-US" sz="2200" b="0" dirty="0">
                <a:solidFill>
                  <a:schemeClr val="tx1">
                    <a:lumMod val="95000"/>
                    <a:lumOff val="5000"/>
                  </a:schemeClr>
                </a:solidFill>
                <a:latin typeface="Cambria Math" panose="02040503050406030204" charset="0"/>
              </a:rPr>
              <a:t>又因为</a:t>
            </a:r>
            <a:endParaRPr kumimoji="1" lang="zh-CN" altLang="en-US" sz="2200" b="0" dirty="0">
              <a:solidFill>
                <a:schemeClr val="tx1">
                  <a:lumMod val="95000"/>
                  <a:lumOff val="5000"/>
                </a:schemeClr>
              </a:solidFill>
              <a:latin typeface="Cambria Math" panose="02040503050406030204" charset="0"/>
            </a:endParaRPr>
          </a:p>
        </p:txBody>
      </p:sp>
      <p:sp>
        <p:nvSpPr>
          <p:cNvPr id="10" name="Text Box 12"/>
          <p:cNvSpPr txBox="1">
            <a:spLocks noChangeArrowheads="1"/>
          </p:cNvSpPr>
          <p:nvPr/>
        </p:nvSpPr>
        <p:spPr bwMode="auto">
          <a:xfrm>
            <a:off x="1847851" y="5509402"/>
            <a:ext cx="1008062" cy="430887"/>
          </a:xfrm>
          <a:prstGeom prst="rect">
            <a:avLst/>
          </a:prstGeom>
        </p:spPr>
        <p:txBody>
          <a:bodyPr>
            <a:spAutoFit/>
          </a:bodyPr>
          <a:lstStyle>
            <a:lvl1pPr>
              <a:defRPr sz="2800" b="1">
                <a:solidFill>
                  <a:schemeClr val="tx1"/>
                </a:solidFill>
                <a:latin typeface="Times New Roman" panose="02020603050405020304" pitchFamily="18" charset="0"/>
                <a:ea typeface="黑体" panose="02010609060101010101" pitchFamily="49" charset="-122"/>
              </a:defRPr>
            </a:lvl1pPr>
            <a:lvl2pPr marL="742950" indent="-285750">
              <a:defRPr sz="2800" b="1">
                <a:solidFill>
                  <a:schemeClr val="tx1"/>
                </a:solidFill>
                <a:latin typeface="Times New Roman" panose="02020603050405020304" pitchFamily="18" charset="0"/>
                <a:ea typeface="黑体" panose="02010609060101010101" pitchFamily="49" charset="-122"/>
              </a:defRPr>
            </a:lvl2pPr>
            <a:lvl3pPr marL="1143000" indent="-228600">
              <a:defRPr sz="2800" b="1">
                <a:solidFill>
                  <a:schemeClr val="tx1"/>
                </a:solidFill>
                <a:latin typeface="Times New Roman" panose="02020603050405020304" pitchFamily="18" charset="0"/>
                <a:ea typeface="黑体" panose="02010609060101010101" pitchFamily="49" charset="-122"/>
              </a:defRPr>
            </a:lvl3pPr>
            <a:lvl4pPr marL="1600200" indent="-228600">
              <a:defRPr sz="2800" b="1">
                <a:solidFill>
                  <a:schemeClr val="tx1"/>
                </a:solidFill>
                <a:latin typeface="Times New Roman" panose="02020603050405020304" pitchFamily="18" charset="0"/>
                <a:ea typeface="黑体" panose="02010609060101010101" pitchFamily="49" charset="-122"/>
              </a:defRPr>
            </a:lvl4pPr>
            <a:lvl5pPr marL="2057400" indent="-228600">
              <a:defRPr sz="2800" b="1">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黑体" panose="02010609060101010101" pitchFamily="49" charset="-122"/>
              </a:defRPr>
            </a:lvl9pPr>
          </a:lstStyle>
          <a:p>
            <a:pPr eaLnBrk="1" hangingPunct="1">
              <a:spcBef>
                <a:spcPct val="50000"/>
              </a:spcBef>
            </a:pPr>
            <a:r>
              <a:rPr kumimoji="1" lang="zh-CN" altLang="en-US" sz="2200" b="0" dirty="0">
                <a:solidFill>
                  <a:schemeClr val="tx1">
                    <a:lumMod val="95000"/>
                    <a:lumOff val="5000"/>
                  </a:schemeClr>
                </a:solidFill>
                <a:latin typeface="Cambria Math" panose="02040503050406030204" charset="0"/>
              </a:rPr>
              <a:t>所以</a:t>
            </a:r>
            <a:endParaRPr kumimoji="1" lang="zh-CN" altLang="en-US" sz="2200" b="0" dirty="0">
              <a:solidFill>
                <a:schemeClr val="tx1">
                  <a:lumMod val="95000"/>
                  <a:lumOff val="5000"/>
                </a:schemeClr>
              </a:solidFill>
              <a:latin typeface="Cambria Math" panose="02040503050406030204" charset="0"/>
            </a:endParaRPr>
          </a:p>
        </p:txBody>
      </p:sp>
      <p:sp>
        <p:nvSpPr>
          <p:cNvPr id="12" name="Text Box 14"/>
          <p:cNvSpPr txBox="1">
            <a:spLocks noChangeArrowheads="1"/>
          </p:cNvSpPr>
          <p:nvPr/>
        </p:nvSpPr>
        <p:spPr bwMode="auto">
          <a:xfrm>
            <a:off x="4613718" y="5531627"/>
            <a:ext cx="1439862" cy="430887"/>
          </a:xfrm>
          <a:prstGeom prst="rect">
            <a:avLst/>
          </a:prstGeom>
        </p:spPr>
        <p:txBody>
          <a:bodyPr>
            <a:spAutoFit/>
          </a:bodyPr>
          <a:lstStyle>
            <a:lvl1pPr>
              <a:defRPr sz="2800" b="1">
                <a:solidFill>
                  <a:schemeClr val="tx1"/>
                </a:solidFill>
                <a:latin typeface="Times New Roman" panose="02020603050405020304" pitchFamily="18" charset="0"/>
                <a:ea typeface="黑体" panose="02010609060101010101" pitchFamily="49" charset="-122"/>
              </a:defRPr>
            </a:lvl1pPr>
            <a:lvl2pPr marL="742950" indent="-285750">
              <a:defRPr sz="2800" b="1">
                <a:solidFill>
                  <a:schemeClr val="tx1"/>
                </a:solidFill>
                <a:latin typeface="Times New Roman" panose="02020603050405020304" pitchFamily="18" charset="0"/>
                <a:ea typeface="黑体" panose="02010609060101010101" pitchFamily="49" charset="-122"/>
              </a:defRPr>
            </a:lvl2pPr>
            <a:lvl3pPr marL="1143000" indent="-228600">
              <a:defRPr sz="2800" b="1">
                <a:solidFill>
                  <a:schemeClr val="tx1"/>
                </a:solidFill>
                <a:latin typeface="Times New Roman" panose="02020603050405020304" pitchFamily="18" charset="0"/>
                <a:ea typeface="黑体" panose="02010609060101010101" pitchFamily="49" charset="-122"/>
              </a:defRPr>
            </a:lvl3pPr>
            <a:lvl4pPr marL="1600200" indent="-228600">
              <a:defRPr sz="2800" b="1">
                <a:solidFill>
                  <a:schemeClr val="tx1"/>
                </a:solidFill>
                <a:latin typeface="Times New Roman" panose="02020603050405020304" pitchFamily="18" charset="0"/>
                <a:ea typeface="黑体" panose="02010609060101010101" pitchFamily="49" charset="-122"/>
              </a:defRPr>
            </a:lvl4pPr>
            <a:lvl5pPr marL="2057400" indent="-228600">
              <a:defRPr sz="2800" b="1">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黑体" panose="02010609060101010101" pitchFamily="49" charset="-122"/>
              </a:defRPr>
            </a:lvl9pPr>
          </a:lstStyle>
          <a:p>
            <a:pPr eaLnBrk="1" hangingPunct="1">
              <a:spcBef>
                <a:spcPct val="50000"/>
              </a:spcBef>
            </a:pPr>
            <a:r>
              <a:rPr kumimoji="1" lang="zh-CN" altLang="en-US" sz="2200" b="0" dirty="0">
                <a:solidFill>
                  <a:schemeClr val="tx1">
                    <a:lumMod val="95000"/>
                    <a:lumOff val="5000"/>
                  </a:schemeClr>
                </a:solidFill>
                <a:latin typeface="Cambria Math" panose="02040503050406030204" charset="0"/>
              </a:rPr>
              <a:t>不存在</a:t>
            </a:r>
            <a:r>
              <a:rPr kumimoji="1" lang="en-US" altLang="zh-CN" sz="2200" b="0" dirty="0">
                <a:solidFill>
                  <a:schemeClr val="tx1">
                    <a:lumMod val="95000"/>
                    <a:lumOff val="5000"/>
                  </a:schemeClr>
                </a:solidFill>
                <a:latin typeface="Cambria Math" panose="02040503050406030204" charset="0"/>
              </a:rPr>
              <a:t>.</a:t>
            </a:r>
            <a:endParaRPr kumimoji="1" lang="en-US" altLang="zh-CN" sz="2200" b="0" dirty="0">
              <a:solidFill>
                <a:schemeClr val="tx1">
                  <a:lumMod val="95000"/>
                  <a:lumOff val="5000"/>
                </a:schemeClr>
              </a:solidFill>
              <a:latin typeface="Cambria Math" panose="02040503050406030204" charset="0"/>
            </a:endParaRPr>
          </a:p>
        </p:txBody>
      </p:sp>
      <mc:AlternateContent xmlns:mc="http://schemas.openxmlformats.org/markup-compatibility/2006">
        <mc:Choice xmlns:a14="http://schemas.microsoft.com/office/drawing/2010/main" Requires="a14">
          <p:sp>
            <p:nvSpPr>
              <p:cNvPr id="13" name="Text Box 15"/>
              <p:cNvSpPr txBox="1">
                <a:spLocks noChangeArrowheads="1"/>
              </p:cNvSpPr>
              <p:nvPr/>
            </p:nvSpPr>
            <p:spPr bwMode="auto">
              <a:xfrm>
                <a:off x="5683027" y="5509401"/>
                <a:ext cx="4752975" cy="430887"/>
              </a:xfrm>
              <a:prstGeom prst="rect">
                <a:avLst/>
              </a:prstGeom>
            </p:spPr>
            <p:txBody>
              <a:bodyPr>
                <a:spAutoFit/>
              </a:bodyPr>
              <a:lstStyle>
                <a:lvl1pPr>
                  <a:defRPr sz="2800" b="1">
                    <a:solidFill>
                      <a:schemeClr val="tx1"/>
                    </a:solidFill>
                    <a:latin typeface="Times New Roman" panose="02020603050405020304" pitchFamily="18" charset="0"/>
                    <a:ea typeface="黑体" panose="02010609060101010101" pitchFamily="49" charset="-122"/>
                  </a:defRPr>
                </a:lvl1pPr>
                <a:lvl2pPr marL="742950" indent="-285750">
                  <a:defRPr sz="2800" b="1">
                    <a:solidFill>
                      <a:schemeClr val="tx1"/>
                    </a:solidFill>
                    <a:latin typeface="Times New Roman" panose="02020603050405020304" pitchFamily="18" charset="0"/>
                    <a:ea typeface="黑体" panose="02010609060101010101" pitchFamily="49" charset="-122"/>
                  </a:defRPr>
                </a:lvl2pPr>
                <a:lvl3pPr marL="1143000" indent="-228600">
                  <a:defRPr sz="2800" b="1">
                    <a:solidFill>
                      <a:schemeClr val="tx1"/>
                    </a:solidFill>
                    <a:latin typeface="Times New Roman" panose="02020603050405020304" pitchFamily="18" charset="0"/>
                    <a:ea typeface="黑体" panose="02010609060101010101" pitchFamily="49" charset="-122"/>
                  </a:defRPr>
                </a:lvl3pPr>
                <a:lvl4pPr marL="1600200" indent="-228600">
                  <a:defRPr sz="2800" b="1">
                    <a:solidFill>
                      <a:schemeClr val="tx1"/>
                    </a:solidFill>
                    <a:latin typeface="Times New Roman" panose="02020603050405020304" pitchFamily="18" charset="0"/>
                    <a:ea typeface="黑体" panose="02010609060101010101" pitchFamily="49" charset="-122"/>
                  </a:defRPr>
                </a:lvl4pPr>
                <a:lvl5pPr marL="2057400" indent="-228600">
                  <a:defRPr sz="2800" b="1">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黑体" panose="02010609060101010101" pitchFamily="49" charset="-122"/>
                  </a:defRPr>
                </a:lvl9pPr>
              </a:lstStyle>
              <a:p>
                <a:pPr>
                  <a:spcBef>
                    <a:spcPct val="50000"/>
                  </a:spcBef>
                </a:pPr>
                <a:r>
                  <a:rPr kumimoji="1" lang="zh-CN" altLang="en-US" sz="2200" b="0" dirty="0">
                    <a:solidFill>
                      <a:schemeClr val="tx1">
                        <a:lumMod val="95000"/>
                        <a:lumOff val="5000"/>
                      </a:schemeClr>
                    </a:solidFill>
                    <a:latin typeface="Cambria Math" panose="02040503050406030204" charset="0"/>
                  </a:rPr>
                  <a:t>故</a:t>
                </a:r>
                <a14:m>
                  <m:oMath xmlns:m="http://schemas.openxmlformats.org/officeDocument/2006/math">
                    <m:sSub>
                      <m:sSubPr>
                        <m:ctrlPr>
                          <a:rPr kumimoji="1" lang="zh-CN" altLang="en-US" sz="2200" i="1">
                            <a:solidFill>
                              <a:schemeClr val="tx1">
                                <a:lumMod val="95000"/>
                                <a:lumOff val="5000"/>
                              </a:schemeClr>
                            </a:solidFill>
                            <a:latin typeface="Cambria Math" panose="02040503050406030204" charset="0"/>
                          </a:rPr>
                        </m:ctrlPr>
                      </m:sSubPr>
                      <m:e>
                        <m:r>
                          <a:rPr kumimoji="1" lang="zh-CN" altLang="en-US" sz="2200">
                            <a:solidFill>
                              <a:schemeClr val="tx1">
                                <a:lumMod val="95000"/>
                                <a:lumOff val="5000"/>
                              </a:schemeClr>
                            </a:solidFill>
                            <a:latin typeface="Cambria Math" panose="02040503050406030204" charset="0"/>
                          </a:rPr>
                          <m:t>𝑓</m:t>
                        </m:r>
                      </m:e>
                      <m:sub>
                        <m:r>
                          <a:rPr kumimoji="1" lang="zh-CN" altLang="en-US" sz="2200">
                            <a:solidFill>
                              <a:schemeClr val="tx1">
                                <a:lumMod val="95000"/>
                                <a:lumOff val="5000"/>
                              </a:schemeClr>
                            </a:solidFill>
                            <a:latin typeface="Cambria Math" panose="02040503050406030204" charset="0"/>
                          </a:rPr>
                          <m:t>𝑥</m:t>
                        </m:r>
                      </m:sub>
                    </m:sSub>
                    <m:r>
                      <a:rPr kumimoji="1" lang="zh-CN" altLang="en-US" sz="2200">
                        <a:solidFill>
                          <a:schemeClr val="tx1">
                            <a:lumMod val="95000"/>
                            <a:lumOff val="5000"/>
                          </a:schemeClr>
                        </a:solidFill>
                        <a:latin typeface="Cambria Math" panose="02040503050406030204" charset="0"/>
                      </a:rPr>
                      <m:t>(</m:t>
                    </m:r>
                    <m:r>
                      <a:rPr kumimoji="1" lang="zh-CN" altLang="en-US" sz="2200">
                        <a:solidFill>
                          <a:schemeClr val="tx1">
                            <a:lumMod val="95000"/>
                            <a:lumOff val="5000"/>
                          </a:schemeClr>
                        </a:solidFill>
                        <a:latin typeface="Cambria Math" panose="02040503050406030204" charset="0"/>
                      </a:rPr>
                      <m:t>𝑥</m:t>
                    </m:r>
                    <m:r>
                      <a:rPr kumimoji="1" lang="zh-CN" altLang="en-US" sz="2200">
                        <a:solidFill>
                          <a:schemeClr val="tx1">
                            <a:lumMod val="95000"/>
                            <a:lumOff val="5000"/>
                          </a:schemeClr>
                        </a:solidFill>
                        <a:latin typeface="Cambria Math" panose="02040503050406030204" charset="0"/>
                      </a:rPr>
                      <m:t>,</m:t>
                    </m:r>
                    <m:r>
                      <a:rPr kumimoji="1" lang="zh-CN" altLang="en-US" sz="2200">
                        <a:solidFill>
                          <a:schemeClr val="tx1">
                            <a:lumMod val="95000"/>
                            <a:lumOff val="5000"/>
                          </a:schemeClr>
                        </a:solidFill>
                        <a:latin typeface="Cambria Math" panose="02040503050406030204" charset="0"/>
                      </a:rPr>
                      <m:t>𝑦</m:t>
                    </m:r>
                    <m:r>
                      <a:rPr kumimoji="1" lang="zh-CN" altLang="en-US" sz="2200">
                        <a:solidFill>
                          <a:schemeClr val="tx1">
                            <a:lumMod val="95000"/>
                            <a:lumOff val="5000"/>
                          </a:schemeClr>
                        </a:solidFill>
                        <a:latin typeface="Cambria Math" panose="02040503050406030204" charset="0"/>
                      </a:rPr>
                      <m:t>)</m:t>
                    </m:r>
                  </m:oMath>
                </a14:m>
                <a:r>
                  <a:rPr kumimoji="1" lang="zh-CN" altLang="en-US" sz="2200" b="0" dirty="0">
                    <a:solidFill>
                      <a:schemeClr val="tx1">
                        <a:lumMod val="95000"/>
                        <a:lumOff val="5000"/>
                      </a:schemeClr>
                    </a:solidFill>
                    <a:latin typeface="Cambria Math" panose="02040503050406030204" charset="0"/>
                  </a:rPr>
                  <a:t>在</a:t>
                </a:r>
                <a:r>
                  <a:rPr kumimoji="1" lang="en-US" altLang="zh-CN" sz="2200" b="0" dirty="0">
                    <a:solidFill>
                      <a:schemeClr val="tx1">
                        <a:lumMod val="95000"/>
                        <a:lumOff val="5000"/>
                      </a:schemeClr>
                    </a:solidFill>
                    <a:latin typeface="Cambria Math" panose="02040503050406030204" charset="0"/>
                  </a:rPr>
                  <a:t>(0, 0)</a:t>
                </a:r>
                <a:r>
                  <a:rPr kumimoji="1" lang="zh-CN" altLang="en-US" sz="2200" b="0" dirty="0">
                    <a:solidFill>
                      <a:schemeClr val="tx1">
                        <a:lumMod val="95000"/>
                        <a:lumOff val="5000"/>
                      </a:schemeClr>
                    </a:solidFill>
                    <a:latin typeface="Cambria Math" panose="02040503050406030204" charset="0"/>
                  </a:rPr>
                  <a:t>不连续</a:t>
                </a:r>
                <a:r>
                  <a:rPr kumimoji="1" lang="en-US" altLang="zh-CN" sz="2200" b="0" dirty="0">
                    <a:solidFill>
                      <a:schemeClr val="tx1">
                        <a:lumMod val="95000"/>
                        <a:lumOff val="5000"/>
                      </a:schemeClr>
                    </a:solidFill>
                    <a:latin typeface="Cambria Math" panose="02040503050406030204" charset="0"/>
                  </a:rPr>
                  <a:t>.</a:t>
                </a:r>
                <a:endParaRPr kumimoji="1" lang="en-US" altLang="zh-CN" sz="2200" b="0" dirty="0">
                  <a:solidFill>
                    <a:schemeClr val="tx1">
                      <a:lumMod val="95000"/>
                      <a:lumOff val="5000"/>
                    </a:schemeClr>
                  </a:solidFill>
                  <a:latin typeface="Cambria Math" panose="02040503050406030204" charset="0"/>
                </a:endParaRPr>
              </a:p>
            </p:txBody>
          </p:sp>
        </mc:Choice>
        <mc:Fallback>
          <p:sp>
            <p:nvSpPr>
              <p:cNvPr id="13" name="Text Box 15"/>
              <p:cNvSpPr txBox="1">
                <a:spLocks noRot="1" noChangeAspect="1" noMove="1" noResize="1" noEditPoints="1" noAdjustHandles="1" noChangeArrowheads="1" noChangeShapeType="1" noTextEdit="1"/>
              </p:cNvSpPr>
              <p:nvPr/>
            </p:nvSpPr>
            <p:spPr bwMode="auto">
              <a:xfrm>
                <a:off x="5683027" y="5509401"/>
                <a:ext cx="4752975" cy="430887"/>
              </a:xfrm>
              <a:prstGeom prst="rect">
                <a:avLst/>
              </a:prstGeom>
              <a:blipFill rotWithShape="1">
                <a:blip r:embed="rId5"/>
                <a:stretch>
                  <a:fillRect l="-9" t="-33" r="9" b="116"/>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4" name="Object 16"/>
              <p:cNvSpPr txBox="1"/>
              <p:nvPr/>
            </p:nvSpPr>
            <p:spPr bwMode="auto">
              <a:xfrm>
                <a:off x="7746056" y="842864"/>
                <a:ext cx="1597024" cy="454025"/>
              </a:xfrm>
              <a:prstGeom prst="rect">
                <a:avLst/>
              </a:prstGeom>
            </p:spPr>
            <p:txBody>
              <a:bodyPr>
                <a:noAutofit/>
              </a:bodyPr>
              <a:lstStyle/>
              <a:p>
                <a14:m>
                  <m:oMathPara xmlns:m="http://schemas.openxmlformats.org/officeDocument/2006/math">
                    <m:oMathParaPr>
                      <m:jc m:val="left"/>
                    </m:oMathParaPr>
                    <m:oMath xmlns:m="http://schemas.openxmlformats.org/officeDocument/2006/math">
                      <m:sSub>
                        <m:sSubPr>
                          <m:ctrlPr>
                            <a:rPr kumimoji="1" lang="zh-CN" altLang="en-US" sz="2200" i="1">
                              <a:solidFill>
                                <a:schemeClr val="tx1">
                                  <a:lumMod val="95000"/>
                                  <a:lumOff val="5000"/>
                                </a:schemeClr>
                              </a:solidFill>
                              <a:latin typeface="Cambria Math" panose="02040503050406030204" charset="0"/>
                              <a:ea typeface="黑体" panose="02010609060101010101" pitchFamily="49" charset="-122"/>
                            </a:rPr>
                          </m:ctrlPr>
                        </m:sSubPr>
                        <m:e>
                          <m:r>
                            <a:rPr kumimoji="1" lang="zh-CN" altLang="en-US" sz="2200">
                              <a:solidFill>
                                <a:schemeClr val="tx1">
                                  <a:lumMod val="95000"/>
                                  <a:lumOff val="5000"/>
                                </a:schemeClr>
                              </a:solidFill>
                              <a:latin typeface="Cambria Math" panose="02040503050406030204" charset="0"/>
                              <a:ea typeface="黑体" panose="02010609060101010101" pitchFamily="49" charset="-122"/>
                            </a:rPr>
                            <m:t>𝑓</m:t>
                          </m:r>
                        </m:e>
                        <m:sub>
                          <m:r>
                            <a:rPr kumimoji="1" lang="zh-CN" altLang="en-US" sz="2200">
                              <a:solidFill>
                                <a:schemeClr val="tx1">
                                  <a:lumMod val="95000"/>
                                  <a:lumOff val="5000"/>
                                </a:schemeClr>
                              </a:solidFill>
                              <a:latin typeface="Cambria Math" panose="02040503050406030204" charset="0"/>
                              <a:ea typeface="黑体" panose="02010609060101010101" pitchFamily="49" charset="-122"/>
                            </a:rPr>
                            <m:t>𝑥</m:t>
                          </m:r>
                        </m:sub>
                      </m:sSub>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rPr>
                        <m:t>0</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rPr>
                        <m:t>0</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rPr>
                        <m:t>0</m:t>
                      </m:r>
                    </m:oMath>
                  </m:oMathPara>
                </a14:m>
                <a:endParaRPr kumimoji="1" lang="zh-CN" altLang="en-US" sz="2200" dirty="0">
                  <a:solidFill>
                    <a:schemeClr val="tx1">
                      <a:lumMod val="95000"/>
                      <a:lumOff val="5000"/>
                    </a:schemeClr>
                  </a:solidFill>
                  <a:latin typeface="Cambria Math" panose="02040503050406030204" charset="0"/>
                  <a:ea typeface="黑体" panose="02010609060101010101" pitchFamily="49" charset="-122"/>
                </a:endParaRPr>
              </a:p>
            </p:txBody>
          </p:sp>
        </mc:Choice>
        <mc:Fallback>
          <p:sp>
            <p:nvSpPr>
              <p:cNvPr id="14" name="Object 16"/>
              <p:cNvSpPr txBox="1">
                <a:spLocks noRot="1" noChangeAspect="1" noMove="1" noResize="1" noEditPoints="1" noAdjustHandles="1" noChangeArrowheads="1" noChangeShapeType="1" noTextEdit="1"/>
              </p:cNvSpPr>
              <p:nvPr/>
            </p:nvSpPr>
            <p:spPr bwMode="auto">
              <a:xfrm>
                <a:off x="7746056" y="842864"/>
                <a:ext cx="1597024" cy="454025"/>
              </a:xfrm>
              <a:prstGeom prst="rect">
                <a:avLst/>
              </a:prstGeom>
              <a:blipFill rotWithShape="1">
                <a:blip r:embed="rId6"/>
                <a:stretch>
                  <a:fillRect l="-20" t="-48" r="20" b="48"/>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5" name="Object 17"/>
              <p:cNvSpPr txBox="1"/>
              <p:nvPr/>
            </p:nvSpPr>
            <p:spPr bwMode="auto">
              <a:xfrm>
                <a:off x="7746056" y="1414597"/>
                <a:ext cx="1597024" cy="479425"/>
              </a:xfrm>
              <a:prstGeom prst="rect">
                <a:avLst/>
              </a:prstGeom>
            </p:spPr>
            <p:txBody>
              <a:bodyPr>
                <a:noAutofit/>
              </a:bodyPr>
              <a:lstStyle/>
              <a:p>
                <a14:m>
                  <m:oMathPara xmlns:m="http://schemas.openxmlformats.org/officeDocument/2006/math">
                    <m:oMathParaPr>
                      <m:jc m:val="left"/>
                    </m:oMathParaPr>
                    <m:oMath xmlns:m="http://schemas.openxmlformats.org/officeDocument/2006/math">
                      <m:sSub>
                        <m:sSubPr>
                          <m:ctrlPr>
                            <a:rPr kumimoji="1" lang="zh-CN" altLang="en-US" sz="2200" i="1">
                              <a:solidFill>
                                <a:schemeClr val="tx1">
                                  <a:lumMod val="95000"/>
                                  <a:lumOff val="5000"/>
                                </a:schemeClr>
                              </a:solidFill>
                              <a:latin typeface="Cambria Math" panose="02040503050406030204" charset="0"/>
                              <a:ea typeface="黑体" panose="02010609060101010101" pitchFamily="49" charset="-122"/>
                            </a:rPr>
                          </m:ctrlPr>
                        </m:sSubPr>
                        <m:e>
                          <m:r>
                            <a:rPr kumimoji="1" lang="zh-CN" altLang="en-US" sz="2200">
                              <a:solidFill>
                                <a:schemeClr val="tx1">
                                  <a:lumMod val="95000"/>
                                  <a:lumOff val="5000"/>
                                </a:schemeClr>
                              </a:solidFill>
                              <a:latin typeface="Cambria Math" panose="02040503050406030204" charset="0"/>
                              <a:ea typeface="黑体" panose="02010609060101010101" pitchFamily="49" charset="-122"/>
                            </a:rPr>
                            <m:t>𝑓</m:t>
                          </m:r>
                        </m:e>
                        <m:sub>
                          <m:r>
                            <a:rPr kumimoji="1" lang="zh-CN" altLang="en-US" sz="2200">
                              <a:solidFill>
                                <a:schemeClr val="tx1">
                                  <a:lumMod val="95000"/>
                                  <a:lumOff val="5000"/>
                                </a:schemeClr>
                              </a:solidFill>
                              <a:latin typeface="Cambria Math" panose="02040503050406030204" charset="0"/>
                              <a:ea typeface="黑体" panose="02010609060101010101" pitchFamily="49" charset="-122"/>
                            </a:rPr>
                            <m:t>𝑦</m:t>
                          </m:r>
                        </m:sub>
                      </m:sSub>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rPr>
                        <m:t>0</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rPr>
                        <m:t>0</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rPr>
                        <m:t>0</m:t>
                      </m:r>
                    </m:oMath>
                  </m:oMathPara>
                </a14:m>
                <a:endParaRPr kumimoji="1" lang="zh-CN" altLang="en-US" sz="2200" dirty="0">
                  <a:solidFill>
                    <a:schemeClr val="tx1">
                      <a:lumMod val="95000"/>
                      <a:lumOff val="5000"/>
                    </a:schemeClr>
                  </a:solidFill>
                  <a:latin typeface="Cambria Math" panose="02040503050406030204" charset="0"/>
                  <a:ea typeface="黑体" panose="02010609060101010101" pitchFamily="49" charset="-122"/>
                </a:endParaRPr>
              </a:p>
            </p:txBody>
          </p:sp>
        </mc:Choice>
        <mc:Fallback>
          <p:sp>
            <p:nvSpPr>
              <p:cNvPr id="15" name="Object 17"/>
              <p:cNvSpPr txBox="1">
                <a:spLocks noRot="1" noChangeAspect="1" noMove="1" noResize="1" noEditPoints="1" noAdjustHandles="1" noChangeArrowheads="1" noChangeShapeType="1" noTextEdit="1"/>
              </p:cNvSpPr>
              <p:nvPr/>
            </p:nvSpPr>
            <p:spPr bwMode="auto">
              <a:xfrm>
                <a:off x="7746056" y="1414597"/>
                <a:ext cx="1597024" cy="479425"/>
              </a:xfrm>
              <a:prstGeom prst="rect">
                <a:avLst/>
              </a:prstGeom>
              <a:blipFill rotWithShape="1">
                <a:blip r:embed="rId7"/>
                <a:stretch>
                  <a:fillRect l="-20" t="-94" r="20" b="94"/>
                </a:stretch>
              </a:blipFill>
            </p:spPr>
            <p:txBody>
              <a:bodyPr/>
              <a:lstStyle/>
              <a:p>
                <a:r>
                  <a:rPr lang="zh-CN" altLang="en-US">
                    <a:noFill/>
                  </a:rPr>
                  <a:t> </a:t>
                </a:r>
              </a:p>
            </p:txBody>
          </p:sp>
        </mc:Fallback>
      </mc:AlternateContent>
      <p:sp>
        <p:nvSpPr>
          <p:cNvPr id="26" name="Line 33"/>
          <p:cNvSpPr>
            <a:spLocks noChangeShapeType="1"/>
          </p:cNvSpPr>
          <p:nvPr/>
        </p:nvSpPr>
        <p:spPr bwMode="auto">
          <a:xfrm flipV="1">
            <a:off x="1963174" y="1966468"/>
            <a:ext cx="8525729" cy="4486"/>
          </a:xfrm>
          <a:prstGeom prst="line">
            <a:avLst/>
          </a:prstGeom>
          <a:ln w="19050">
            <a:solidFill>
              <a:srgbClr val="04926A"/>
            </a:solidFill>
          </a:ln>
        </p:spPr>
        <p:txBody>
          <a:bodyPr/>
          <a:lstStyle/>
          <a:p>
            <a:endParaRPr lang="zh-CN" altLang="en-US"/>
          </a:p>
        </p:txBody>
      </p:sp>
      <mc:AlternateContent xmlns:mc="http://schemas.openxmlformats.org/markup-compatibility/2006">
        <mc:Choice xmlns:a14="http://schemas.microsoft.com/office/drawing/2010/main" Requires="a14">
          <p:sp>
            <p:nvSpPr>
              <p:cNvPr id="27" name="Object 42"/>
              <p:cNvSpPr txBox="1"/>
              <p:nvPr/>
            </p:nvSpPr>
            <p:spPr bwMode="auto">
              <a:xfrm>
                <a:off x="2374594" y="4600724"/>
                <a:ext cx="2808288" cy="974726"/>
              </a:xfrm>
              <a:prstGeom prst="rect">
                <a:avLst/>
              </a:prstGeom>
              <a:noFill/>
              <a:ln>
                <a:noFill/>
              </a:ln>
              <a:effectLst/>
            </p:spPr>
            <p:txBody>
              <a:bodyPr>
                <a:noAutofit/>
              </a:bodyPr>
              <a:lstStyle/>
              <a:p>
                <a14:m>
                  <m:oMathPara xmlns:m="http://schemas.openxmlformats.org/officeDocument/2006/math">
                    <m:oMathParaPr>
                      <m:jc m:val="left"/>
                    </m:oMathParaPr>
                    <m:oMath xmlns:m="http://schemas.openxmlformats.org/officeDocument/2006/math">
                      <m:limLow>
                        <m:limLowPr>
                          <m:ctrlPr>
                            <a:rPr kumimoji="1" lang="zh-CN" altLang="en-US" sz="2000" i="1">
                              <a:solidFill>
                                <a:schemeClr val="tx1">
                                  <a:lumMod val="95000"/>
                                  <a:lumOff val="5000"/>
                                </a:schemeClr>
                              </a:solidFill>
                              <a:latin typeface="Cambria Math" panose="02040503050406030204" charset="0"/>
                              <a:ea typeface="黑体" panose="02010609060101010101" pitchFamily="49" charset="-122"/>
                            </a:rPr>
                          </m:ctrlPr>
                        </m:limLowPr>
                        <m:e>
                          <m:r>
                            <m:rPr>
                              <m:sty m:val="p"/>
                            </m:rPr>
                            <a:rPr kumimoji="1" lang="zh-CN" altLang="en-US" sz="2000">
                              <a:solidFill>
                                <a:schemeClr val="tx1">
                                  <a:lumMod val="95000"/>
                                  <a:lumOff val="5000"/>
                                </a:schemeClr>
                              </a:solidFill>
                              <a:latin typeface="Cambria Math" panose="02040503050406030204" charset="0"/>
                              <a:ea typeface="黑体" panose="02010609060101010101" pitchFamily="49" charset="-122"/>
                            </a:rPr>
                            <m:t>lim</m:t>
                          </m:r>
                        </m:e>
                        <m:lim>
                          <m:r>
                            <a:rPr kumimoji="1" lang="zh-CN" altLang="en-US" sz="2000">
                              <a:latin typeface="Cambria Math" panose="02040503050406030204" charset="0"/>
                              <a:ea typeface="黑体" panose="02010609060101010101" pitchFamily="49" charset="-122"/>
                              <a:cs typeface="Cambria Math" panose="02040503050406030204" charset="0"/>
                            </a:rPr>
                            <m:t>(</m:t>
                          </m:r>
                          <m:r>
                            <a:rPr kumimoji="1" lang="zh-CN" altLang="en-US" sz="2000">
                              <a:latin typeface="Cambria Math" panose="02040503050406030204" charset="0"/>
                              <a:ea typeface="黑体" panose="02010609060101010101" pitchFamily="49" charset="-122"/>
                              <a:cs typeface="Cambria Math" panose="02040503050406030204" charset="0"/>
                            </a:rPr>
                            <m:t>𝑥</m:t>
                          </m:r>
                          <m:r>
                            <a:rPr kumimoji="1" lang="zh-CN" altLang="en-US" sz="2000">
                              <a:latin typeface="Cambria Math" panose="02040503050406030204" charset="0"/>
                              <a:ea typeface="黑体" panose="02010609060101010101" pitchFamily="49" charset="-122"/>
                              <a:cs typeface="Cambria Math" panose="02040503050406030204" charset="0"/>
                            </a:rPr>
                            <m:t>,</m:t>
                          </m:r>
                          <m:r>
                            <a:rPr kumimoji="1" lang="zh-CN" altLang="en-US" sz="2000">
                              <a:latin typeface="Cambria Math" panose="02040503050406030204" charset="0"/>
                              <a:ea typeface="黑体" panose="02010609060101010101" pitchFamily="49" charset="-122"/>
                              <a:cs typeface="Cambria Math" panose="02040503050406030204" charset="0"/>
                            </a:rPr>
                            <m:t>𝑦</m:t>
                          </m:r>
                          <m:r>
                            <a:rPr kumimoji="1" lang="zh-CN" altLang="en-US" sz="2000">
                              <a:latin typeface="Cambria Math" panose="02040503050406030204" charset="0"/>
                              <a:ea typeface="黑体" panose="02010609060101010101" pitchFamily="49" charset="-122"/>
                              <a:cs typeface="Cambria Math" panose="02040503050406030204" charset="0"/>
                            </a:rPr>
                            <m:t>)→(</m:t>
                          </m:r>
                          <m:r>
                            <a:rPr kumimoji="1" lang="en-US" altLang="zh-CN" sz="2000" i="1">
                              <a:latin typeface="Cambria Math" panose="02040503050406030204" charset="0"/>
                              <a:ea typeface="黑体" panose="02010609060101010101" pitchFamily="49" charset="-122"/>
                              <a:cs typeface="Cambria Math" panose="02040503050406030204" charset="0"/>
                            </a:rPr>
                            <m:t>0</m:t>
                          </m:r>
                          <m:r>
                            <a:rPr kumimoji="1" lang="zh-CN" altLang="en-US" sz="2000">
                              <a:latin typeface="Cambria Math" panose="02040503050406030204" charset="0"/>
                              <a:ea typeface="黑体" panose="02010609060101010101" pitchFamily="49" charset="-122"/>
                              <a:cs typeface="Cambria Math" panose="02040503050406030204" charset="0"/>
                            </a:rPr>
                            <m:t>,</m:t>
                          </m:r>
                          <m:r>
                            <a:rPr kumimoji="1" lang="en-US" altLang="zh-CN" sz="2000" i="1">
                              <a:latin typeface="Cambria Math" panose="02040503050406030204" charset="0"/>
                              <a:ea typeface="黑体" panose="02010609060101010101" pitchFamily="49" charset="-122"/>
                              <a:cs typeface="Cambria Math" panose="02040503050406030204" charset="0"/>
                            </a:rPr>
                            <m:t>0</m:t>
                          </m:r>
                          <m:r>
                            <a:rPr kumimoji="1" lang="zh-CN" altLang="en-US" sz="2000">
                              <a:latin typeface="Cambria Math" panose="02040503050406030204" charset="0"/>
                              <a:ea typeface="黑体" panose="02010609060101010101" pitchFamily="49" charset="-122"/>
                              <a:cs typeface="Cambria Math" panose="02040503050406030204" charset="0"/>
                            </a:rPr>
                            <m:t>)</m:t>
                          </m:r>
                        </m:lim>
                      </m:limLow>
                      <m:r>
                        <a:rPr kumimoji="1" lang="zh-CN" altLang="en-US" sz="2000" i="1">
                          <a:latin typeface="Cambria Math" panose="02040503050406030204" charset="0"/>
                          <a:ea typeface="黑体" panose="02010609060101010101" pitchFamily="49" charset="-122"/>
                          <a:cs typeface="Cambria Math" panose="02040503050406030204" charset="0"/>
                        </a:rPr>
                        <m:t> </m:t>
                      </m:r>
                      <m:r>
                        <a:rPr kumimoji="1" lang="zh-CN" altLang="en-US" sz="2200">
                          <a:solidFill>
                            <a:schemeClr val="tx1">
                              <a:lumMod val="95000"/>
                              <a:lumOff val="5000"/>
                            </a:schemeClr>
                          </a:solidFill>
                          <a:latin typeface="Cambria Math" panose="02040503050406030204" charset="0"/>
                          <a:ea typeface="黑体" panose="02010609060101010101" pitchFamily="49" charset="-122"/>
                        </a:rPr>
                        <m:t>2</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𝑥</m:t>
                      </m:r>
                      <m:func>
                        <m:funcPr>
                          <m:ctrlPr>
                            <a:rPr kumimoji="1" lang="zh-CN" altLang="en-US" sz="2200" i="1">
                              <a:solidFill>
                                <a:schemeClr val="tx1">
                                  <a:lumMod val="95000"/>
                                  <a:lumOff val="5000"/>
                                </a:schemeClr>
                              </a:solidFill>
                              <a:latin typeface="Cambria Math" panose="02040503050406030204" charset="0"/>
                              <a:ea typeface="黑体" panose="02010609060101010101" pitchFamily="49" charset="-122"/>
                            </a:rPr>
                          </m:ctrlPr>
                        </m:funcPr>
                        <m:fName>
                          <m:r>
                            <m:rPr>
                              <m:sty m:val="p"/>
                            </m:rPr>
                            <a:rPr kumimoji="1" lang="zh-CN" altLang="en-US" sz="2200">
                              <a:solidFill>
                                <a:schemeClr val="tx1">
                                  <a:lumMod val="95000"/>
                                  <a:lumOff val="5000"/>
                                </a:schemeClr>
                              </a:solidFill>
                              <a:latin typeface="Cambria Math" panose="02040503050406030204" charset="0"/>
                              <a:ea typeface="黑体" panose="02010609060101010101" pitchFamily="49" charset="-122"/>
                            </a:rPr>
                            <m:t>sin</m:t>
                          </m:r>
                        </m:fName>
                        <m:e>
                          <m:f>
                            <m:fPr>
                              <m:ctrlPr>
                                <a:rPr kumimoji="1" lang="zh-CN" altLang="en-US" sz="2200" i="1">
                                  <a:solidFill>
                                    <a:schemeClr val="tx1">
                                      <a:lumMod val="95000"/>
                                      <a:lumOff val="5000"/>
                                    </a:schemeClr>
                                  </a:solidFill>
                                  <a:latin typeface="Cambria Math" panose="02040503050406030204" charset="0"/>
                                  <a:ea typeface="黑体" panose="02010609060101010101" pitchFamily="49" charset="-122"/>
                                </a:rPr>
                              </m:ctrlPr>
                            </m:fPr>
                            <m:num>
                              <m:r>
                                <a:rPr kumimoji="1" lang="zh-CN" altLang="en-US" sz="2200">
                                  <a:solidFill>
                                    <a:schemeClr val="tx1">
                                      <a:lumMod val="95000"/>
                                      <a:lumOff val="5000"/>
                                    </a:schemeClr>
                                  </a:solidFill>
                                  <a:latin typeface="Cambria Math" panose="02040503050406030204" charset="0"/>
                                  <a:ea typeface="黑体" panose="02010609060101010101" pitchFamily="49" charset="-122"/>
                                </a:rPr>
                                <m:t>1</m:t>
                              </m:r>
                            </m:num>
                            <m:den>
                              <m:sSup>
                                <m:sSupPr>
                                  <m:ctrlPr>
                                    <a:rPr kumimoji="1" lang="zh-CN" altLang="en-US" sz="2200" i="1">
                                      <a:solidFill>
                                        <a:schemeClr val="tx1">
                                          <a:lumMod val="95000"/>
                                          <a:lumOff val="5000"/>
                                        </a:schemeClr>
                                      </a:solidFill>
                                      <a:latin typeface="Cambria Math" panose="02040503050406030204" charset="0"/>
                                      <a:ea typeface="黑体" panose="02010609060101010101" pitchFamily="49" charset="-122"/>
                                    </a:rPr>
                                  </m:ctrlPr>
                                </m:sSupPr>
                                <m:e>
                                  <m:r>
                                    <a:rPr kumimoji="1" lang="zh-CN" altLang="en-US" sz="2200">
                                      <a:solidFill>
                                        <a:schemeClr val="tx1">
                                          <a:lumMod val="95000"/>
                                          <a:lumOff val="5000"/>
                                        </a:schemeClr>
                                      </a:solidFill>
                                      <a:latin typeface="Cambria Math" panose="02040503050406030204" charset="0"/>
                                      <a:ea typeface="黑体" panose="02010609060101010101" pitchFamily="49" charset="-122"/>
                                    </a:rPr>
                                    <m:t>𝑥</m:t>
                                  </m:r>
                                </m:e>
                                <m:sup>
                                  <m:r>
                                    <a:rPr kumimoji="1" lang="zh-CN" altLang="en-US" sz="2200">
                                      <a:solidFill>
                                        <a:schemeClr val="tx1">
                                          <a:lumMod val="95000"/>
                                          <a:lumOff val="5000"/>
                                        </a:schemeClr>
                                      </a:solidFill>
                                      <a:latin typeface="Cambria Math" panose="02040503050406030204" charset="0"/>
                                      <a:ea typeface="黑体" panose="02010609060101010101" pitchFamily="49" charset="-122"/>
                                    </a:rPr>
                                    <m:t>2</m:t>
                                  </m:r>
                                </m:sup>
                              </m:sSup>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sSup>
                                <m:sSupPr>
                                  <m:ctrlPr>
                                    <a:rPr kumimoji="1" lang="zh-CN" altLang="en-US" sz="2200" i="1">
                                      <a:solidFill>
                                        <a:schemeClr val="tx1">
                                          <a:lumMod val="95000"/>
                                          <a:lumOff val="5000"/>
                                        </a:schemeClr>
                                      </a:solidFill>
                                      <a:latin typeface="Cambria Math" panose="02040503050406030204" charset="0"/>
                                      <a:ea typeface="黑体" panose="02010609060101010101" pitchFamily="49" charset="-122"/>
                                    </a:rPr>
                                  </m:ctrlPr>
                                </m:sSupPr>
                                <m:e>
                                  <m:r>
                                    <a:rPr kumimoji="1" lang="zh-CN" altLang="en-US" sz="2200">
                                      <a:solidFill>
                                        <a:schemeClr val="tx1">
                                          <a:lumMod val="95000"/>
                                          <a:lumOff val="5000"/>
                                        </a:schemeClr>
                                      </a:solidFill>
                                      <a:latin typeface="Cambria Math" panose="02040503050406030204" charset="0"/>
                                      <a:ea typeface="黑体" panose="02010609060101010101" pitchFamily="49" charset="-122"/>
                                    </a:rPr>
                                    <m:t>𝑦</m:t>
                                  </m:r>
                                </m:e>
                                <m:sup>
                                  <m:r>
                                    <a:rPr kumimoji="1" lang="zh-CN" altLang="en-US" sz="2200">
                                      <a:solidFill>
                                        <a:schemeClr val="tx1">
                                          <a:lumMod val="95000"/>
                                          <a:lumOff val="5000"/>
                                        </a:schemeClr>
                                      </a:solidFill>
                                      <a:latin typeface="Cambria Math" panose="02040503050406030204" charset="0"/>
                                      <a:ea typeface="黑体" panose="02010609060101010101" pitchFamily="49" charset="-122"/>
                                    </a:rPr>
                                    <m:t>2</m:t>
                                  </m:r>
                                </m:sup>
                              </m:sSup>
                            </m:den>
                          </m:f>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rPr>
                            <m:t>0</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e>
                      </m:func>
                    </m:oMath>
                  </m:oMathPara>
                </a14:m>
                <a:endParaRPr kumimoji="1" lang="zh-CN" altLang="en-US" sz="2200" dirty="0">
                  <a:solidFill>
                    <a:schemeClr val="tx1">
                      <a:lumMod val="95000"/>
                      <a:lumOff val="5000"/>
                    </a:schemeClr>
                  </a:solidFill>
                  <a:latin typeface="Cambria Math" panose="02040503050406030204" charset="0"/>
                  <a:ea typeface="黑体" panose="02010609060101010101" pitchFamily="49" charset="-122"/>
                </a:endParaRPr>
              </a:p>
            </p:txBody>
          </p:sp>
        </mc:Choice>
        <mc:Fallback>
          <p:sp>
            <p:nvSpPr>
              <p:cNvPr id="27" name="Object 42"/>
              <p:cNvSpPr txBox="1">
                <a:spLocks noRot="1" noChangeAspect="1" noMove="1" noResize="1" noEditPoints="1" noAdjustHandles="1" noChangeArrowheads="1" noChangeShapeType="1" noTextEdit="1"/>
              </p:cNvSpPr>
              <p:nvPr/>
            </p:nvSpPr>
            <p:spPr bwMode="auto">
              <a:xfrm>
                <a:off x="2374594" y="4600724"/>
                <a:ext cx="2808288" cy="974726"/>
              </a:xfrm>
              <a:prstGeom prst="rect">
                <a:avLst/>
              </a:prstGeom>
              <a:blipFill rotWithShape="1">
                <a:blip r:embed="rId8"/>
                <a:stretch>
                  <a:fillRect l="-12" t="-15" r="-15036" b="15"/>
                </a:stretch>
              </a:blipFill>
              <a:ln>
                <a:noFill/>
              </a:ln>
              <a:effectLst/>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28" name="Object 42"/>
              <p:cNvSpPr txBox="1"/>
              <p:nvPr/>
            </p:nvSpPr>
            <p:spPr bwMode="auto">
              <a:xfrm>
                <a:off x="5796897" y="4489578"/>
                <a:ext cx="5495341" cy="974726"/>
              </a:xfrm>
              <a:prstGeom prst="rect">
                <a:avLst/>
              </a:prstGeom>
              <a:noFill/>
              <a:ln>
                <a:noFill/>
              </a:ln>
              <a:effectLst/>
            </p:spPr>
            <p:txBody>
              <a:bodyPr>
                <a:noAutofit/>
              </a:bodyPr>
              <a:lstStyle/>
              <a:p>
                <a14:m>
                  <m:oMathPara xmlns:m="http://schemas.openxmlformats.org/officeDocument/2006/math">
                    <m:oMathParaPr>
                      <m:jc m:val="left"/>
                    </m:oMathParaPr>
                    <m:oMath xmlns:m="http://schemas.openxmlformats.org/officeDocument/2006/math">
                      <m:limLow>
                        <m:limLowPr>
                          <m:ctrlPr>
                            <a:rPr kumimoji="1" lang="zh-CN" altLang="en-US" sz="2000" i="1">
                              <a:solidFill>
                                <a:schemeClr val="tx1">
                                  <a:lumMod val="95000"/>
                                  <a:lumOff val="5000"/>
                                </a:schemeClr>
                              </a:solidFill>
                              <a:latin typeface="Cambria Math" panose="02040503050406030204" charset="0"/>
                              <a:ea typeface="黑体" panose="02010609060101010101" pitchFamily="49" charset="-122"/>
                            </a:rPr>
                          </m:ctrlPr>
                        </m:limLowPr>
                        <m:e>
                          <m:r>
                            <m:rPr>
                              <m:sty m:val="p"/>
                            </m:rPr>
                            <a:rPr kumimoji="1" lang="zh-CN" altLang="en-US" sz="2000">
                              <a:solidFill>
                                <a:schemeClr val="tx1">
                                  <a:lumMod val="95000"/>
                                  <a:lumOff val="5000"/>
                                </a:schemeClr>
                              </a:solidFill>
                              <a:latin typeface="Cambria Math" panose="02040503050406030204" charset="0"/>
                              <a:ea typeface="黑体" panose="02010609060101010101" pitchFamily="49" charset="-122"/>
                            </a:rPr>
                            <m:t>lim</m:t>
                          </m:r>
                        </m:e>
                        <m:lim>
                          <m:eqArr>
                            <m:eqArrPr>
                              <m:ctrlPr>
                                <a:rPr kumimoji="1" lang="zh-CN" altLang="en-US" sz="2000" i="1">
                                  <a:solidFill>
                                    <a:schemeClr val="tx1">
                                      <a:lumMod val="95000"/>
                                      <a:lumOff val="5000"/>
                                    </a:schemeClr>
                                  </a:solidFill>
                                  <a:latin typeface="Cambria Math" panose="02040503050406030204" charset="0"/>
                                  <a:ea typeface="黑体" panose="02010609060101010101" pitchFamily="49" charset="-122"/>
                                </a:rPr>
                              </m:ctrlPr>
                            </m:eqArrPr>
                            <m:e>
                              <m:r>
                                <a:rPr kumimoji="1" lang="zh-CN" altLang="en-US" sz="2000">
                                  <a:solidFill>
                                    <a:schemeClr val="tx1">
                                      <a:lumMod val="95000"/>
                                      <a:lumOff val="5000"/>
                                    </a:schemeClr>
                                  </a:solidFill>
                                  <a:latin typeface="Cambria Math" panose="02040503050406030204" charset="0"/>
                                  <a:ea typeface="黑体" panose="02010609060101010101" pitchFamily="49" charset="-122"/>
                                </a:rPr>
                                <m:t>&amp;​</m:t>
                              </m:r>
                              <m:r>
                                <a:rPr kumimoji="1" lang="zh-CN" altLang="en-US" sz="2000">
                                  <a:solidFill>
                                    <a:schemeClr val="tx1">
                                      <a:lumMod val="95000"/>
                                      <a:lumOff val="5000"/>
                                    </a:schemeClr>
                                  </a:solidFill>
                                  <a:latin typeface="Cambria Math" panose="02040503050406030204" charset="0"/>
                                  <a:ea typeface="黑体" panose="02010609060101010101" pitchFamily="49" charset="-122"/>
                                </a:rPr>
                                <m:t>𝑥</m:t>
                              </m:r>
                              <m:r>
                                <a:rPr kumimoji="1" lang="zh-CN" altLang="en-US" sz="2000">
                                  <a:solidFill>
                                    <a:schemeClr val="tx1">
                                      <a:lumMod val="95000"/>
                                      <a:lumOff val="5000"/>
                                    </a:schemeClr>
                                  </a:solidFill>
                                  <a:latin typeface="Cambria Math" panose="02040503050406030204" charset="0"/>
                                  <a:ea typeface="黑体" panose="02010609060101010101" pitchFamily="49" charset="-122"/>
                                </a:rPr>
                                <m:t>=</m:t>
                              </m:r>
                              <m:sSup>
                                <m:sSupPr>
                                  <m:ctrlPr>
                                    <a:rPr kumimoji="1" lang="zh-CN" altLang="en-US" sz="2000" i="1">
                                      <a:solidFill>
                                        <a:schemeClr val="tx1">
                                          <a:lumMod val="95000"/>
                                          <a:lumOff val="5000"/>
                                        </a:schemeClr>
                                      </a:solidFill>
                                      <a:latin typeface="Cambria Math" panose="02040503050406030204" charset="0"/>
                                      <a:ea typeface="黑体" panose="02010609060101010101" pitchFamily="49" charset="-122"/>
                                    </a:rPr>
                                  </m:ctrlPr>
                                </m:sSupPr>
                                <m:e>
                                  <m:r>
                                    <a:rPr kumimoji="1" lang="en-US" altLang="zh-CN" sz="2000" i="1">
                                      <a:solidFill>
                                        <a:schemeClr val="tx1">
                                          <a:lumMod val="95000"/>
                                          <a:lumOff val="5000"/>
                                        </a:schemeClr>
                                      </a:solidFill>
                                      <a:latin typeface="Cambria Math" panose="02040503050406030204" charset="0"/>
                                      <a:ea typeface="黑体" panose="02010609060101010101" pitchFamily="49" charset="-122"/>
                                    </a:rPr>
                                    <m:t>𝑘</m:t>
                                  </m:r>
                                  <m:r>
                                    <a:rPr kumimoji="1" lang="zh-CN" altLang="en-US" sz="2000">
                                      <a:solidFill>
                                        <a:schemeClr val="tx1">
                                          <a:lumMod val="95000"/>
                                          <a:lumOff val="5000"/>
                                        </a:schemeClr>
                                      </a:solidFill>
                                      <a:latin typeface="Cambria Math" panose="02040503050406030204" charset="0"/>
                                      <a:ea typeface="黑体" panose="02010609060101010101" pitchFamily="49" charset="-122"/>
                                    </a:rPr>
                                    <m:t>𝑦</m:t>
                                  </m:r>
                                </m:e>
                                <m:sup>
                                  <m:r>
                                    <a:rPr kumimoji="1" lang="zh-CN" altLang="en-US" sz="2000">
                                      <a:solidFill>
                                        <a:schemeClr val="tx1">
                                          <a:lumMod val="95000"/>
                                          <a:lumOff val="5000"/>
                                        </a:schemeClr>
                                      </a:solidFill>
                                      <a:latin typeface="Cambria Math" panose="02040503050406030204" charset="0"/>
                                      <a:ea typeface="黑体" panose="02010609060101010101" pitchFamily="49" charset="-122"/>
                                    </a:rPr>
                                    <m:t>2</m:t>
                                  </m:r>
                                </m:sup>
                              </m:sSup>
                            </m:e>
                            <m:e>
                              <m:r>
                                <a:rPr kumimoji="1" lang="zh-CN" altLang="en-US" sz="2000">
                                  <a:solidFill>
                                    <a:schemeClr val="tx1">
                                      <a:lumMod val="95000"/>
                                      <a:lumOff val="5000"/>
                                    </a:schemeClr>
                                  </a:solidFill>
                                  <a:latin typeface="Cambria Math" panose="02040503050406030204" charset="0"/>
                                  <a:ea typeface="黑体" panose="02010609060101010101" pitchFamily="49" charset="-122"/>
                                </a:rPr>
                                <m:t>&amp;​</m:t>
                              </m:r>
                              <m:r>
                                <a:rPr kumimoji="1" lang="en-US" altLang="zh-CN" sz="2000">
                                  <a:solidFill>
                                    <a:schemeClr val="tx1">
                                      <a:lumMod val="95000"/>
                                      <a:lumOff val="5000"/>
                                    </a:schemeClr>
                                  </a:solidFill>
                                  <a:latin typeface="Cambria Math" panose="02040503050406030204" charset="0"/>
                                  <a:ea typeface="黑体" panose="02010609060101010101" pitchFamily="49" charset="-122"/>
                                </a:rPr>
                                <m:t>  </m:t>
                              </m:r>
                              <m:r>
                                <a:rPr kumimoji="1" lang="zh-CN" altLang="en-US" sz="2000">
                                  <a:solidFill>
                                    <a:schemeClr val="tx1">
                                      <a:lumMod val="95000"/>
                                      <a:lumOff val="5000"/>
                                    </a:schemeClr>
                                  </a:solidFill>
                                  <a:latin typeface="Cambria Math" panose="02040503050406030204" charset="0"/>
                                  <a:ea typeface="黑体" panose="02010609060101010101" pitchFamily="49" charset="-122"/>
                                </a:rPr>
                                <m:t>𝑦</m:t>
                              </m:r>
                              <m:r>
                                <a:rPr kumimoji="1" lang="zh-CN" altLang="en-US" sz="2000">
                                  <a:solidFill>
                                    <a:schemeClr val="tx1">
                                      <a:lumMod val="95000"/>
                                      <a:lumOff val="5000"/>
                                    </a:schemeClr>
                                  </a:solidFill>
                                  <a:latin typeface="Cambria Math" panose="02040503050406030204" charset="0"/>
                                  <a:ea typeface="黑体" panose="02010609060101010101" pitchFamily="49" charset="-122"/>
                                </a:rPr>
                                <m:t>→</m:t>
                              </m:r>
                              <m:r>
                                <a:rPr kumimoji="1" lang="zh-CN" altLang="en-US" sz="2000">
                                  <a:solidFill>
                                    <a:schemeClr val="tx1">
                                      <a:lumMod val="95000"/>
                                      <a:lumOff val="5000"/>
                                    </a:schemeClr>
                                  </a:solidFill>
                                  <a:latin typeface="Cambria Math" panose="02040503050406030204" charset="0"/>
                                  <a:ea typeface="黑体" panose="02010609060101010101" pitchFamily="49" charset="-122"/>
                                </a:rPr>
                                <m:t>0</m:t>
                              </m:r>
                            </m:e>
                          </m:eqArr>
                        </m:lim>
                      </m:limLow>
                      <m:f>
                        <m:fPr>
                          <m:ctrlPr>
                            <a:rPr kumimoji="1" lang="zh-CN" altLang="en-US" sz="2200" i="1">
                              <a:solidFill>
                                <a:schemeClr val="tx1">
                                  <a:lumMod val="95000"/>
                                  <a:lumOff val="5000"/>
                                </a:schemeClr>
                              </a:solidFill>
                              <a:latin typeface="Cambria Math" panose="02040503050406030204" charset="0"/>
                              <a:ea typeface="黑体" panose="02010609060101010101" pitchFamily="49" charset="-122"/>
                            </a:rPr>
                          </m:ctrlPr>
                        </m:fPr>
                        <m:num>
                          <m:r>
                            <a:rPr kumimoji="1" lang="zh-CN" altLang="en-US" sz="2200">
                              <a:solidFill>
                                <a:schemeClr val="tx1">
                                  <a:lumMod val="95000"/>
                                  <a:lumOff val="5000"/>
                                </a:schemeClr>
                              </a:solidFill>
                              <a:latin typeface="Cambria Math" panose="02040503050406030204" charset="0"/>
                              <a:ea typeface="黑体" panose="02010609060101010101" pitchFamily="49" charset="-122"/>
                            </a:rPr>
                            <m:t>𝑥</m:t>
                          </m:r>
                        </m:num>
                        <m:den>
                          <m:sSup>
                            <m:sSupPr>
                              <m:ctrlPr>
                                <a:rPr kumimoji="1" lang="zh-CN" altLang="en-US" sz="2200" i="1">
                                  <a:solidFill>
                                    <a:schemeClr val="tx1">
                                      <a:lumMod val="95000"/>
                                      <a:lumOff val="5000"/>
                                    </a:schemeClr>
                                  </a:solidFill>
                                  <a:latin typeface="Cambria Math" panose="02040503050406030204" charset="0"/>
                                  <a:ea typeface="黑体" panose="02010609060101010101" pitchFamily="49" charset="-122"/>
                                </a:rPr>
                              </m:ctrlPr>
                            </m:sSupPr>
                            <m:e>
                              <m:r>
                                <a:rPr kumimoji="1" lang="zh-CN" altLang="en-US" sz="2200">
                                  <a:solidFill>
                                    <a:schemeClr val="tx1">
                                      <a:lumMod val="95000"/>
                                      <a:lumOff val="5000"/>
                                    </a:schemeClr>
                                  </a:solidFill>
                                  <a:latin typeface="Cambria Math" panose="02040503050406030204" charset="0"/>
                                  <a:ea typeface="黑体" panose="02010609060101010101" pitchFamily="49" charset="-122"/>
                                </a:rPr>
                                <m:t>𝑥</m:t>
                              </m:r>
                            </m:e>
                            <m:sup>
                              <m:r>
                                <a:rPr kumimoji="1" lang="zh-CN" altLang="en-US" sz="2200">
                                  <a:solidFill>
                                    <a:schemeClr val="tx1">
                                      <a:lumMod val="95000"/>
                                      <a:lumOff val="5000"/>
                                    </a:schemeClr>
                                  </a:solidFill>
                                  <a:latin typeface="Cambria Math" panose="02040503050406030204" charset="0"/>
                                  <a:ea typeface="黑体" panose="02010609060101010101" pitchFamily="49" charset="-122"/>
                                </a:rPr>
                                <m:t>2</m:t>
                              </m:r>
                            </m:sup>
                          </m:sSup>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sSup>
                            <m:sSupPr>
                              <m:ctrlPr>
                                <a:rPr kumimoji="1" lang="zh-CN" altLang="en-US" sz="2200" i="1">
                                  <a:solidFill>
                                    <a:schemeClr val="tx1">
                                      <a:lumMod val="95000"/>
                                      <a:lumOff val="5000"/>
                                    </a:schemeClr>
                                  </a:solidFill>
                                  <a:latin typeface="Cambria Math" panose="02040503050406030204" charset="0"/>
                                  <a:ea typeface="黑体" panose="02010609060101010101" pitchFamily="49" charset="-122"/>
                                </a:rPr>
                              </m:ctrlPr>
                            </m:sSupPr>
                            <m:e>
                              <m:r>
                                <a:rPr kumimoji="1" lang="zh-CN" altLang="en-US" sz="2200">
                                  <a:solidFill>
                                    <a:schemeClr val="tx1">
                                      <a:lumMod val="95000"/>
                                      <a:lumOff val="5000"/>
                                    </a:schemeClr>
                                  </a:solidFill>
                                  <a:latin typeface="Cambria Math" panose="02040503050406030204" charset="0"/>
                                  <a:ea typeface="黑体" panose="02010609060101010101" pitchFamily="49" charset="-122"/>
                                </a:rPr>
                                <m:t>𝑦</m:t>
                              </m:r>
                            </m:e>
                            <m:sup>
                              <m:r>
                                <a:rPr kumimoji="1" lang="zh-CN" altLang="en-US" sz="2200">
                                  <a:solidFill>
                                    <a:schemeClr val="tx1">
                                      <a:lumMod val="95000"/>
                                      <a:lumOff val="5000"/>
                                    </a:schemeClr>
                                  </a:solidFill>
                                  <a:latin typeface="Cambria Math" panose="02040503050406030204" charset="0"/>
                                  <a:ea typeface="黑体" panose="02010609060101010101" pitchFamily="49" charset="-122"/>
                                </a:rPr>
                                <m:t>2</m:t>
                              </m:r>
                            </m:sup>
                          </m:sSup>
                        </m:den>
                      </m:f>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limLow>
                        <m:limLowPr>
                          <m:ctrlPr>
                            <a:rPr kumimoji="1" lang="zh-CN" altLang="en-US" sz="2200" i="1">
                              <a:solidFill>
                                <a:schemeClr val="tx1">
                                  <a:lumMod val="95000"/>
                                  <a:lumOff val="5000"/>
                                </a:schemeClr>
                              </a:solidFill>
                              <a:latin typeface="Cambria Math" panose="02040503050406030204" charset="0"/>
                              <a:ea typeface="黑体" panose="02010609060101010101" pitchFamily="49" charset="-122"/>
                            </a:rPr>
                          </m:ctrlPr>
                        </m:limLowPr>
                        <m:e>
                          <m:r>
                            <m:rPr>
                              <m:sty m:val="p"/>
                            </m:rPr>
                            <a:rPr kumimoji="1" lang="zh-CN" altLang="en-US" sz="2200">
                              <a:solidFill>
                                <a:schemeClr val="tx1">
                                  <a:lumMod val="95000"/>
                                  <a:lumOff val="5000"/>
                                </a:schemeClr>
                              </a:solidFill>
                              <a:latin typeface="Cambria Math" panose="02040503050406030204" charset="0"/>
                              <a:ea typeface="黑体" panose="02010609060101010101" pitchFamily="49" charset="-122"/>
                            </a:rPr>
                            <m:t>lim</m:t>
                          </m:r>
                        </m:e>
                        <m:lim>
                          <m:eqArr>
                            <m:eqArrPr>
                              <m:ctrlPr>
                                <a:rPr kumimoji="1" lang="zh-CN" altLang="en-US" sz="2200" i="1">
                                  <a:solidFill>
                                    <a:schemeClr val="tx1">
                                      <a:lumMod val="95000"/>
                                      <a:lumOff val="5000"/>
                                    </a:schemeClr>
                                  </a:solidFill>
                                  <a:latin typeface="Cambria Math" panose="02040503050406030204" charset="0"/>
                                  <a:ea typeface="黑体" panose="02010609060101010101" pitchFamily="49" charset="-122"/>
                                </a:rPr>
                              </m:ctrlPr>
                            </m:eqArrPr>
                            <m:e>
                              <m:r>
                                <a:rPr kumimoji="1" lang="zh-CN" altLang="en-US" sz="2200">
                                  <a:solidFill>
                                    <a:schemeClr val="tx1">
                                      <a:lumMod val="95000"/>
                                      <a:lumOff val="5000"/>
                                    </a:schemeClr>
                                  </a:solidFill>
                                  <a:latin typeface="Cambria Math" panose="02040503050406030204" charset="0"/>
                                  <a:ea typeface="黑体" panose="02010609060101010101" pitchFamily="49" charset="-122"/>
                                </a:rPr>
                                <m:t>&amp;​</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𝑥</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sSup>
                                <m:sSupPr>
                                  <m:ctrlPr>
                                    <a:rPr kumimoji="1" lang="zh-CN" altLang="en-US" sz="2200" i="1">
                                      <a:solidFill>
                                        <a:schemeClr val="tx1">
                                          <a:lumMod val="95000"/>
                                          <a:lumOff val="5000"/>
                                        </a:schemeClr>
                                      </a:solidFill>
                                      <a:latin typeface="Cambria Math" panose="02040503050406030204" charset="0"/>
                                      <a:ea typeface="黑体" panose="02010609060101010101" pitchFamily="49" charset="-122"/>
                                    </a:rPr>
                                  </m:ctrlPr>
                                </m:sSupPr>
                                <m:e>
                                  <m:r>
                                    <a:rPr kumimoji="1" lang="en-US" altLang="zh-CN" sz="2200" b="0" i="1" smtClean="0">
                                      <a:solidFill>
                                        <a:schemeClr val="tx1">
                                          <a:lumMod val="95000"/>
                                          <a:lumOff val="5000"/>
                                        </a:schemeClr>
                                      </a:solidFill>
                                      <a:latin typeface="Cambria Math" panose="02040503050406030204" charset="0"/>
                                      <a:ea typeface="黑体" panose="02010609060101010101" pitchFamily="49" charset="-122"/>
                                    </a:rPr>
                                    <m:t>𝑘</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𝑦</m:t>
                                  </m:r>
                                </m:e>
                                <m:sup>
                                  <m:r>
                                    <a:rPr kumimoji="1" lang="zh-CN" altLang="en-US" sz="2200">
                                      <a:solidFill>
                                        <a:schemeClr val="tx1">
                                          <a:lumMod val="95000"/>
                                          <a:lumOff val="5000"/>
                                        </a:schemeClr>
                                      </a:solidFill>
                                      <a:latin typeface="Cambria Math" panose="02040503050406030204" charset="0"/>
                                      <a:ea typeface="黑体" panose="02010609060101010101" pitchFamily="49" charset="-122"/>
                                    </a:rPr>
                                    <m:t>2</m:t>
                                  </m:r>
                                </m:sup>
                              </m:sSup>
                            </m:e>
                            <m:e>
                              <m:r>
                                <a:rPr kumimoji="1" lang="zh-CN" altLang="en-US" sz="2200">
                                  <a:solidFill>
                                    <a:schemeClr val="tx1">
                                      <a:lumMod val="95000"/>
                                      <a:lumOff val="5000"/>
                                    </a:schemeClr>
                                  </a:solidFill>
                                  <a:latin typeface="Cambria Math" panose="02040503050406030204" charset="0"/>
                                  <a:ea typeface="黑体" panose="02010609060101010101" pitchFamily="49" charset="-122"/>
                                </a:rPr>
                                <m:t>&amp;​</m:t>
                              </m:r>
                              <m:r>
                                <a:rPr kumimoji="1" lang="en-US" altLang="zh-CN" sz="2200" b="0" i="0" smtClean="0">
                                  <a:solidFill>
                                    <a:schemeClr val="tx1">
                                      <a:lumMod val="95000"/>
                                      <a:lumOff val="5000"/>
                                    </a:schemeClr>
                                  </a:solidFill>
                                  <a:latin typeface="Cambria Math" panose="02040503050406030204" charset="0"/>
                                  <a:ea typeface="黑体" panose="02010609060101010101" pitchFamily="49" charset="-122"/>
                                </a:rPr>
                                <m:t>  </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𝑦</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rPr>
                                <m:t>0</m:t>
                              </m:r>
                            </m:e>
                          </m:eqArr>
                        </m:lim>
                      </m:limLow>
                      <m:f>
                        <m:fPr>
                          <m:ctrlPr>
                            <a:rPr kumimoji="1" lang="zh-CN" altLang="en-US" sz="2200" i="1">
                              <a:solidFill>
                                <a:schemeClr val="tx1">
                                  <a:lumMod val="95000"/>
                                  <a:lumOff val="5000"/>
                                </a:schemeClr>
                              </a:solidFill>
                              <a:latin typeface="Cambria Math" panose="02040503050406030204" charset="0"/>
                              <a:ea typeface="黑体" panose="02010609060101010101" pitchFamily="49" charset="-122"/>
                            </a:rPr>
                          </m:ctrlPr>
                        </m:fPr>
                        <m:num>
                          <m:sSup>
                            <m:sSupPr>
                              <m:ctrlPr>
                                <a:rPr kumimoji="1" lang="zh-CN" altLang="en-US" sz="2200" i="1">
                                  <a:solidFill>
                                    <a:schemeClr val="tx1">
                                      <a:lumMod val="95000"/>
                                      <a:lumOff val="5000"/>
                                    </a:schemeClr>
                                  </a:solidFill>
                                  <a:latin typeface="Cambria Math" panose="02040503050406030204" charset="0"/>
                                  <a:ea typeface="黑体" panose="02010609060101010101" pitchFamily="49" charset="-122"/>
                                </a:rPr>
                              </m:ctrlPr>
                            </m:sSupPr>
                            <m:e>
                              <m:r>
                                <a:rPr kumimoji="1" lang="en-US" altLang="zh-CN" sz="2200" i="1">
                                  <a:solidFill>
                                    <a:schemeClr val="tx1">
                                      <a:lumMod val="95000"/>
                                      <a:lumOff val="5000"/>
                                    </a:schemeClr>
                                  </a:solidFill>
                                  <a:latin typeface="Cambria Math" panose="02040503050406030204" charset="0"/>
                                  <a:ea typeface="黑体" panose="02010609060101010101" pitchFamily="49" charset="-122"/>
                                </a:rPr>
                                <m:t>𝑘</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𝑦</m:t>
                              </m:r>
                            </m:e>
                            <m:sup>
                              <m:r>
                                <a:rPr kumimoji="1" lang="zh-CN" altLang="en-US" sz="2200">
                                  <a:solidFill>
                                    <a:schemeClr val="tx1">
                                      <a:lumMod val="95000"/>
                                      <a:lumOff val="5000"/>
                                    </a:schemeClr>
                                  </a:solidFill>
                                  <a:latin typeface="Cambria Math" panose="02040503050406030204" charset="0"/>
                                  <a:ea typeface="黑体" panose="02010609060101010101" pitchFamily="49" charset="-122"/>
                                </a:rPr>
                                <m:t>2</m:t>
                              </m:r>
                            </m:sup>
                          </m:sSup>
                        </m:num>
                        <m:den>
                          <m:sSup>
                            <m:sSupPr>
                              <m:ctrlPr>
                                <a:rPr kumimoji="1" lang="zh-CN" altLang="en-US" sz="2200" i="1">
                                  <a:solidFill>
                                    <a:schemeClr val="tx1">
                                      <a:lumMod val="95000"/>
                                      <a:lumOff val="5000"/>
                                    </a:schemeClr>
                                  </a:solidFill>
                                  <a:latin typeface="Cambria Math" panose="02040503050406030204" charset="0"/>
                                  <a:ea typeface="黑体" panose="02010609060101010101" pitchFamily="49" charset="-122"/>
                                </a:rPr>
                              </m:ctrlPr>
                            </m:sSupPr>
                            <m:e>
                              <m:r>
                                <a:rPr kumimoji="1" lang="en-US" altLang="zh-CN" sz="2200" b="0" i="1" smtClean="0">
                                  <a:solidFill>
                                    <a:schemeClr val="tx1">
                                      <a:lumMod val="95000"/>
                                      <a:lumOff val="5000"/>
                                    </a:schemeClr>
                                  </a:solidFill>
                                  <a:latin typeface="Cambria Math" panose="02040503050406030204" charset="0"/>
                                  <a:ea typeface="黑体" panose="02010609060101010101" pitchFamily="49" charset="-122"/>
                                </a:rPr>
                                <m:t>𝑘</m:t>
                              </m:r>
                            </m:e>
                            <m:sup>
                              <m:r>
                                <a:rPr kumimoji="1" lang="zh-CN" altLang="en-US" sz="2200">
                                  <a:solidFill>
                                    <a:schemeClr val="tx1">
                                      <a:lumMod val="95000"/>
                                      <a:lumOff val="5000"/>
                                    </a:schemeClr>
                                  </a:solidFill>
                                  <a:latin typeface="Cambria Math" panose="02040503050406030204" charset="0"/>
                                  <a:ea typeface="黑体" panose="02010609060101010101" pitchFamily="49" charset="-122"/>
                                </a:rPr>
                                <m:t>2</m:t>
                              </m:r>
                            </m:sup>
                          </m:sSup>
                          <m:sSup>
                            <m:sSupPr>
                              <m:ctrlPr>
                                <a:rPr kumimoji="1" lang="zh-CN" altLang="en-US" sz="2200" i="1">
                                  <a:solidFill>
                                    <a:schemeClr val="tx1">
                                      <a:lumMod val="95000"/>
                                      <a:lumOff val="5000"/>
                                    </a:schemeClr>
                                  </a:solidFill>
                                  <a:latin typeface="Cambria Math" panose="02040503050406030204" charset="0"/>
                                  <a:ea typeface="黑体" panose="02010609060101010101" pitchFamily="49" charset="-122"/>
                                </a:rPr>
                              </m:ctrlPr>
                            </m:sSupPr>
                            <m:e>
                              <m:r>
                                <a:rPr kumimoji="1" lang="zh-CN" altLang="en-US" sz="2200">
                                  <a:solidFill>
                                    <a:schemeClr val="tx1">
                                      <a:lumMod val="95000"/>
                                      <a:lumOff val="5000"/>
                                    </a:schemeClr>
                                  </a:solidFill>
                                  <a:latin typeface="Cambria Math" panose="02040503050406030204" charset="0"/>
                                  <a:ea typeface="黑体" panose="02010609060101010101" pitchFamily="49" charset="-122"/>
                                </a:rPr>
                                <m:t>𝑦</m:t>
                              </m:r>
                            </m:e>
                            <m:sup>
                              <m:r>
                                <a:rPr kumimoji="1" lang="en-US" altLang="zh-CN" sz="2200" b="0" i="0" smtClean="0">
                                  <a:solidFill>
                                    <a:schemeClr val="tx1">
                                      <a:lumMod val="95000"/>
                                      <a:lumOff val="5000"/>
                                    </a:schemeClr>
                                  </a:solidFill>
                                  <a:latin typeface="Cambria Math" panose="02040503050406030204" charset="0"/>
                                  <a:ea typeface="黑体" panose="02010609060101010101" pitchFamily="49" charset="-122"/>
                                </a:rPr>
                                <m:t>4</m:t>
                              </m:r>
                            </m:sup>
                          </m:sSup>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sSup>
                            <m:sSupPr>
                              <m:ctrlPr>
                                <a:rPr kumimoji="1" lang="zh-CN" altLang="en-US" sz="2200" i="1">
                                  <a:solidFill>
                                    <a:schemeClr val="tx1">
                                      <a:lumMod val="95000"/>
                                      <a:lumOff val="5000"/>
                                    </a:schemeClr>
                                  </a:solidFill>
                                  <a:latin typeface="Cambria Math" panose="02040503050406030204" charset="0"/>
                                  <a:ea typeface="黑体" panose="02010609060101010101" pitchFamily="49" charset="-122"/>
                                </a:rPr>
                              </m:ctrlPr>
                            </m:sSupPr>
                            <m:e>
                              <m:r>
                                <a:rPr kumimoji="1" lang="zh-CN" altLang="en-US" sz="2200">
                                  <a:solidFill>
                                    <a:schemeClr val="tx1">
                                      <a:lumMod val="95000"/>
                                      <a:lumOff val="5000"/>
                                    </a:schemeClr>
                                  </a:solidFill>
                                  <a:latin typeface="Cambria Math" panose="02040503050406030204" charset="0"/>
                                  <a:ea typeface="黑体" panose="02010609060101010101" pitchFamily="49" charset="-122"/>
                                </a:rPr>
                                <m:t>𝑦</m:t>
                              </m:r>
                            </m:e>
                            <m:sup>
                              <m:r>
                                <a:rPr kumimoji="1" lang="zh-CN" altLang="en-US" sz="2200">
                                  <a:solidFill>
                                    <a:schemeClr val="tx1">
                                      <a:lumMod val="95000"/>
                                      <a:lumOff val="5000"/>
                                    </a:schemeClr>
                                  </a:solidFill>
                                  <a:latin typeface="Cambria Math" panose="02040503050406030204" charset="0"/>
                                  <a:ea typeface="黑体" panose="02010609060101010101" pitchFamily="49" charset="-122"/>
                                </a:rPr>
                                <m:t>2</m:t>
                              </m:r>
                            </m:sup>
                          </m:sSup>
                        </m:den>
                      </m:f>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en-US" altLang="zh-CN" sz="2200" i="1">
                          <a:solidFill>
                            <a:schemeClr val="tx1">
                              <a:lumMod val="95000"/>
                              <a:lumOff val="5000"/>
                            </a:schemeClr>
                          </a:solidFill>
                          <a:latin typeface="Cambria Math" panose="02040503050406030204" charset="0"/>
                          <a:ea typeface="黑体" panose="02010609060101010101" pitchFamily="49" charset="-122"/>
                        </a:rPr>
                        <m:t>𝑘</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oMath>
                  </m:oMathPara>
                </a14:m>
                <a:endParaRPr kumimoji="1" lang="zh-CN" altLang="en-US" sz="2200" dirty="0">
                  <a:solidFill>
                    <a:schemeClr val="tx1">
                      <a:lumMod val="95000"/>
                      <a:lumOff val="5000"/>
                    </a:schemeClr>
                  </a:solidFill>
                  <a:latin typeface="Cambria Math" panose="02040503050406030204" charset="0"/>
                  <a:ea typeface="黑体" panose="02010609060101010101" pitchFamily="49" charset="-122"/>
                </a:endParaRPr>
              </a:p>
            </p:txBody>
          </p:sp>
        </mc:Choice>
        <mc:Fallback>
          <p:sp>
            <p:nvSpPr>
              <p:cNvPr id="28" name="Object 42"/>
              <p:cNvSpPr txBox="1">
                <a:spLocks noRot="1" noChangeAspect="1" noMove="1" noResize="1" noEditPoints="1" noAdjustHandles="1" noChangeArrowheads="1" noChangeShapeType="1" noTextEdit="1"/>
              </p:cNvSpPr>
              <p:nvPr/>
            </p:nvSpPr>
            <p:spPr bwMode="auto">
              <a:xfrm>
                <a:off x="5796897" y="4489578"/>
                <a:ext cx="5495341" cy="974726"/>
              </a:xfrm>
              <a:prstGeom prst="rect">
                <a:avLst/>
              </a:prstGeom>
              <a:blipFill rotWithShape="1">
                <a:blip r:embed="rId9"/>
                <a:stretch>
                  <a:fillRect l="-11" t="-13" r="1" b="13"/>
                </a:stretch>
              </a:blipFill>
              <a:ln>
                <a:noFill/>
              </a:ln>
              <a:effectLst/>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29" name="Object 42"/>
              <p:cNvSpPr txBox="1"/>
              <p:nvPr/>
            </p:nvSpPr>
            <p:spPr bwMode="auto">
              <a:xfrm>
                <a:off x="2409491" y="5470681"/>
                <a:ext cx="1439862" cy="642928"/>
              </a:xfrm>
              <a:prstGeom prst="rect">
                <a:avLst/>
              </a:prstGeom>
              <a:noFill/>
              <a:ln>
                <a:noFill/>
              </a:ln>
              <a:effectLst/>
            </p:spPr>
            <p:txBody>
              <a:bodyPr>
                <a:noAutofit/>
              </a:bodyPr>
              <a:lstStyle/>
              <a:p>
                <a14:m>
                  <m:oMathPara xmlns:m="http://schemas.openxmlformats.org/officeDocument/2006/math">
                    <m:oMathParaPr>
                      <m:jc m:val="left"/>
                    </m:oMathParaPr>
                    <m:oMath xmlns:m="http://schemas.openxmlformats.org/officeDocument/2006/math">
                      <m:limLow>
                        <m:limLowPr>
                          <m:ctrlPr>
                            <a:rPr kumimoji="1" lang="zh-CN" altLang="en-US" sz="2400" i="1">
                              <a:solidFill>
                                <a:schemeClr val="tx1">
                                  <a:lumMod val="95000"/>
                                  <a:lumOff val="5000"/>
                                </a:schemeClr>
                              </a:solidFill>
                              <a:latin typeface="Cambria Math" panose="02040503050406030204" charset="0"/>
                              <a:ea typeface="黑体" panose="02010609060101010101" pitchFamily="49" charset="-122"/>
                            </a:rPr>
                          </m:ctrlPr>
                        </m:limLowPr>
                        <m:e>
                          <m:r>
                            <m:rPr>
                              <m:sty m:val="p"/>
                            </m:rPr>
                            <a:rPr kumimoji="1" lang="zh-CN" altLang="en-US" sz="2400">
                              <a:solidFill>
                                <a:schemeClr val="tx1">
                                  <a:lumMod val="95000"/>
                                  <a:lumOff val="5000"/>
                                </a:schemeClr>
                              </a:solidFill>
                              <a:latin typeface="Cambria Math" panose="02040503050406030204" charset="0"/>
                              <a:ea typeface="黑体" panose="02010609060101010101" pitchFamily="49" charset="-122"/>
                            </a:rPr>
                            <m:t>lim</m:t>
                          </m:r>
                        </m:e>
                        <m:lim>
                          <m:r>
                            <a:rPr kumimoji="1" lang="zh-CN" altLang="en-US" sz="2400">
                              <a:latin typeface="Cambria Math" panose="02040503050406030204" charset="0"/>
                              <a:ea typeface="黑体" panose="02010609060101010101" pitchFamily="49" charset="-122"/>
                              <a:cs typeface="Cambria Math" panose="02040503050406030204" charset="0"/>
                            </a:rPr>
                            <m:t>(</m:t>
                          </m:r>
                          <m:r>
                            <a:rPr kumimoji="1" lang="zh-CN" altLang="en-US" sz="2400">
                              <a:latin typeface="Cambria Math" panose="02040503050406030204" charset="0"/>
                              <a:ea typeface="黑体" panose="02010609060101010101" pitchFamily="49" charset="-122"/>
                              <a:cs typeface="Cambria Math" panose="02040503050406030204" charset="0"/>
                            </a:rPr>
                            <m:t>𝑥</m:t>
                          </m:r>
                          <m:r>
                            <a:rPr kumimoji="1" lang="zh-CN" altLang="en-US" sz="2400">
                              <a:latin typeface="Cambria Math" panose="02040503050406030204" charset="0"/>
                              <a:ea typeface="黑体" panose="02010609060101010101" pitchFamily="49" charset="-122"/>
                              <a:cs typeface="Cambria Math" panose="02040503050406030204" charset="0"/>
                            </a:rPr>
                            <m:t>,</m:t>
                          </m:r>
                          <m:r>
                            <a:rPr kumimoji="1" lang="zh-CN" altLang="en-US" sz="2400">
                              <a:latin typeface="Cambria Math" panose="02040503050406030204" charset="0"/>
                              <a:ea typeface="黑体" panose="02010609060101010101" pitchFamily="49" charset="-122"/>
                              <a:cs typeface="Cambria Math" panose="02040503050406030204" charset="0"/>
                            </a:rPr>
                            <m:t>𝑦</m:t>
                          </m:r>
                          <m:r>
                            <a:rPr kumimoji="1" lang="zh-CN" altLang="en-US" sz="2400">
                              <a:latin typeface="Cambria Math" panose="02040503050406030204" charset="0"/>
                              <a:ea typeface="黑体" panose="02010609060101010101" pitchFamily="49" charset="-122"/>
                              <a:cs typeface="Cambria Math" panose="02040503050406030204" charset="0"/>
                            </a:rPr>
                            <m:t>)→(</m:t>
                          </m:r>
                          <m:r>
                            <a:rPr kumimoji="1" lang="en-US" altLang="zh-CN" sz="2400" i="1">
                              <a:latin typeface="Cambria Math" panose="02040503050406030204" charset="0"/>
                              <a:ea typeface="黑体" panose="02010609060101010101" pitchFamily="49" charset="-122"/>
                              <a:cs typeface="Cambria Math" panose="02040503050406030204" charset="0"/>
                            </a:rPr>
                            <m:t>0</m:t>
                          </m:r>
                          <m:r>
                            <a:rPr kumimoji="1" lang="zh-CN" altLang="en-US" sz="2400">
                              <a:latin typeface="Cambria Math" panose="02040503050406030204" charset="0"/>
                              <a:ea typeface="黑体" panose="02010609060101010101" pitchFamily="49" charset="-122"/>
                              <a:cs typeface="Cambria Math" panose="02040503050406030204" charset="0"/>
                            </a:rPr>
                            <m:t>,</m:t>
                          </m:r>
                          <m:r>
                            <a:rPr kumimoji="1" lang="en-US" altLang="zh-CN" sz="2400" i="1">
                              <a:latin typeface="Cambria Math" panose="02040503050406030204" charset="0"/>
                              <a:ea typeface="黑体" panose="02010609060101010101" pitchFamily="49" charset="-122"/>
                              <a:cs typeface="Cambria Math" panose="02040503050406030204" charset="0"/>
                            </a:rPr>
                            <m:t>0</m:t>
                          </m:r>
                          <m:r>
                            <a:rPr kumimoji="1" lang="zh-CN" altLang="en-US" sz="2400">
                              <a:latin typeface="Cambria Math" panose="02040503050406030204" charset="0"/>
                              <a:ea typeface="黑体" panose="02010609060101010101" pitchFamily="49" charset="-122"/>
                              <a:cs typeface="Cambria Math" panose="02040503050406030204" charset="0"/>
                            </a:rPr>
                            <m:t>)</m:t>
                          </m:r>
                        </m:lim>
                      </m:limLow>
                      <m:r>
                        <a:rPr kumimoji="1" lang="zh-CN" altLang="en-US" sz="2400" i="1">
                          <a:latin typeface="Cambria Math" panose="02040503050406030204" charset="0"/>
                          <a:ea typeface="黑体" panose="02010609060101010101" pitchFamily="49" charset="-122"/>
                          <a:cs typeface="Cambria Math" panose="02040503050406030204" charset="0"/>
                        </a:rPr>
                        <m:t> </m:t>
                      </m:r>
                      <m:sSub>
                        <m:sSubPr>
                          <m:ctrlPr>
                            <a:rPr kumimoji="1" lang="zh-CN" altLang="en-US" sz="2200" i="1">
                              <a:solidFill>
                                <a:schemeClr val="tx1">
                                  <a:lumMod val="95000"/>
                                  <a:lumOff val="5000"/>
                                </a:schemeClr>
                              </a:solidFill>
                              <a:latin typeface="Cambria Math" panose="02040503050406030204" charset="0"/>
                              <a:ea typeface="黑体" panose="02010609060101010101" pitchFamily="49" charset="-122"/>
                            </a:rPr>
                          </m:ctrlPr>
                        </m:sSubPr>
                        <m:e>
                          <m:r>
                            <a:rPr kumimoji="1" lang="zh-CN" altLang="en-US" sz="2200">
                              <a:solidFill>
                                <a:schemeClr val="tx1">
                                  <a:lumMod val="95000"/>
                                  <a:lumOff val="5000"/>
                                </a:schemeClr>
                              </a:solidFill>
                              <a:latin typeface="Cambria Math" panose="02040503050406030204" charset="0"/>
                              <a:ea typeface="黑体" panose="02010609060101010101" pitchFamily="49" charset="-122"/>
                            </a:rPr>
                            <m:t>𝑓</m:t>
                          </m:r>
                        </m:e>
                        <m:sub>
                          <m:r>
                            <a:rPr kumimoji="1" lang="zh-CN" altLang="en-US" sz="2200">
                              <a:solidFill>
                                <a:schemeClr val="tx1">
                                  <a:lumMod val="95000"/>
                                  <a:lumOff val="5000"/>
                                </a:schemeClr>
                              </a:solidFill>
                              <a:latin typeface="Cambria Math" panose="02040503050406030204" charset="0"/>
                              <a:ea typeface="黑体" panose="02010609060101010101" pitchFamily="49" charset="-122"/>
                            </a:rPr>
                            <m:t>𝑥</m:t>
                          </m:r>
                        </m:sub>
                      </m:sSub>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𝑥</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𝑦</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oMath>
                  </m:oMathPara>
                </a14:m>
                <a:endParaRPr kumimoji="1" lang="zh-CN" altLang="en-US" sz="2200" dirty="0">
                  <a:solidFill>
                    <a:schemeClr val="tx1">
                      <a:lumMod val="95000"/>
                      <a:lumOff val="5000"/>
                    </a:schemeClr>
                  </a:solidFill>
                  <a:latin typeface="Cambria Math" panose="02040503050406030204" charset="0"/>
                  <a:ea typeface="黑体" panose="02010609060101010101" pitchFamily="49" charset="-122"/>
                </a:endParaRPr>
              </a:p>
            </p:txBody>
          </p:sp>
        </mc:Choice>
        <mc:Fallback>
          <p:sp>
            <p:nvSpPr>
              <p:cNvPr id="29" name="Object 42"/>
              <p:cNvSpPr txBox="1">
                <a:spLocks noRot="1" noChangeAspect="1" noMove="1" noResize="1" noEditPoints="1" noAdjustHandles="1" noChangeArrowheads="1" noChangeShapeType="1" noTextEdit="1"/>
              </p:cNvSpPr>
              <p:nvPr/>
            </p:nvSpPr>
            <p:spPr bwMode="auto">
              <a:xfrm>
                <a:off x="2409491" y="5470681"/>
                <a:ext cx="1439862" cy="642928"/>
              </a:xfrm>
              <a:prstGeom prst="rect">
                <a:avLst/>
              </a:prstGeom>
              <a:blipFill rotWithShape="1">
                <a:blip r:embed="rId10"/>
                <a:stretch>
                  <a:fillRect l="-21" t="-24" r="-54555" b="72"/>
                </a:stretch>
              </a:blipFill>
              <a:ln>
                <a:noFill/>
              </a:ln>
              <a:effectLst/>
            </p:spPr>
            <p:txBody>
              <a:bodyPr/>
              <a:lstStyle/>
              <a:p>
                <a:r>
                  <a:rPr lang="zh-CN" altLang="en-US">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14"/>
                                        </p:tgtEl>
                                        <p:attrNameLst>
                                          <p:attrName>style.visibility</p:attrName>
                                        </p:attrNameLst>
                                      </p:cBhvr>
                                      <p:to>
                                        <p:strVal val="visible"/>
                                      </p:to>
                                    </p:set>
                                    <p:animEffect transition="in" filter="wipe(left)">
                                      <p:cBhvr>
                                        <p:cTn id="10" dur="500"/>
                                        <p:tgtEl>
                                          <p:spTgt spid="14"/>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15"/>
                                        </p:tgtEl>
                                        <p:attrNameLst>
                                          <p:attrName>style.visibility</p:attrName>
                                        </p:attrNameLst>
                                      </p:cBhvr>
                                      <p:to>
                                        <p:strVal val="visible"/>
                                      </p:to>
                                    </p:set>
                                    <p:animEffect transition="in" filter="wipe(left)">
                                      <p:cBhvr>
                                        <p:cTn id="13" dur="500"/>
                                        <p:tgtEl>
                                          <p:spTgt spid="15"/>
                                        </p:tgtEl>
                                      </p:cBhvr>
                                    </p:animEffect>
                                  </p:childTnLst>
                                </p:cTn>
                              </p:par>
                              <p:par>
                                <p:cTn id="14" presetID="22" presetClass="entr" presetSubtype="8" fill="hold" grpId="0" nodeType="withEffect">
                                  <p:stCondLst>
                                    <p:cond delay="0"/>
                                  </p:stCondLst>
                                  <p:childTnLst>
                                    <p:set>
                                      <p:cBhvr>
                                        <p:cTn id="15" dur="1" fill="hold">
                                          <p:stCondLst>
                                            <p:cond delay="0"/>
                                          </p:stCondLst>
                                        </p:cTn>
                                        <p:tgtEl>
                                          <p:spTgt spid="26"/>
                                        </p:tgtEl>
                                        <p:attrNameLst>
                                          <p:attrName>style.visibility</p:attrName>
                                        </p:attrNameLst>
                                      </p:cBhvr>
                                      <p:to>
                                        <p:strVal val="visible"/>
                                      </p:to>
                                    </p:set>
                                    <p:animEffect transition="in" filter="wipe(left)">
                                      <p:cBhvr>
                                        <p:cTn id="16" dur="500"/>
                                        <p:tgtEl>
                                          <p:spTgt spid="26"/>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4"/>
                                        </p:tgtEl>
                                        <p:attrNameLst>
                                          <p:attrName>style.visibility</p:attrName>
                                        </p:attrNameLst>
                                      </p:cBhvr>
                                      <p:to>
                                        <p:strVal val="visible"/>
                                      </p:to>
                                    </p:set>
                                    <p:animEffect transition="in" filter="wipe(left)">
                                      <p:cBhvr>
                                        <p:cTn id="21" dur="500"/>
                                        <p:tgtEl>
                                          <p:spTgt spid="4"/>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grpId="0" nodeType="clickEffect">
                                  <p:stCondLst>
                                    <p:cond delay="0"/>
                                  </p:stCondLst>
                                  <p:childTnLst>
                                    <p:set>
                                      <p:cBhvr>
                                        <p:cTn id="25" dur="1" fill="hold">
                                          <p:stCondLst>
                                            <p:cond delay="0"/>
                                          </p:stCondLst>
                                        </p:cTn>
                                        <p:tgtEl>
                                          <p:spTgt spid="5"/>
                                        </p:tgtEl>
                                        <p:attrNameLst>
                                          <p:attrName>style.visibility</p:attrName>
                                        </p:attrNameLst>
                                      </p:cBhvr>
                                      <p:to>
                                        <p:strVal val="visible"/>
                                      </p:to>
                                    </p:set>
                                    <p:animEffect transition="in" filter="wipe(left)">
                                      <p:cBhvr>
                                        <p:cTn id="26" dur="500"/>
                                        <p:tgtEl>
                                          <p:spTgt spid="5"/>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grpId="0" nodeType="clickEffect">
                                  <p:stCondLst>
                                    <p:cond delay="0"/>
                                  </p:stCondLst>
                                  <p:childTnLst>
                                    <p:set>
                                      <p:cBhvr>
                                        <p:cTn id="30" dur="1" fill="hold">
                                          <p:stCondLst>
                                            <p:cond delay="0"/>
                                          </p:stCondLst>
                                        </p:cTn>
                                        <p:tgtEl>
                                          <p:spTgt spid="6"/>
                                        </p:tgtEl>
                                        <p:attrNameLst>
                                          <p:attrName>style.visibility</p:attrName>
                                        </p:attrNameLst>
                                      </p:cBhvr>
                                      <p:to>
                                        <p:strVal val="visible"/>
                                      </p:to>
                                    </p:set>
                                    <p:animEffect transition="in" filter="wipe(left)">
                                      <p:cBhvr>
                                        <p:cTn id="31" dur="500"/>
                                        <p:tgtEl>
                                          <p:spTgt spid="6"/>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8" fill="hold" grpId="0" nodeType="clickEffect">
                                  <p:stCondLst>
                                    <p:cond delay="0"/>
                                  </p:stCondLst>
                                  <p:childTnLst>
                                    <p:set>
                                      <p:cBhvr>
                                        <p:cTn id="35" dur="1" fill="hold">
                                          <p:stCondLst>
                                            <p:cond delay="0"/>
                                          </p:stCondLst>
                                        </p:cTn>
                                        <p:tgtEl>
                                          <p:spTgt spid="7"/>
                                        </p:tgtEl>
                                        <p:attrNameLst>
                                          <p:attrName>style.visibility</p:attrName>
                                        </p:attrNameLst>
                                      </p:cBhvr>
                                      <p:to>
                                        <p:strVal val="visible"/>
                                      </p:to>
                                    </p:set>
                                    <p:animEffect transition="in" filter="wipe(left)">
                                      <p:cBhvr>
                                        <p:cTn id="36" dur="500"/>
                                        <p:tgtEl>
                                          <p:spTgt spid="7"/>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8" fill="hold" grpId="0" nodeType="clickEffect">
                                  <p:stCondLst>
                                    <p:cond delay="0"/>
                                  </p:stCondLst>
                                  <p:childTnLst>
                                    <p:set>
                                      <p:cBhvr>
                                        <p:cTn id="40" dur="1" fill="hold">
                                          <p:stCondLst>
                                            <p:cond delay="0"/>
                                          </p:stCondLst>
                                        </p:cTn>
                                        <p:tgtEl>
                                          <p:spTgt spid="27"/>
                                        </p:tgtEl>
                                        <p:attrNameLst>
                                          <p:attrName>style.visibility</p:attrName>
                                        </p:attrNameLst>
                                      </p:cBhvr>
                                      <p:to>
                                        <p:strVal val="visible"/>
                                      </p:to>
                                    </p:set>
                                    <p:animEffect transition="in" filter="wipe(left)">
                                      <p:cBhvr>
                                        <p:cTn id="41" dur="500"/>
                                        <p:tgtEl>
                                          <p:spTgt spid="27"/>
                                        </p:tgtEl>
                                      </p:cBhvr>
                                    </p:animEffect>
                                  </p:childTnLst>
                                </p:cTn>
                              </p:par>
                            </p:childTnLst>
                          </p:cTn>
                        </p:par>
                      </p:childTnLst>
                    </p:cTn>
                  </p:par>
                  <p:par>
                    <p:cTn id="42" fill="hold">
                      <p:stCondLst>
                        <p:cond delay="indefinite"/>
                      </p:stCondLst>
                      <p:childTnLst>
                        <p:par>
                          <p:cTn id="43" fill="hold">
                            <p:stCondLst>
                              <p:cond delay="0"/>
                            </p:stCondLst>
                            <p:childTnLst>
                              <p:par>
                                <p:cTn id="44" presetID="22" presetClass="entr" presetSubtype="8" fill="hold" grpId="0" nodeType="clickEffect">
                                  <p:stCondLst>
                                    <p:cond delay="0"/>
                                  </p:stCondLst>
                                  <p:childTnLst>
                                    <p:set>
                                      <p:cBhvr>
                                        <p:cTn id="45" dur="1" fill="hold">
                                          <p:stCondLst>
                                            <p:cond delay="0"/>
                                          </p:stCondLst>
                                        </p:cTn>
                                        <p:tgtEl>
                                          <p:spTgt spid="28"/>
                                        </p:tgtEl>
                                        <p:attrNameLst>
                                          <p:attrName>style.visibility</p:attrName>
                                        </p:attrNameLst>
                                      </p:cBhvr>
                                      <p:to>
                                        <p:strVal val="visible"/>
                                      </p:to>
                                    </p:set>
                                    <p:animEffect transition="in" filter="wipe(left)">
                                      <p:cBhvr>
                                        <p:cTn id="46" dur="500"/>
                                        <p:tgtEl>
                                          <p:spTgt spid="28"/>
                                        </p:tgtEl>
                                      </p:cBhvr>
                                    </p:animEffect>
                                  </p:childTnLst>
                                </p:cTn>
                              </p:par>
                            </p:childTnLst>
                          </p:cTn>
                        </p:par>
                      </p:childTnLst>
                    </p:cTn>
                  </p:par>
                  <p:par>
                    <p:cTn id="47" fill="hold">
                      <p:stCondLst>
                        <p:cond delay="indefinite"/>
                      </p:stCondLst>
                      <p:childTnLst>
                        <p:par>
                          <p:cTn id="48" fill="hold">
                            <p:stCondLst>
                              <p:cond delay="0"/>
                            </p:stCondLst>
                            <p:childTnLst>
                              <p:par>
                                <p:cTn id="49" presetID="22" presetClass="entr" presetSubtype="8" fill="hold" grpId="0" nodeType="clickEffect">
                                  <p:stCondLst>
                                    <p:cond delay="0"/>
                                  </p:stCondLst>
                                  <p:childTnLst>
                                    <p:set>
                                      <p:cBhvr>
                                        <p:cTn id="50" dur="1" fill="hold">
                                          <p:stCondLst>
                                            <p:cond delay="0"/>
                                          </p:stCondLst>
                                        </p:cTn>
                                        <p:tgtEl>
                                          <p:spTgt spid="10"/>
                                        </p:tgtEl>
                                        <p:attrNameLst>
                                          <p:attrName>style.visibility</p:attrName>
                                        </p:attrNameLst>
                                      </p:cBhvr>
                                      <p:to>
                                        <p:strVal val="visible"/>
                                      </p:to>
                                    </p:set>
                                    <p:animEffect transition="in" filter="wipe(left)">
                                      <p:cBhvr>
                                        <p:cTn id="51" dur="500"/>
                                        <p:tgtEl>
                                          <p:spTgt spid="10"/>
                                        </p:tgtEl>
                                      </p:cBhvr>
                                    </p:animEffect>
                                  </p:childTnLst>
                                </p:cTn>
                              </p:par>
                            </p:childTnLst>
                          </p:cTn>
                        </p:par>
                      </p:childTnLst>
                    </p:cTn>
                  </p:par>
                  <p:par>
                    <p:cTn id="52" fill="hold">
                      <p:stCondLst>
                        <p:cond delay="indefinite"/>
                      </p:stCondLst>
                      <p:childTnLst>
                        <p:par>
                          <p:cTn id="53" fill="hold">
                            <p:stCondLst>
                              <p:cond delay="0"/>
                            </p:stCondLst>
                            <p:childTnLst>
                              <p:par>
                                <p:cTn id="54" presetID="22" presetClass="entr" presetSubtype="8" fill="hold" grpId="0" nodeType="clickEffect">
                                  <p:stCondLst>
                                    <p:cond delay="0"/>
                                  </p:stCondLst>
                                  <p:childTnLst>
                                    <p:set>
                                      <p:cBhvr>
                                        <p:cTn id="55" dur="1" fill="hold">
                                          <p:stCondLst>
                                            <p:cond delay="0"/>
                                          </p:stCondLst>
                                        </p:cTn>
                                        <p:tgtEl>
                                          <p:spTgt spid="29"/>
                                        </p:tgtEl>
                                        <p:attrNameLst>
                                          <p:attrName>style.visibility</p:attrName>
                                        </p:attrNameLst>
                                      </p:cBhvr>
                                      <p:to>
                                        <p:strVal val="visible"/>
                                      </p:to>
                                    </p:set>
                                    <p:animEffect transition="in" filter="wipe(left)">
                                      <p:cBhvr>
                                        <p:cTn id="56" dur="500"/>
                                        <p:tgtEl>
                                          <p:spTgt spid="29"/>
                                        </p:tgtEl>
                                      </p:cBhvr>
                                    </p:animEffect>
                                  </p:childTnLst>
                                </p:cTn>
                              </p:par>
                            </p:childTnLst>
                          </p:cTn>
                        </p:par>
                      </p:childTnLst>
                    </p:cTn>
                  </p:par>
                  <p:par>
                    <p:cTn id="57" fill="hold">
                      <p:stCondLst>
                        <p:cond delay="indefinite"/>
                      </p:stCondLst>
                      <p:childTnLst>
                        <p:par>
                          <p:cTn id="58" fill="hold">
                            <p:stCondLst>
                              <p:cond delay="0"/>
                            </p:stCondLst>
                            <p:childTnLst>
                              <p:par>
                                <p:cTn id="59" presetID="22" presetClass="entr" presetSubtype="8" fill="hold" grpId="0" nodeType="clickEffect">
                                  <p:stCondLst>
                                    <p:cond delay="0"/>
                                  </p:stCondLst>
                                  <p:childTnLst>
                                    <p:set>
                                      <p:cBhvr>
                                        <p:cTn id="60" dur="1" fill="hold">
                                          <p:stCondLst>
                                            <p:cond delay="0"/>
                                          </p:stCondLst>
                                        </p:cTn>
                                        <p:tgtEl>
                                          <p:spTgt spid="12"/>
                                        </p:tgtEl>
                                        <p:attrNameLst>
                                          <p:attrName>style.visibility</p:attrName>
                                        </p:attrNameLst>
                                      </p:cBhvr>
                                      <p:to>
                                        <p:strVal val="visible"/>
                                      </p:to>
                                    </p:set>
                                    <p:animEffect transition="in" filter="wipe(left)">
                                      <p:cBhvr>
                                        <p:cTn id="61" dur="500"/>
                                        <p:tgtEl>
                                          <p:spTgt spid="12"/>
                                        </p:tgtEl>
                                      </p:cBhvr>
                                    </p:animEffect>
                                  </p:childTnLst>
                                </p:cTn>
                              </p:par>
                            </p:childTnLst>
                          </p:cTn>
                        </p:par>
                      </p:childTnLst>
                    </p:cTn>
                  </p:par>
                  <p:par>
                    <p:cTn id="62" fill="hold">
                      <p:stCondLst>
                        <p:cond delay="indefinite"/>
                      </p:stCondLst>
                      <p:childTnLst>
                        <p:par>
                          <p:cTn id="63" fill="hold">
                            <p:stCondLst>
                              <p:cond delay="0"/>
                            </p:stCondLst>
                            <p:childTnLst>
                              <p:par>
                                <p:cTn id="64" presetID="22" presetClass="entr" presetSubtype="8" fill="hold" grpId="0" nodeType="clickEffect">
                                  <p:stCondLst>
                                    <p:cond delay="0"/>
                                  </p:stCondLst>
                                  <p:childTnLst>
                                    <p:set>
                                      <p:cBhvr>
                                        <p:cTn id="65" dur="1" fill="hold">
                                          <p:stCondLst>
                                            <p:cond delay="0"/>
                                          </p:stCondLst>
                                        </p:cTn>
                                        <p:tgtEl>
                                          <p:spTgt spid="13"/>
                                        </p:tgtEl>
                                        <p:attrNameLst>
                                          <p:attrName>style.visibility</p:attrName>
                                        </p:attrNameLst>
                                      </p:cBhvr>
                                      <p:to>
                                        <p:strVal val="visible"/>
                                      </p:to>
                                    </p:set>
                                    <p:animEffect transition="in" filter="wipe(left)">
                                      <p:cBhvr>
                                        <p:cTn id="66"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5" grpId="0"/>
      <p:bldP spid="6" grpId="0"/>
      <p:bldP spid="7" grpId="0"/>
      <p:bldP spid="10" grpId="0"/>
      <p:bldP spid="12" grpId="0"/>
      <p:bldP spid="13" grpId="0"/>
      <p:bldP spid="14" grpId="0"/>
      <p:bldP spid="15" grpId="0"/>
      <p:bldP spid="26" grpId="0" animBg="1"/>
      <p:bldP spid="27" grpId="0"/>
      <p:bldP spid="28" grpId="0"/>
      <p:bldP spid="29"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17" name="矩形 16"/>
              <p:cNvSpPr/>
              <p:nvPr/>
            </p:nvSpPr>
            <p:spPr>
              <a:xfrm>
                <a:off x="687959" y="536260"/>
                <a:ext cx="10817352" cy="5799897"/>
              </a:xfrm>
              <a:prstGeom prst="rect">
                <a:avLst/>
              </a:prstGeom>
              <a:solidFill>
                <a:schemeClr val="bg1"/>
              </a:solidFill>
              <a:ln>
                <a:noFill/>
              </a:ln>
              <a:effectLst>
                <a:outerShdw blurRad="63500" sx="102000" sy="102000" algn="ctr" rotWithShape="0">
                  <a:prstClr val="black">
                    <a:alpha val="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kumimoji="1" lang="en-US" altLang="zh-CN" dirty="0">
                          <a:latin typeface="Cambria Math" panose="02040503050406030204" charset="0"/>
                          <a:ea typeface="黑体" panose="02010609060101010101" pitchFamily="49" charset="-122"/>
                          <a:cs typeface="Cambria Math" panose="02040503050406030204" charset="0"/>
                        </a:rPr>
                        <m:t>,</m:t>
                      </m:r>
                    </m:oMath>
                  </m:oMathPara>
                </a14:m>
                <a:endParaRPr lang="zh-CN" altLang="en-US"/>
              </a:p>
            </p:txBody>
          </p:sp>
        </mc:Choice>
        <mc:Fallback>
          <p:sp>
            <p:nvSpPr>
              <p:cNvPr id="17" name="矩形 16"/>
              <p:cNvSpPr>
                <a:spLocks noRot="1" noChangeAspect="1" noMove="1" noResize="1" noEditPoints="1" noAdjustHandles="1" noChangeArrowheads="1" noChangeShapeType="1" noTextEdit="1"/>
              </p:cNvSpPr>
              <p:nvPr/>
            </p:nvSpPr>
            <p:spPr>
              <a:xfrm>
                <a:off x="687959" y="536260"/>
                <a:ext cx="10817352" cy="5799897"/>
              </a:xfrm>
              <a:prstGeom prst="rect">
                <a:avLst/>
              </a:prstGeom>
              <a:blipFill rotWithShape="1">
                <a:blip r:embed="rId1"/>
                <a:stretch>
                  <a:fillRect l="-1499" t="-1932" r="-1493" b="-1914"/>
                </a:stretch>
              </a:blipFill>
              <a:ln>
                <a:noFill/>
              </a:ln>
              <a:effectLst>
                <a:outerShdw blurRad="63500" sx="102000" sy="102000" algn="ctr" rotWithShape="0">
                  <a:prstClr val="black">
                    <a:alpha val="9000"/>
                  </a:prstClr>
                </a:outerShdw>
              </a:effectLst>
            </p:spPr>
            <p:style>
              <a:lnRef idx="2">
                <a:schemeClr val="accent1">
                  <a:shade val="50000"/>
                </a:schemeClr>
              </a:lnRef>
              <a:fillRef idx="1">
                <a:schemeClr val="accent1"/>
              </a:fillRef>
              <a:effectRef idx="0">
                <a:schemeClr val="accent1"/>
              </a:effectRef>
              <a:fontRef idx="minor">
                <a:schemeClr val="lt1"/>
              </a:fontRef>
            </p:style>
            <p:txBody>
              <a:bodyPr/>
              <a:lstStyle/>
              <a:p>
                <a:r>
                  <a:rPr lang="zh-CN" altLang="en-US">
                    <a:noFill/>
                  </a:rPr>
                  <a:t> </a:t>
                </a:r>
              </a:p>
            </p:txBody>
          </p:sp>
        </mc:Fallback>
      </mc:AlternateContent>
      <p:sp>
        <p:nvSpPr>
          <p:cNvPr id="18" name="半闭框 17"/>
          <p:cNvSpPr/>
          <p:nvPr/>
        </p:nvSpPr>
        <p:spPr>
          <a:xfrm>
            <a:off x="687324" y="536434"/>
            <a:ext cx="681355" cy="739173"/>
          </a:xfrm>
          <a:prstGeom prst="halfFrame">
            <a:avLst>
              <a:gd name="adj1" fmla="val 7739"/>
              <a:gd name="adj2" fmla="val 6987"/>
            </a:avLst>
          </a:prstGeom>
          <a:gradFill flip="none" rotWithShape="1">
            <a:gsLst>
              <a:gs pos="0">
                <a:schemeClr val="bg1"/>
              </a:gs>
              <a:gs pos="46000">
                <a:srgbClr val="039463"/>
              </a:gs>
              <a:gs pos="100000">
                <a:schemeClr val="bg1"/>
              </a:gs>
            </a:gsLst>
            <a:path path="circle">
              <a:fillToRect t="100000" r="100000"/>
            </a:path>
            <a:tileRect l="-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9" name="半闭框 18"/>
          <p:cNvSpPr/>
          <p:nvPr/>
        </p:nvSpPr>
        <p:spPr>
          <a:xfrm flipH="1">
            <a:off x="10823530" y="535820"/>
            <a:ext cx="681146" cy="739134"/>
          </a:xfrm>
          <a:prstGeom prst="halfFrame">
            <a:avLst>
              <a:gd name="adj1" fmla="val 7739"/>
              <a:gd name="adj2" fmla="val 6987"/>
            </a:avLst>
          </a:prstGeom>
          <a:gradFill flip="none" rotWithShape="1">
            <a:gsLst>
              <a:gs pos="0">
                <a:schemeClr val="bg1"/>
              </a:gs>
              <a:gs pos="46000">
                <a:srgbClr val="039463"/>
              </a:gs>
              <a:gs pos="100000">
                <a:schemeClr val="bg1"/>
              </a:gs>
            </a:gsLst>
            <a:path path="circle">
              <a:fillToRect t="100000" r="100000"/>
            </a:path>
            <a:tileRect l="-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20" name="半闭框 19"/>
          <p:cNvSpPr/>
          <p:nvPr/>
        </p:nvSpPr>
        <p:spPr>
          <a:xfrm flipV="1">
            <a:off x="687324" y="5665394"/>
            <a:ext cx="681355" cy="673517"/>
          </a:xfrm>
          <a:prstGeom prst="halfFrame">
            <a:avLst>
              <a:gd name="adj1" fmla="val 7739"/>
              <a:gd name="adj2" fmla="val 6987"/>
            </a:avLst>
          </a:prstGeom>
          <a:gradFill flip="none" rotWithShape="1">
            <a:gsLst>
              <a:gs pos="0">
                <a:schemeClr val="bg1"/>
              </a:gs>
              <a:gs pos="46000">
                <a:srgbClr val="039463"/>
              </a:gs>
              <a:gs pos="100000">
                <a:schemeClr val="bg1"/>
              </a:gs>
            </a:gsLst>
            <a:path path="circle">
              <a:fillToRect t="100000" r="100000"/>
            </a:path>
            <a:tileRect l="-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200">
              <a:solidFill>
                <a:schemeClr val="tx1"/>
              </a:solidFill>
            </a:endParaRPr>
          </a:p>
        </p:txBody>
      </p:sp>
      <p:sp>
        <p:nvSpPr>
          <p:cNvPr id="21" name="半闭框 20"/>
          <p:cNvSpPr/>
          <p:nvPr/>
        </p:nvSpPr>
        <p:spPr>
          <a:xfrm flipH="1" flipV="1">
            <a:off x="10824165" y="5642774"/>
            <a:ext cx="681146" cy="693383"/>
          </a:xfrm>
          <a:prstGeom prst="halfFrame">
            <a:avLst>
              <a:gd name="adj1" fmla="val 7739"/>
              <a:gd name="adj2" fmla="val 6987"/>
            </a:avLst>
          </a:prstGeom>
          <a:gradFill flip="none" rotWithShape="1">
            <a:gsLst>
              <a:gs pos="0">
                <a:schemeClr val="bg1"/>
              </a:gs>
              <a:gs pos="46000">
                <a:srgbClr val="039463"/>
              </a:gs>
              <a:gs pos="100000">
                <a:schemeClr val="bg1"/>
              </a:gs>
            </a:gsLst>
            <a:path path="circle">
              <a:fillToRect t="100000" r="100000"/>
            </a:path>
            <a:tileRect l="-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mc:AlternateContent xmlns:mc="http://schemas.openxmlformats.org/markup-compatibility/2006">
        <mc:Choice xmlns:a14="http://schemas.microsoft.com/office/drawing/2010/main" Requires="a14">
          <p:sp>
            <p:nvSpPr>
              <p:cNvPr id="3" name="Object 5"/>
              <p:cNvSpPr txBox="1"/>
              <p:nvPr/>
            </p:nvSpPr>
            <p:spPr bwMode="auto">
              <a:xfrm>
                <a:off x="2268379" y="624682"/>
                <a:ext cx="8838645" cy="1279525"/>
              </a:xfrm>
              <a:prstGeom prst="rect">
                <a:avLst/>
              </a:prstGeom>
              <a:noFill/>
              <a:ln>
                <a:noFill/>
              </a:ln>
              <a:effectLst/>
            </p:spPr>
            <p:txBody>
              <a:bodyPr>
                <a:noAutofit/>
              </a:bodyPr>
              <a:lstStyle/>
              <a:p>
                <a14:m>
                  <m:oMathPara xmlns:m="http://schemas.openxmlformats.org/officeDocument/2006/math">
                    <m:oMathParaPr>
                      <m:jc m:val="left"/>
                    </m:oMathParaPr>
                    <m:oMath xmlns:m="http://schemas.openxmlformats.org/officeDocument/2006/math">
                      <m:sSub>
                        <m:sSubPr>
                          <m:ctrlPr>
                            <a:rPr kumimoji="1" lang="zh-CN" altLang="en-US" sz="2200" i="1" smtClean="0">
                              <a:solidFill>
                                <a:schemeClr val="tx1">
                                  <a:lumMod val="95000"/>
                                  <a:lumOff val="5000"/>
                                </a:schemeClr>
                              </a:solidFill>
                              <a:latin typeface="Cambria Math" panose="02040503050406030204" charset="0"/>
                              <a:ea typeface="黑体" panose="02010609060101010101" pitchFamily="49" charset="-122"/>
                            </a:rPr>
                          </m:ctrlPr>
                        </m:sSubPr>
                        <m:e>
                          <m:r>
                            <a:rPr kumimoji="1" lang="zh-CN" altLang="en-US" sz="2200">
                              <a:solidFill>
                                <a:schemeClr val="tx1">
                                  <a:lumMod val="95000"/>
                                  <a:lumOff val="5000"/>
                                </a:schemeClr>
                              </a:solidFill>
                              <a:latin typeface="Cambria Math" panose="02040503050406030204" charset="0"/>
                              <a:ea typeface="黑体" panose="02010609060101010101" pitchFamily="49" charset="-122"/>
                            </a:rPr>
                            <m:t>𝑓</m:t>
                          </m:r>
                        </m:e>
                        <m:sub>
                          <m:r>
                            <a:rPr kumimoji="1" lang="zh-CN" altLang="en-US" sz="2200">
                              <a:solidFill>
                                <a:schemeClr val="tx1">
                                  <a:lumMod val="95000"/>
                                  <a:lumOff val="5000"/>
                                </a:schemeClr>
                              </a:solidFill>
                              <a:latin typeface="Cambria Math" panose="02040503050406030204" charset="0"/>
                              <a:ea typeface="黑体" panose="02010609060101010101" pitchFamily="49" charset="-122"/>
                            </a:rPr>
                            <m:t>𝑥</m:t>
                          </m:r>
                        </m:sub>
                      </m:sSub>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𝑥</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𝑦</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d>
                        <m:dPr>
                          <m:begChr m:val="{"/>
                          <m:endChr m:val=""/>
                          <m:ctrlPr>
                            <a:rPr kumimoji="1" lang="zh-CN" altLang="en-US" sz="2200" i="1">
                              <a:solidFill>
                                <a:schemeClr val="tx1">
                                  <a:lumMod val="95000"/>
                                  <a:lumOff val="5000"/>
                                </a:schemeClr>
                              </a:solidFill>
                              <a:latin typeface="Cambria Math" panose="02040503050406030204" charset="0"/>
                              <a:ea typeface="黑体" panose="02010609060101010101" pitchFamily="49" charset="-122"/>
                            </a:rPr>
                          </m:ctrlPr>
                        </m:dPr>
                        <m:e>
                          <m:m>
                            <m:mPr>
                              <m:mcs>
                                <m:mc>
                                  <m:mcPr>
                                    <m:count m:val="1"/>
                                    <m:mcJc m:val="center"/>
                                  </m:mcPr>
                                </m:mc>
                              </m:mcs>
                              <m:plcHide m:val="on"/>
                              <m:ctrlPr>
                                <a:rPr kumimoji="1" lang="zh-CN" altLang="en-US" sz="2200" i="1">
                                  <a:solidFill>
                                    <a:schemeClr val="tx1">
                                      <a:lumMod val="95000"/>
                                      <a:lumOff val="5000"/>
                                    </a:schemeClr>
                                  </a:solidFill>
                                  <a:latin typeface="Cambria Math" panose="02040503050406030204" charset="0"/>
                                  <a:ea typeface="黑体" panose="02010609060101010101" pitchFamily="49" charset="-122"/>
                                </a:rPr>
                              </m:ctrlPr>
                            </m:mPr>
                            <m:mr>
                              <m:e>
                                <m:r>
                                  <a:rPr kumimoji="1" lang="zh-CN" altLang="en-US" sz="2200">
                                    <a:solidFill>
                                      <a:schemeClr val="tx1">
                                        <a:lumMod val="95000"/>
                                        <a:lumOff val="5000"/>
                                      </a:schemeClr>
                                    </a:solidFill>
                                    <a:latin typeface="Cambria Math" panose="02040503050406030204" charset="0"/>
                                    <a:ea typeface="黑体" panose="02010609060101010101" pitchFamily="49" charset="-122"/>
                                  </a:rPr>
                                  <m:t>2</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𝑥</m:t>
                                </m:r>
                                <m:func>
                                  <m:funcPr>
                                    <m:ctrlPr>
                                      <a:rPr kumimoji="1" lang="zh-CN" altLang="en-US" sz="2200" i="1">
                                        <a:solidFill>
                                          <a:schemeClr val="tx1">
                                            <a:lumMod val="95000"/>
                                            <a:lumOff val="5000"/>
                                          </a:schemeClr>
                                        </a:solidFill>
                                        <a:latin typeface="Cambria Math" panose="02040503050406030204" charset="0"/>
                                        <a:ea typeface="黑体" panose="02010609060101010101" pitchFamily="49" charset="-122"/>
                                      </a:rPr>
                                    </m:ctrlPr>
                                  </m:funcPr>
                                  <m:fName>
                                    <m:r>
                                      <m:rPr>
                                        <m:sty m:val="p"/>
                                      </m:rPr>
                                      <a:rPr kumimoji="1" lang="zh-CN" altLang="en-US" sz="2200">
                                        <a:solidFill>
                                          <a:schemeClr val="tx1">
                                            <a:lumMod val="95000"/>
                                            <a:lumOff val="5000"/>
                                          </a:schemeClr>
                                        </a:solidFill>
                                        <a:latin typeface="Cambria Math" panose="02040503050406030204" charset="0"/>
                                        <a:ea typeface="黑体" panose="02010609060101010101" pitchFamily="49" charset="-122"/>
                                      </a:rPr>
                                      <m:t>sin</m:t>
                                    </m:r>
                                  </m:fName>
                                  <m:e>
                                    <m:f>
                                      <m:fPr>
                                        <m:ctrlPr>
                                          <a:rPr kumimoji="1" lang="zh-CN" altLang="en-US" sz="2200" i="1">
                                            <a:solidFill>
                                              <a:schemeClr val="tx1">
                                                <a:lumMod val="95000"/>
                                                <a:lumOff val="5000"/>
                                              </a:schemeClr>
                                            </a:solidFill>
                                            <a:latin typeface="Cambria Math" panose="02040503050406030204" charset="0"/>
                                            <a:ea typeface="黑体" panose="02010609060101010101" pitchFamily="49" charset="-122"/>
                                          </a:rPr>
                                        </m:ctrlPr>
                                      </m:fPr>
                                      <m:num>
                                        <m:r>
                                          <a:rPr kumimoji="1" lang="zh-CN" altLang="en-US" sz="2200">
                                            <a:solidFill>
                                              <a:schemeClr val="tx1">
                                                <a:lumMod val="95000"/>
                                                <a:lumOff val="5000"/>
                                              </a:schemeClr>
                                            </a:solidFill>
                                            <a:latin typeface="Cambria Math" panose="02040503050406030204" charset="0"/>
                                            <a:ea typeface="黑体" panose="02010609060101010101" pitchFamily="49" charset="-122"/>
                                          </a:rPr>
                                          <m:t>1</m:t>
                                        </m:r>
                                      </m:num>
                                      <m:den>
                                        <m:sSup>
                                          <m:sSupPr>
                                            <m:ctrlPr>
                                              <a:rPr kumimoji="1" lang="zh-CN" altLang="en-US" sz="2200" i="1">
                                                <a:solidFill>
                                                  <a:schemeClr val="tx1">
                                                    <a:lumMod val="95000"/>
                                                    <a:lumOff val="5000"/>
                                                  </a:schemeClr>
                                                </a:solidFill>
                                                <a:latin typeface="Cambria Math" panose="02040503050406030204" charset="0"/>
                                                <a:ea typeface="黑体" panose="02010609060101010101" pitchFamily="49" charset="-122"/>
                                              </a:rPr>
                                            </m:ctrlPr>
                                          </m:sSupPr>
                                          <m:e>
                                            <m:r>
                                              <a:rPr kumimoji="1" lang="zh-CN" altLang="en-US" sz="2200">
                                                <a:solidFill>
                                                  <a:schemeClr val="tx1">
                                                    <a:lumMod val="95000"/>
                                                    <a:lumOff val="5000"/>
                                                  </a:schemeClr>
                                                </a:solidFill>
                                                <a:latin typeface="Cambria Math" panose="02040503050406030204" charset="0"/>
                                                <a:ea typeface="黑体" panose="02010609060101010101" pitchFamily="49" charset="-122"/>
                                              </a:rPr>
                                              <m:t>𝑥</m:t>
                                            </m:r>
                                          </m:e>
                                          <m:sup>
                                            <m:r>
                                              <a:rPr kumimoji="1" lang="zh-CN" altLang="en-US" sz="2200">
                                                <a:solidFill>
                                                  <a:schemeClr val="tx1">
                                                    <a:lumMod val="95000"/>
                                                    <a:lumOff val="5000"/>
                                                  </a:schemeClr>
                                                </a:solidFill>
                                                <a:latin typeface="Cambria Math" panose="02040503050406030204" charset="0"/>
                                                <a:ea typeface="黑体" panose="02010609060101010101" pitchFamily="49" charset="-122"/>
                                              </a:rPr>
                                              <m:t>2</m:t>
                                            </m:r>
                                          </m:sup>
                                        </m:sSup>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sSup>
                                          <m:sSupPr>
                                            <m:ctrlPr>
                                              <a:rPr kumimoji="1" lang="zh-CN" altLang="en-US" sz="2200" i="1">
                                                <a:solidFill>
                                                  <a:schemeClr val="tx1">
                                                    <a:lumMod val="95000"/>
                                                    <a:lumOff val="5000"/>
                                                  </a:schemeClr>
                                                </a:solidFill>
                                                <a:latin typeface="Cambria Math" panose="02040503050406030204" charset="0"/>
                                                <a:ea typeface="黑体" panose="02010609060101010101" pitchFamily="49" charset="-122"/>
                                              </a:rPr>
                                            </m:ctrlPr>
                                          </m:sSupPr>
                                          <m:e>
                                            <m:r>
                                              <a:rPr kumimoji="1" lang="zh-CN" altLang="en-US" sz="2200">
                                                <a:solidFill>
                                                  <a:schemeClr val="tx1">
                                                    <a:lumMod val="95000"/>
                                                    <a:lumOff val="5000"/>
                                                  </a:schemeClr>
                                                </a:solidFill>
                                                <a:latin typeface="Cambria Math" panose="02040503050406030204" charset="0"/>
                                                <a:ea typeface="黑体" panose="02010609060101010101" pitchFamily="49" charset="-122"/>
                                              </a:rPr>
                                              <m:t>𝑦</m:t>
                                            </m:r>
                                          </m:e>
                                          <m:sup>
                                            <m:r>
                                              <a:rPr kumimoji="1" lang="zh-CN" altLang="en-US" sz="2200">
                                                <a:solidFill>
                                                  <a:schemeClr val="tx1">
                                                    <a:lumMod val="95000"/>
                                                    <a:lumOff val="5000"/>
                                                  </a:schemeClr>
                                                </a:solidFill>
                                                <a:latin typeface="Cambria Math" panose="02040503050406030204" charset="0"/>
                                                <a:ea typeface="黑体" panose="02010609060101010101" pitchFamily="49" charset="-122"/>
                                              </a:rPr>
                                              <m:t>2</m:t>
                                            </m:r>
                                          </m:sup>
                                        </m:sSup>
                                      </m:den>
                                    </m:f>
                                  </m:e>
                                </m:func>
                                <m:r>
                                  <a:rPr kumimoji="1" lang="en-US" altLang="zh-CN" sz="2200" b="0" i="1" smtClean="0">
                                    <a:solidFill>
                                      <a:schemeClr val="tx1">
                                        <a:lumMod val="95000"/>
                                        <a:lumOff val="5000"/>
                                      </a:schemeClr>
                                    </a:solidFill>
                                    <a:latin typeface="Cambria Math" panose="02040503050406030204" charset="0"/>
                                    <a:ea typeface="黑体" panose="02010609060101010101" pitchFamily="49" charset="-122"/>
                                  </a:rPr>
                                  <m:t> </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en-US" altLang="zh-CN" sz="2200" b="0" i="1" smtClean="0">
                                    <a:solidFill>
                                      <a:schemeClr val="tx1">
                                        <a:lumMod val="95000"/>
                                        <a:lumOff val="5000"/>
                                      </a:schemeClr>
                                    </a:solidFill>
                                    <a:latin typeface="Cambria Math" panose="02040503050406030204" charset="0"/>
                                    <a:ea typeface="黑体" panose="02010609060101010101" pitchFamily="49" charset="-122"/>
                                  </a:rPr>
                                  <m:t> </m:t>
                                </m:r>
                                <m:f>
                                  <m:fPr>
                                    <m:ctrlPr>
                                      <a:rPr kumimoji="1" lang="zh-CN" altLang="en-US" sz="2200" i="1">
                                        <a:solidFill>
                                          <a:schemeClr val="tx1">
                                            <a:lumMod val="95000"/>
                                            <a:lumOff val="5000"/>
                                          </a:schemeClr>
                                        </a:solidFill>
                                        <a:latin typeface="Cambria Math" panose="02040503050406030204" charset="0"/>
                                        <a:ea typeface="黑体" panose="02010609060101010101" pitchFamily="49" charset="-122"/>
                                      </a:rPr>
                                    </m:ctrlPr>
                                  </m:fPr>
                                  <m:num>
                                    <m:r>
                                      <a:rPr kumimoji="1" lang="zh-CN" altLang="en-US" sz="2200">
                                        <a:solidFill>
                                          <a:schemeClr val="tx1">
                                            <a:lumMod val="95000"/>
                                            <a:lumOff val="5000"/>
                                          </a:schemeClr>
                                        </a:solidFill>
                                        <a:latin typeface="Cambria Math" panose="02040503050406030204" charset="0"/>
                                        <a:ea typeface="黑体" panose="02010609060101010101" pitchFamily="49" charset="-122"/>
                                      </a:rPr>
                                      <m:t>2</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𝑥</m:t>
                                    </m:r>
                                  </m:num>
                                  <m:den>
                                    <m:sSup>
                                      <m:sSupPr>
                                        <m:ctrlPr>
                                          <a:rPr kumimoji="1" lang="zh-CN" altLang="en-US" sz="2200" i="1">
                                            <a:solidFill>
                                              <a:schemeClr val="tx1">
                                                <a:lumMod val="95000"/>
                                                <a:lumOff val="5000"/>
                                              </a:schemeClr>
                                            </a:solidFill>
                                            <a:latin typeface="Cambria Math" panose="02040503050406030204" charset="0"/>
                                            <a:ea typeface="黑体" panose="02010609060101010101" pitchFamily="49" charset="-122"/>
                                          </a:rPr>
                                        </m:ctrlPr>
                                      </m:sSupPr>
                                      <m:e>
                                        <m:r>
                                          <a:rPr kumimoji="1" lang="zh-CN" altLang="en-US" sz="2200">
                                            <a:solidFill>
                                              <a:schemeClr val="tx1">
                                                <a:lumMod val="95000"/>
                                                <a:lumOff val="5000"/>
                                              </a:schemeClr>
                                            </a:solidFill>
                                            <a:latin typeface="Cambria Math" panose="02040503050406030204" charset="0"/>
                                            <a:ea typeface="黑体" panose="02010609060101010101" pitchFamily="49" charset="-122"/>
                                          </a:rPr>
                                          <m:t>𝑥</m:t>
                                        </m:r>
                                      </m:e>
                                      <m:sup>
                                        <m:r>
                                          <a:rPr kumimoji="1" lang="zh-CN" altLang="en-US" sz="2200">
                                            <a:solidFill>
                                              <a:schemeClr val="tx1">
                                                <a:lumMod val="95000"/>
                                                <a:lumOff val="5000"/>
                                              </a:schemeClr>
                                            </a:solidFill>
                                            <a:latin typeface="Cambria Math" panose="02040503050406030204" charset="0"/>
                                            <a:ea typeface="黑体" panose="02010609060101010101" pitchFamily="49" charset="-122"/>
                                          </a:rPr>
                                          <m:t>2</m:t>
                                        </m:r>
                                      </m:sup>
                                    </m:sSup>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sSup>
                                      <m:sSupPr>
                                        <m:ctrlPr>
                                          <a:rPr kumimoji="1" lang="zh-CN" altLang="en-US" sz="2200" i="1">
                                            <a:solidFill>
                                              <a:schemeClr val="tx1">
                                                <a:lumMod val="95000"/>
                                                <a:lumOff val="5000"/>
                                              </a:schemeClr>
                                            </a:solidFill>
                                            <a:latin typeface="Cambria Math" panose="02040503050406030204" charset="0"/>
                                            <a:ea typeface="黑体" panose="02010609060101010101" pitchFamily="49" charset="-122"/>
                                          </a:rPr>
                                        </m:ctrlPr>
                                      </m:sSupPr>
                                      <m:e>
                                        <m:r>
                                          <a:rPr kumimoji="1" lang="zh-CN" altLang="en-US" sz="2200">
                                            <a:solidFill>
                                              <a:schemeClr val="tx1">
                                                <a:lumMod val="95000"/>
                                                <a:lumOff val="5000"/>
                                              </a:schemeClr>
                                            </a:solidFill>
                                            <a:latin typeface="Cambria Math" panose="02040503050406030204" charset="0"/>
                                            <a:ea typeface="黑体" panose="02010609060101010101" pitchFamily="49" charset="-122"/>
                                          </a:rPr>
                                          <m:t>𝑦</m:t>
                                        </m:r>
                                      </m:e>
                                      <m:sup>
                                        <m:r>
                                          <a:rPr kumimoji="1" lang="zh-CN" altLang="en-US" sz="2200">
                                            <a:solidFill>
                                              <a:schemeClr val="tx1">
                                                <a:lumMod val="95000"/>
                                                <a:lumOff val="5000"/>
                                              </a:schemeClr>
                                            </a:solidFill>
                                            <a:latin typeface="Cambria Math" panose="02040503050406030204" charset="0"/>
                                            <a:ea typeface="黑体" panose="02010609060101010101" pitchFamily="49" charset="-122"/>
                                          </a:rPr>
                                          <m:t>2</m:t>
                                        </m:r>
                                      </m:sup>
                                    </m:sSup>
                                  </m:den>
                                </m:f>
                                <m:r>
                                  <a:rPr kumimoji="1" lang="en-US" altLang="zh-CN" sz="2200" b="0" i="1" smtClean="0">
                                    <a:solidFill>
                                      <a:schemeClr val="tx1">
                                        <a:lumMod val="95000"/>
                                        <a:lumOff val="5000"/>
                                      </a:schemeClr>
                                    </a:solidFill>
                                    <a:latin typeface="Cambria Math" panose="02040503050406030204" charset="0"/>
                                    <a:ea typeface="黑体" panose="02010609060101010101" pitchFamily="49" charset="-122"/>
                                  </a:rPr>
                                  <m:t> </m:t>
                                </m:r>
                                <m:func>
                                  <m:funcPr>
                                    <m:ctrlPr>
                                      <a:rPr kumimoji="1" lang="zh-CN" altLang="en-US" sz="2200" i="1">
                                        <a:solidFill>
                                          <a:schemeClr val="tx1">
                                            <a:lumMod val="95000"/>
                                            <a:lumOff val="5000"/>
                                          </a:schemeClr>
                                        </a:solidFill>
                                        <a:latin typeface="Cambria Math" panose="02040503050406030204" charset="0"/>
                                        <a:ea typeface="黑体" panose="02010609060101010101" pitchFamily="49" charset="-122"/>
                                      </a:rPr>
                                    </m:ctrlPr>
                                  </m:funcPr>
                                  <m:fName>
                                    <m:r>
                                      <m:rPr>
                                        <m:sty m:val="p"/>
                                      </m:rPr>
                                      <a:rPr kumimoji="1" lang="zh-CN" altLang="en-US" sz="2200">
                                        <a:solidFill>
                                          <a:schemeClr val="tx1">
                                            <a:lumMod val="95000"/>
                                            <a:lumOff val="5000"/>
                                          </a:schemeClr>
                                        </a:solidFill>
                                        <a:latin typeface="Cambria Math" panose="02040503050406030204" charset="0"/>
                                        <a:ea typeface="黑体" panose="02010609060101010101" pitchFamily="49" charset="-122"/>
                                      </a:rPr>
                                      <m:t>cos</m:t>
                                    </m:r>
                                  </m:fName>
                                  <m:e>
                                    <m:r>
                                      <a:rPr kumimoji="1" lang="en-US" altLang="zh-CN" sz="2200" b="0" i="1" smtClean="0">
                                        <a:solidFill>
                                          <a:schemeClr val="tx1">
                                            <a:lumMod val="95000"/>
                                            <a:lumOff val="5000"/>
                                          </a:schemeClr>
                                        </a:solidFill>
                                        <a:latin typeface="Cambria Math" panose="02040503050406030204" charset="0"/>
                                        <a:ea typeface="黑体" panose="02010609060101010101" pitchFamily="49" charset="-122"/>
                                      </a:rPr>
                                      <m:t> </m:t>
                                    </m:r>
                                    <m:f>
                                      <m:fPr>
                                        <m:ctrlPr>
                                          <a:rPr kumimoji="1" lang="zh-CN" altLang="en-US" sz="2200" i="1">
                                            <a:solidFill>
                                              <a:schemeClr val="tx1">
                                                <a:lumMod val="95000"/>
                                                <a:lumOff val="5000"/>
                                              </a:schemeClr>
                                            </a:solidFill>
                                            <a:latin typeface="Cambria Math" panose="02040503050406030204" charset="0"/>
                                            <a:ea typeface="黑体" panose="02010609060101010101" pitchFamily="49" charset="-122"/>
                                          </a:rPr>
                                        </m:ctrlPr>
                                      </m:fPr>
                                      <m:num>
                                        <m:r>
                                          <a:rPr kumimoji="1" lang="zh-CN" altLang="en-US" sz="2200">
                                            <a:solidFill>
                                              <a:schemeClr val="tx1">
                                                <a:lumMod val="95000"/>
                                                <a:lumOff val="5000"/>
                                              </a:schemeClr>
                                            </a:solidFill>
                                            <a:latin typeface="Cambria Math" panose="02040503050406030204" charset="0"/>
                                            <a:ea typeface="黑体" panose="02010609060101010101" pitchFamily="49" charset="-122"/>
                                          </a:rPr>
                                          <m:t>1</m:t>
                                        </m:r>
                                      </m:num>
                                      <m:den>
                                        <m:sSup>
                                          <m:sSupPr>
                                            <m:ctrlPr>
                                              <a:rPr kumimoji="1" lang="zh-CN" altLang="en-US" sz="2200" i="1">
                                                <a:solidFill>
                                                  <a:schemeClr val="tx1">
                                                    <a:lumMod val="95000"/>
                                                    <a:lumOff val="5000"/>
                                                  </a:schemeClr>
                                                </a:solidFill>
                                                <a:latin typeface="Cambria Math" panose="02040503050406030204" charset="0"/>
                                                <a:ea typeface="黑体" panose="02010609060101010101" pitchFamily="49" charset="-122"/>
                                              </a:rPr>
                                            </m:ctrlPr>
                                          </m:sSupPr>
                                          <m:e>
                                            <m:r>
                                              <a:rPr kumimoji="1" lang="zh-CN" altLang="en-US" sz="2200">
                                                <a:solidFill>
                                                  <a:schemeClr val="tx1">
                                                    <a:lumMod val="95000"/>
                                                    <a:lumOff val="5000"/>
                                                  </a:schemeClr>
                                                </a:solidFill>
                                                <a:latin typeface="Cambria Math" panose="02040503050406030204" charset="0"/>
                                                <a:ea typeface="黑体" panose="02010609060101010101" pitchFamily="49" charset="-122"/>
                                              </a:rPr>
                                              <m:t>𝑥</m:t>
                                            </m:r>
                                          </m:e>
                                          <m:sup>
                                            <m:r>
                                              <a:rPr kumimoji="1" lang="zh-CN" altLang="en-US" sz="2200">
                                                <a:solidFill>
                                                  <a:schemeClr val="tx1">
                                                    <a:lumMod val="95000"/>
                                                    <a:lumOff val="5000"/>
                                                  </a:schemeClr>
                                                </a:solidFill>
                                                <a:latin typeface="Cambria Math" panose="02040503050406030204" charset="0"/>
                                                <a:ea typeface="黑体" panose="02010609060101010101" pitchFamily="49" charset="-122"/>
                                              </a:rPr>
                                              <m:t>2</m:t>
                                            </m:r>
                                          </m:sup>
                                        </m:sSup>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sSup>
                                          <m:sSupPr>
                                            <m:ctrlPr>
                                              <a:rPr kumimoji="1" lang="zh-CN" altLang="en-US" sz="2200" i="1">
                                                <a:solidFill>
                                                  <a:schemeClr val="tx1">
                                                    <a:lumMod val="95000"/>
                                                    <a:lumOff val="5000"/>
                                                  </a:schemeClr>
                                                </a:solidFill>
                                                <a:latin typeface="Cambria Math" panose="02040503050406030204" charset="0"/>
                                                <a:ea typeface="黑体" panose="02010609060101010101" pitchFamily="49" charset="-122"/>
                                              </a:rPr>
                                            </m:ctrlPr>
                                          </m:sSupPr>
                                          <m:e>
                                            <m:r>
                                              <a:rPr kumimoji="1" lang="zh-CN" altLang="en-US" sz="2200">
                                                <a:solidFill>
                                                  <a:schemeClr val="tx1">
                                                    <a:lumMod val="95000"/>
                                                    <a:lumOff val="5000"/>
                                                  </a:schemeClr>
                                                </a:solidFill>
                                                <a:latin typeface="Cambria Math" panose="02040503050406030204" charset="0"/>
                                                <a:ea typeface="黑体" panose="02010609060101010101" pitchFamily="49" charset="-122"/>
                                              </a:rPr>
                                              <m:t>𝑦</m:t>
                                            </m:r>
                                          </m:e>
                                          <m:sup>
                                            <m:r>
                                              <a:rPr kumimoji="1" lang="zh-CN" altLang="en-US" sz="2200">
                                                <a:solidFill>
                                                  <a:schemeClr val="tx1">
                                                    <a:lumMod val="95000"/>
                                                    <a:lumOff val="5000"/>
                                                  </a:schemeClr>
                                                </a:solidFill>
                                                <a:latin typeface="Cambria Math" panose="02040503050406030204" charset="0"/>
                                                <a:ea typeface="黑体" panose="02010609060101010101" pitchFamily="49" charset="-122"/>
                                              </a:rPr>
                                              <m:t>2</m:t>
                                            </m:r>
                                          </m:sup>
                                        </m:sSup>
                                      </m:den>
                                    </m:f>
                                  </m:e>
                                </m:func>
                                <m:r>
                                  <a:rPr kumimoji="1" lang="en-US" altLang="zh-CN" sz="2200" b="0" i="0" smtClean="0">
                                    <a:solidFill>
                                      <a:schemeClr val="tx1">
                                        <a:lumMod val="95000"/>
                                        <a:lumOff val="5000"/>
                                      </a:schemeClr>
                                    </a:solidFill>
                                    <a:latin typeface="Cambria Math" panose="02040503050406030204" charset="0"/>
                                    <a:ea typeface="黑体" panose="02010609060101010101" pitchFamily="49" charset="-122"/>
                                  </a:rPr>
                                  <m:t> </m:t>
                                </m:r>
                                <m:r>
                                  <a:rPr kumimoji="1" lang="zh-CN" altLang="en-US" sz="2200">
                                    <a:solidFill>
                                      <a:schemeClr val="tx1">
                                        <a:lumMod val="95000"/>
                                        <a:lumOff val="5000"/>
                                      </a:schemeClr>
                                    </a:solidFill>
                                    <a:latin typeface="Cambria Math" panose="02040503050406030204" charset="0"/>
                                    <a:ea typeface="黑体" panose="02010609060101010101" pitchFamily="49" charset="-122"/>
                                  </a:rPr>
                                  <m:t>, </m:t>
                                </m:r>
                                <m:sSup>
                                  <m:sSupPr>
                                    <m:ctrlPr>
                                      <a:rPr kumimoji="1" lang="zh-CN" altLang="en-US" sz="2200" i="1">
                                        <a:solidFill>
                                          <a:schemeClr val="tx1">
                                            <a:lumMod val="95000"/>
                                            <a:lumOff val="5000"/>
                                          </a:schemeClr>
                                        </a:solidFill>
                                        <a:latin typeface="Cambria Math" panose="02040503050406030204" charset="0"/>
                                        <a:ea typeface="黑体" panose="02010609060101010101" pitchFamily="49" charset="-122"/>
                                      </a:rPr>
                                    </m:ctrlPr>
                                  </m:sSupPr>
                                  <m:e>
                                    <m:r>
                                      <a:rPr kumimoji="1" lang="zh-CN" altLang="en-US" sz="2200">
                                        <a:solidFill>
                                          <a:schemeClr val="tx1">
                                            <a:lumMod val="95000"/>
                                            <a:lumOff val="5000"/>
                                          </a:schemeClr>
                                        </a:solidFill>
                                        <a:latin typeface="Cambria Math" panose="02040503050406030204" charset="0"/>
                                        <a:ea typeface="黑体" panose="02010609060101010101" pitchFamily="49" charset="-122"/>
                                      </a:rPr>
                                      <m:t>𝑥</m:t>
                                    </m:r>
                                  </m:e>
                                  <m:sup>
                                    <m:r>
                                      <a:rPr kumimoji="1" lang="zh-CN" altLang="en-US" sz="2200">
                                        <a:solidFill>
                                          <a:schemeClr val="tx1">
                                            <a:lumMod val="95000"/>
                                            <a:lumOff val="5000"/>
                                          </a:schemeClr>
                                        </a:solidFill>
                                        <a:latin typeface="Cambria Math" panose="02040503050406030204" charset="0"/>
                                        <a:ea typeface="黑体" panose="02010609060101010101" pitchFamily="49" charset="-122"/>
                                      </a:rPr>
                                      <m:t>2</m:t>
                                    </m:r>
                                  </m:sup>
                                </m:sSup>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sSup>
                                  <m:sSupPr>
                                    <m:ctrlPr>
                                      <a:rPr kumimoji="1" lang="zh-CN" altLang="en-US" sz="2200" i="1">
                                        <a:solidFill>
                                          <a:schemeClr val="tx1">
                                            <a:lumMod val="95000"/>
                                            <a:lumOff val="5000"/>
                                          </a:schemeClr>
                                        </a:solidFill>
                                        <a:latin typeface="Cambria Math" panose="02040503050406030204" charset="0"/>
                                        <a:ea typeface="黑体" panose="02010609060101010101" pitchFamily="49" charset="-122"/>
                                      </a:rPr>
                                    </m:ctrlPr>
                                  </m:sSupPr>
                                  <m:e>
                                    <m:r>
                                      <a:rPr kumimoji="1" lang="zh-CN" altLang="en-US" sz="2200">
                                        <a:solidFill>
                                          <a:schemeClr val="tx1">
                                            <a:lumMod val="95000"/>
                                            <a:lumOff val="5000"/>
                                          </a:schemeClr>
                                        </a:solidFill>
                                        <a:latin typeface="Cambria Math" panose="02040503050406030204" charset="0"/>
                                        <a:ea typeface="黑体" panose="02010609060101010101" pitchFamily="49" charset="-122"/>
                                      </a:rPr>
                                      <m:t>𝑦</m:t>
                                    </m:r>
                                  </m:e>
                                  <m:sup>
                                    <m:r>
                                      <a:rPr kumimoji="1" lang="zh-CN" altLang="en-US" sz="2200">
                                        <a:solidFill>
                                          <a:schemeClr val="tx1">
                                            <a:lumMod val="95000"/>
                                            <a:lumOff val="5000"/>
                                          </a:schemeClr>
                                        </a:solidFill>
                                        <a:latin typeface="Cambria Math" panose="02040503050406030204" charset="0"/>
                                        <a:ea typeface="黑体" panose="02010609060101010101" pitchFamily="49" charset="-122"/>
                                      </a:rPr>
                                      <m:t>2</m:t>
                                    </m:r>
                                  </m:sup>
                                </m:sSup>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rPr>
                                  <m:t>0</m:t>
                                </m:r>
                              </m:e>
                            </m:mr>
                            <m:mr>
                              <m:e>
                                <m:r>
                                  <a:rPr kumimoji="1" lang="zh-CN" altLang="en-US" sz="2200">
                                    <a:solidFill>
                                      <a:schemeClr val="tx1">
                                        <a:lumMod val="95000"/>
                                        <a:lumOff val="5000"/>
                                      </a:schemeClr>
                                    </a:solidFill>
                                    <a:latin typeface="Cambria Math" panose="02040503050406030204" charset="0"/>
                                    <a:ea typeface="黑体" panose="02010609060101010101" pitchFamily="49" charset="-122"/>
                                  </a:rPr>
                                  <m:t>0</m:t>
                                </m:r>
                                <m:r>
                                  <a:rPr kumimoji="1" lang="zh-CN" altLang="en-US" sz="2200">
                                    <a:solidFill>
                                      <a:schemeClr val="tx1">
                                        <a:lumMod val="95000"/>
                                        <a:lumOff val="5000"/>
                                      </a:schemeClr>
                                    </a:solidFill>
                                    <a:latin typeface="Cambria Math" panose="02040503050406030204" charset="0"/>
                                    <a:ea typeface="黑体" panose="02010609060101010101" pitchFamily="49" charset="-122"/>
                                  </a:rPr>
                                  <m:t>,                                            </m:t>
                                </m:r>
                                <m:r>
                                  <a:rPr kumimoji="1" lang="en-US" altLang="zh-CN" sz="2200" b="0" i="0" smtClean="0">
                                    <a:solidFill>
                                      <a:schemeClr val="tx1">
                                        <a:lumMod val="95000"/>
                                        <a:lumOff val="5000"/>
                                      </a:schemeClr>
                                    </a:solidFill>
                                    <a:latin typeface="Cambria Math" panose="02040503050406030204" charset="0"/>
                                    <a:ea typeface="黑体" panose="02010609060101010101" pitchFamily="49" charset="-122"/>
                                  </a:rPr>
                                  <m:t>      </m:t>
                                </m:r>
                                <m:r>
                                  <a:rPr kumimoji="1" lang="zh-CN" altLang="en-US" sz="2200">
                                    <a:solidFill>
                                      <a:schemeClr val="tx1">
                                        <a:lumMod val="95000"/>
                                        <a:lumOff val="5000"/>
                                      </a:schemeClr>
                                    </a:solidFill>
                                    <a:latin typeface="Cambria Math" panose="02040503050406030204" charset="0"/>
                                    <a:ea typeface="黑体" panose="02010609060101010101" pitchFamily="49" charset="-122"/>
                                  </a:rPr>
                                  <m:t>  </m:t>
                                </m:r>
                                <m:sSup>
                                  <m:sSupPr>
                                    <m:ctrlPr>
                                      <a:rPr kumimoji="1" lang="zh-CN" altLang="en-US" sz="2200" i="1">
                                        <a:solidFill>
                                          <a:schemeClr val="tx1">
                                            <a:lumMod val="95000"/>
                                            <a:lumOff val="5000"/>
                                          </a:schemeClr>
                                        </a:solidFill>
                                        <a:latin typeface="Cambria Math" panose="02040503050406030204" charset="0"/>
                                        <a:ea typeface="黑体" panose="02010609060101010101" pitchFamily="49" charset="-122"/>
                                      </a:rPr>
                                    </m:ctrlPr>
                                  </m:sSupPr>
                                  <m:e>
                                    <m:r>
                                      <a:rPr kumimoji="1" lang="zh-CN" altLang="en-US" sz="2200">
                                        <a:solidFill>
                                          <a:schemeClr val="tx1">
                                            <a:lumMod val="95000"/>
                                            <a:lumOff val="5000"/>
                                          </a:schemeClr>
                                        </a:solidFill>
                                        <a:latin typeface="Cambria Math" panose="02040503050406030204" charset="0"/>
                                        <a:ea typeface="黑体" panose="02010609060101010101" pitchFamily="49" charset="-122"/>
                                      </a:rPr>
                                      <m:t>𝑥</m:t>
                                    </m:r>
                                  </m:e>
                                  <m:sup>
                                    <m:r>
                                      <a:rPr kumimoji="1" lang="zh-CN" altLang="en-US" sz="2200">
                                        <a:solidFill>
                                          <a:schemeClr val="tx1">
                                            <a:lumMod val="95000"/>
                                            <a:lumOff val="5000"/>
                                          </a:schemeClr>
                                        </a:solidFill>
                                        <a:latin typeface="Cambria Math" panose="02040503050406030204" charset="0"/>
                                        <a:ea typeface="黑体" panose="02010609060101010101" pitchFamily="49" charset="-122"/>
                                      </a:rPr>
                                      <m:t>2</m:t>
                                    </m:r>
                                  </m:sup>
                                </m:sSup>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sSup>
                                  <m:sSupPr>
                                    <m:ctrlPr>
                                      <a:rPr kumimoji="1" lang="zh-CN" altLang="en-US" sz="2200" i="1">
                                        <a:solidFill>
                                          <a:schemeClr val="tx1">
                                            <a:lumMod val="95000"/>
                                            <a:lumOff val="5000"/>
                                          </a:schemeClr>
                                        </a:solidFill>
                                        <a:latin typeface="Cambria Math" panose="02040503050406030204" charset="0"/>
                                        <a:ea typeface="黑体" panose="02010609060101010101" pitchFamily="49" charset="-122"/>
                                      </a:rPr>
                                    </m:ctrlPr>
                                  </m:sSupPr>
                                  <m:e>
                                    <m:r>
                                      <a:rPr kumimoji="1" lang="zh-CN" altLang="en-US" sz="2200">
                                        <a:solidFill>
                                          <a:schemeClr val="tx1">
                                            <a:lumMod val="95000"/>
                                            <a:lumOff val="5000"/>
                                          </a:schemeClr>
                                        </a:solidFill>
                                        <a:latin typeface="Cambria Math" panose="02040503050406030204" charset="0"/>
                                        <a:ea typeface="黑体" panose="02010609060101010101" pitchFamily="49" charset="-122"/>
                                      </a:rPr>
                                      <m:t>𝑦</m:t>
                                    </m:r>
                                  </m:e>
                                  <m:sup>
                                    <m:r>
                                      <a:rPr kumimoji="1" lang="zh-CN" altLang="en-US" sz="2200">
                                        <a:solidFill>
                                          <a:schemeClr val="tx1">
                                            <a:lumMod val="95000"/>
                                            <a:lumOff val="5000"/>
                                          </a:schemeClr>
                                        </a:solidFill>
                                        <a:latin typeface="Cambria Math" panose="02040503050406030204" charset="0"/>
                                        <a:ea typeface="黑体" panose="02010609060101010101" pitchFamily="49" charset="-122"/>
                                      </a:rPr>
                                      <m:t>2</m:t>
                                    </m:r>
                                  </m:sup>
                                </m:sSup>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rPr>
                                  <m:t>0</m:t>
                                </m:r>
                              </m:e>
                            </m:mr>
                          </m:m>
                        </m:e>
                      </m:d>
                    </m:oMath>
                  </m:oMathPara>
                </a14:m>
                <a:endParaRPr kumimoji="1" lang="zh-CN" altLang="en-US" sz="2200" dirty="0">
                  <a:solidFill>
                    <a:schemeClr val="tx1">
                      <a:lumMod val="95000"/>
                      <a:lumOff val="5000"/>
                    </a:schemeClr>
                  </a:solidFill>
                  <a:latin typeface="Cambria Math" panose="02040503050406030204" charset="0"/>
                  <a:ea typeface="黑体" panose="02010609060101010101" pitchFamily="49" charset="-122"/>
                </a:endParaRPr>
              </a:p>
            </p:txBody>
          </p:sp>
        </mc:Choice>
        <mc:Fallback>
          <p:sp>
            <p:nvSpPr>
              <p:cNvPr id="3" name="Object 5"/>
              <p:cNvSpPr txBox="1">
                <a:spLocks noRot="1" noChangeAspect="1" noMove="1" noResize="1" noEditPoints="1" noAdjustHandles="1" noChangeArrowheads="1" noChangeShapeType="1" noTextEdit="1"/>
              </p:cNvSpPr>
              <p:nvPr/>
            </p:nvSpPr>
            <p:spPr bwMode="auto">
              <a:xfrm>
                <a:off x="2268379" y="624682"/>
                <a:ext cx="8838645" cy="1279525"/>
              </a:xfrm>
              <a:prstGeom prst="rect">
                <a:avLst/>
              </a:prstGeom>
              <a:blipFill rotWithShape="1">
                <a:blip r:embed="rId2"/>
                <a:stretch>
                  <a:fillRect l="-2" t="-37" r="3" b="37"/>
                </a:stretch>
              </a:blipFill>
              <a:ln>
                <a:noFill/>
              </a:ln>
              <a:effectLst/>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4" name="Object 6"/>
              <p:cNvSpPr txBox="1"/>
              <p:nvPr/>
            </p:nvSpPr>
            <p:spPr bwMode="auto">
              <a:xfrm>
                <a:off x="2246153" y="1935162"/>
                <a:ext cx="8491755" cy="1279525"/>
              </a:xfrm>
              <a:prstGeom prst="rect">
                <a:avLst/>
              </a:prstGeom>
              <a:noFill/>
              <a:ln>
                <a:noFill/>
              </a:ln>
              <a:effectLst/>
            </p:spPr>
            <p:txBody>
              <a:bodyPr>
                <a:noAutofit/>
              </a:bodyPr>
              <a:lstStyle/>
              <a:p>
                <a14:m>
                  <m:oMathPara xmlns:m="http://schemas.openxmlformats.org/officeDocument/2006/math">
                    <m:oMathParaPr>
                      <m:jc m:val="left"/>
                    </m:oMathParaPr>
                    <m:oMath xmlns:m="http://schemas.openxmlformats.org/officeDocument/2006/math">
                      <m:sSub>
                        <m:sSubPr>
                          <m:ctrlPr>
                            <a:rPr kumimoji="1" lang="zh-CN" altLang="en-US" sz="2200" i="1" smtClean="0">
                              <a:solidFill>
                                <a:schemeClr val="tx1">
                                  <a:lumMod val="95000"/>
                                  <a:lumOff val="5000"/>
                                </a:schemeClr>
                              </a:solidFill>
                              <a:latin typeface="Cambria Math" panose="02040503050406030204" charset="0"/>
                              <a:ea typeface="黑体" panose="02010609060101010101" pitchFamily="49" charset="-122"/>
                            </a:rPr>
                          </m:ctrlPr>
                        </m:sSubPr>
                        <m:e>
                          <m:r>
                            <a:rPr kumimoji="1" lang="zh-CN" altLang="en-US" sz="2200">
                              <a:solidFill>
                                <a:schemeClr val="tx1">
                                  <a:lumMod val="95000"/>
                                  <a:lumOff val="5000"/>
                                </a:schemeClr>
                              </a:solidFill>
                              <a:latin typeface="Cambria Math" panose="02040503050406030204" charset="0"/>
                              <a:ea typeface="黑体" panose="02010609060101010101" pitchFamily="49" charset="-122"/>
                            </a:rPr>
                            <m:t>𝑓</m:t>
                          </m:r>
                        </m:e>
                        <m:sub>
                          <m:r>
                            <a:rPr kumimoji="1" lang="zh-CN" altLang="en-US" sz="2200">
                              <a:solidFill>
                                <a:schemeClr val="tx1">
                                  <a:lumMod val="95000"/>
                                  <a:lumOff val="5000"/>
                                </a:schemeClr>
                              </a:solidFill>
                              <a:latin typeface="Cambria Math" panose="02040503050406030204" charset="0"/>
                              <a:ea typeface="黑体" panose="02010609060101010101" pitchFamily="49" charset="-122"/>
                            </a:rPr>
                            <m:t>𝑦</m:t>
                          </m:r>
                        </m:sub>
                      </m:sSub>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𝑥</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𝑦</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d>
                        <m:dPr>
                          <m:begChr m:val="{"/>
                          <m:endChr m:val=""/>
                          <m:ctrlPr>
                            <a:rPr kumimoji="1" lang="zh-CN" altLang="en-US" sz="2200" i="1">
                              <a:solidFill>
                                <a:schemeClr val="tx1">
                                  <a:lumMod val="95000"/>
                                  <a:lumOff val="5000"/>
                                </a:schemeClr>
                              </a:solidFill>
                              <a:latin typeface="Cambria Math" panose="02040503050406030204" charset="0"/>
                              <a:ea typeface="黑体" panose="02010609060101010101" pitchFamily="49" charset="-122"/>
                            </a:rPr>
                          </m:ctrlPr>
                        </m:dPr>
                        <m:e>
                          <m:m>
                            <m:mPr>
                              <m:mcs>
                                <m:mc>
                                  <m:mcPr>
                                    <m:count m:val="1"/>
                                    <m:mcJc m:val="center"/>
                                  </m:mcPr>
                                </m:mc>
                              </m:mcs>
                              <m:plcHide m:val="on"/>
                              <m:ctrlPr>
                                <a:rPr kumimoji="1" lang="zh-CN" altLang="en-US" sz="2200" i="1">
                                  <a:solidFill>
                                    <a:schemeClr val="tx1">
                                      <a:lumMod val="95000"/>
                                      <a:lumOff val="5000"/>
                                    </a:schemeClr>
                                  </a:solidFill>
                                  <a:latin typeface="Cambria Math" panose="02040503050406030204" charset="0"/>
                                  <a:ea typeface="黑体" panose="02010609060101010101" pitchFamily="49" charset="-122"/>
                                </a:rPr>
                              </m:ctrlPr>
                            </m:mPr>
                            <m:mr>
                              <m:e>
                                <m:r>
                                  <a:rPr kumimoji="1" lang="zh-CN" altLang="en-US" sz="2200">
                                    <a:solidFill>
                                      <a:schemeClr val="tx1">
                                        <a:lumMod val="95000"/>
                                        <a:lumOff val="5000"/>
                                      </a:schemeClr>
                                    </a:solidFill>
                                    <a:latin typeface="Cambria Math" panose="02040503050406030204" charset="0"/>
                                    <a:ea typeface="黑体" panose="02010609060101010101" pitchFamily="49" charset="-122"/>
                                  </a:rPr>
                                  <m:t>2</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𝑦</m:t>
                                </m:r>
                                <m:func>
                                  <m:funcPr>
                                    <m:ctrlPr>
                                      <a:rPr kumimoji="1" lang="zh-CN" altLang="en-US" sz="2200" i="1">
                                        <a:solidFill>
                                          <a:schemeClr val="tx1">
                                            <a:lumMod val="95000"/>
                                            <a:lumOff val="5000"/>
                                          </a:schemeClr>
                                        </a:solidFill>
                                        <a:latin typeface="Cambria Math" panose="02040503050406030204" charset="0"/>
                                        <a:ea typeface="黑体" panose="02010609060101010101" pitchFamily="49" charset="-122"/>
                                      </a:rPr>
                                    </m:ctrlPr>
                                  </m:funcPr>
                                  <m:fName>
                                    <m:r>
                                      <m:rPr>
                                        <m:sty m:val="p"/>
                                      </m:rPr>
                                      <a:rPr kumimoji="1" lang="zh-CN" altLang="en-US" sz="2200">
                                        <a:solidFill>
                                          <a:schemeClr val="tx1">
                                            <a:lumMod val="95000"/>
                                            <a:lumOff val="5000"/>
                                          </a:schemeClr>
                                        </a:solidFill>
                                        <a:latin typeface="Cambria Math" panose="02040503050406030204" charset="0"/>
                                        <a:ea typeface="黑体" panose="02010609060101010101" pitchFamily="49" charset="-122"/>
                                      </a:rPr>
                                      <m:t>sin</m:t>
                                    </m:r>
                                  </m:fName>
                                  <m:e>
                                    <m:f>
                                      <m:fPr>
                                        <m:ctrlPr>
                                          <a:rPr kumimoji="1" lang="zh-CN" altLang="en-US" sz="2200" i="1">
                                            <a:solidFill>
                                              <a:schemeClr val="tx1">
                                                <a:lumMod val="95000"/>
                                                <a:lumOff val="5000"/>
                                              </a:schemeClr>
                                            </a:solidFill>
                                            <a:latin typeface="Cambria Math" panose="02040503050406030204" charset="0"/>
                                            <a:ea typeface="黑体" panose="02010609060101010101" pitchFamily="49" charset="-122"/>
                                          </a:rPr>
                                        </m:ctrlPr>
                                      </m:fPr>
                                      <m:num>
                                        <m:r>
                                          <a:rPr kumimoji="1" lang="zh-CN" altLang="en-US" sz="2200">
                                            <a:solidFill>
                                              <a:schemeClr val="tx1">
                                                <a:lumMod val="95000"/>
                                                <a:lumOff val="5000"/>
                                              </a:schemeClr>
                                            </a:solidFill>
                                            <a:latin typeface="Cambria Math" panose="02040503050406030204" charset="0"/>
                                            <a:ea typeface="黑体" panose="02010609060101010101" pitchFamily="49" charset="-122"/>
                                          </a:rPr>
                                          <m:t>1</m:t>
                                        </m:r>
                                      </m:num>
                                      <m:den>
                                        <m:sSup>
                                          <m:sSupPr>
                                            <m:ctrlPr>
                                              <a:rPr kumimoji="1" lang="zh-CN" altLang="en-US" sz="2200" i="1">
                                                <a:solidFill>
                                                  <a:schemeClr val="tx1">
                                                    <a:lumMod val="95000"/>
                                                    <a:lumOff val="5000"/>
                                                  </a:schemeClr>
                                                </a:solidFill>
                                                <a:latin typeface="Cambria Math" panose="02040503050406030204" charset="0"/>
                                                <a:ea typeface="黑体" panose="02010609060101010101" pitchFamily="49" charset="-122"/>
                                              </a:rPr>
                                            </m:ctrlPr>
                                          </m:sSupPr>
                                          <m:e>
                                            <m:r>
                                              <a:rPr kumimoji="1" lang="zh-CN" altLang="en-US" sz="2200">
                                                <a:solidFill>
                                                  <a:schemeClr val="tx1">
                                                    <a:lumMod val="95000"/>
                                                    <a:lumOff val="5000"/>
                                                  </a:schemeClr>
                                                </a:solidFill>
                                                <a:latin typeface="Cambria Math" panose="02040503050406030204" charset="0"/>
                                                <a:ea typeface="黑体" panose="02010609060101010101" pitchFamily="49" charset="-122"/>
                                              </a:rPr>
                                              <m:t>𝑥</m:t>
                                            </m:r>
                                          </m:e>
                                          <m:sup>
                                            <m:r>
                                              <a:rPr kumimoji="1" lang="zh-CN" altLang="en-US" sz="2200">
                                                <a:solidFill>
                                                  <a:schemeClr val="tx1">
                                                    <a:lumMod val="95000"/>
                                                    <a:lumOff val="5000"/>
                                                  </a:schemeClr>
                                                </a:solidFill>
                                                <a:latin typeface="Cambria Math" panose="02040503050406030204" charset="0"/>
                                                <a:ea typeface="黑体" panose="02010609060101010101" pitchFamily="49" charset="-122"/>
                                              </a:rPr>
                                              <m:t>2</m:t>
                                            </m:r>
                                          </m:sup>
                                        </m:sSup>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sSup>
                                          <m:sSupPr>
                                            <m:ctrlPr>
                                              <a:rPr kumimoji="1" lang="zh-CN" altLang="en-US" sz="2200" i="1">
                                                <a:solidFill>
                                                  <a:schemeClr val="tx1">
                                                    <a:lumMod val="95000"/>
                                                    <a:lumOff val="5000"/>
                                                  </a:schemeClr>
                                                </a:solidFill>
                                                <a:latin typeface="Cambria Math" panose="02040503050406030204" charset="0"/>
                                                <a:ea typeface="黑体" panose="02010609060101010101" pitchFamily="49" charset="-122"/>
                                              </a:rPr>
                                            </m:ctrlPr>
                                          </m:sSupPr>
                                          <m:e>
                                            <m:r>
                                              <a:rPr kumimoji="1" lang="zh-CN" altLang="en-US" sz="2200">
                                                <a:solidFill>
                                                  <a:schemeClr val="tx1">
                                                    <a:lumMod val="95000"/>
                                                    <a:lumOff val="5000"/>
                                                  </a:schemeClr>
                                                </a:solidFill>
                                                <a:latin typeface="Cambria Math" panose="02040503050406030204" charset="0"/>
                                                <a:ea typeface="黑体" panose="02010609060101010101" pitchFamily="49" charset="-122"/>
                                              </a:rPr>
                                              <m:t>𝑦</m:t>
                                            </m:r>
                                          </m:e>
                                          <m:sup>
                                            <m:r>
                                              <a:rPr kumimoji="1" lang="zh-CN" altLang="en-US" sz="2200">
                                                <a:solidFill>
                                                  <a:schemeClr val="tx1">
                                                    <a:lumMod val="95000"/>
                                                    <a:lumOff val="5000"/>
                                                  </a:schemeClr>
                                                </a:solidFill>
                                                <a:latin typeface="Cambria Math" panose="02040503050406030204" charset="0"/>
                                                <a:ea typeface="黑体" panose="02010609060101010101" pitchFamily="49" charset="-122"/>
                                              </a:rPr>
                                              <m:t>2</m:t>
                                            </m:r>
                                          </m:sup>
                                        </m:sSup>
                                      </m:den>
                                    </m:f>
                                  </m:e>
                                </m:func>
                                <m:r>
                                  <a:rPr kumimoji="1" lang="en-US" altLang="zh-CN" sz="2200" b="0" i="1" smtClean="0">
                                    <a:solidFill>
                                      <a:schemeClr val="tx1">
                                        <a:lumMod val="95000"/>
                                        <a:lumOff val="5000"/>
                                      </a:schemeClr>
                                    </a:solidFill>
                                    <a:latin typeface="Cambria Math" panose="02040503050406030204" charset="0"/>
                                    <a:ea typeface="黑体" panose="02010609060101010101" pitchFamily="49" charset="-122"/>
                                  </a:rPr>
                                  <m:t> </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en-US" altLang="zh-CN" sz="2200" b="0" i="0" smtClean="0">
                                    <a:solidFill>
                                      <a:schemeClr val="tx1">
                                        <a:lumMod val="95000"/>
                                        <a:lumOff val="5000"/>
                                      </a:schemeClr>
                                    </a:solidFill>
                                    <a:latin typeface="Cambria Math" panose="02040503050406030204" charset="0"/>
                                    <a:ea typeface="黑体" panose="02010609060101010101" pitchFamily="49" charset="-122"/>
                                  </a:rPr>
                                  <m:t> </m:t>
                                </m:r>
                                <m:f>
                                  <m:fPr>
                                    <m:ctrlPr>
                                      <a:rPr kumimoji="1" lang="zh-CN" altLang="en-US" sz="2200" i="1">
                                        <a:solidFill>
                                          <a:schemeClr val="tx1">
                                            <a:lumMod val="95000"/>
                                            <a:lumOff val="5000"/>
                                          </a:schemeClr>
                                        </a:solidFill>
                                        <a:latin typeface="Cambria Math" panose="02040503050406030204" charset="0"/>
                                        <a:ea typeface="黑体" panose="02010609060101010101" pitchFamily="49" charset="-122"/>
                                      </a:rPr>
                                    </m:ctrlPr>
                                  </m:fPr>
                                  <m:num>
                                    <m:r>
                                      <a:rPr kumimoji="1" lang="zh-CN" altLang="en-US" sz="2200">
                                        <a:solidFill>
                                          <a:schemeClr val="tx1">
                                            <a:lumMod val="95000"/>
                                            <a:lumOff val="5000"/>
                                          </a:schemeClr>
                                        </a:solidFill>
                                        <a:latin typeface="Cambria Math" panose="02040503050406030204" charset="0"/>
                                        <a:ea typeface="黑体" panose="02010609060101010101" pitchFamily="49" charset="-122"/>
                                      </a:rPr>
                                      <m:t>2</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𝑦</m:t>
                                    </m:r>
                                  </m:num>
                                  <m:den>
                                    <m:sSup>
                                      <m:sSupPr>
                                        <m:ctrlPr>
                                          <a:rPr kumimoji="1" lang="zh-CN" altLang="en-US" sz="2200" i="1">
                                            <a:solidFill>
                                              <a:schemeClr val="tx1">
                                                <a:lumMod val="95000"/>
                                                <a:lumOff val="5000"/>
                                              </a:schemeClr>
                                            </a:solidFill>
                                            <a:latin typeface="Cambria Math" panose="02040503050406030204" charset="0"/>
                                            <a:ea typeface="黑体" panose="02010609060101010101" pitchFamily="49" charset="-122"/>
                                          </a:rPr>
                                        </m:ctrlPr>
                                      </m:sSupPr>
                                      <m:e>
                                        <m:r>
                                          <a:rPr kumimoji="1" lang="zh-CN" altLang="en-US" sz="2200">
                                            <a:solidFill>
                                              <a:schemeClr val="tx1">
                                                <a:lumMod val="95000"/>
                                                <a:lumOff val="5000"/>
                                              </a:schemeClr>
                                            </a:solidFill>
                                            <a:latin typeface="Cambria Math" panose="02040503050406030204" charset="0"/>
                                            <a:ea typeface="黑体" panose="02010609060101010101" pitchFamily="49" charset="-122"/>
                                          </a:rPr>
                                          <m:t>𝑥</m:t>
                                        </m:r>
                                      </m:e>
                                      <m:sup>
                                        <m:r>
                                          <a:rPr kumimoji="1" lang="zh-CN" altLang="en-US" sz="2200">
                                            <a:solidFill>
                                              <a:schemeClr val="tx1">
                                                <a:lumMod val="95000"/>
                                                <a:lumOff val="5000"/>
                                              </a:schemeClr>
                                            </a:solidFill>
                                            <a:latin typeface="Cambria Math" panose="02040503050406030204" charset="0"/>
                                            <a:ea typeface="黑体" panose="02010609060101010101" pitchFamily="49" charset="-122"/>
                                          </a:rPr>
                                          <m:t>2</m:t>
                                        </m:r>
                                      </m:sup>
                                    </m:sSup>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sSup>
                                      <m:sSupPr>
                                        <m:ctrlPr>
                                          <a:rPr kumimoji="1" lang="zh-CN" altLang="en-US" sz="2200" i="1">
                                            <a:solidFill>
                                              <a:schemeClr val="tx1">
                                                <a:lumMod val="95000"/>
                                                <a:lumOff val="5000"/>
                                              </a:schemeClr>
                                            </a:solidFill>
                                            <a:latin typeface="Cambria Math" panose="02040503050406030204" charset="0"/>
                                            <a:ea typeface="黑体" panose="02010609060101010101" pitchFamily="49" charset="-122"/>
                                          </a:rPr>
                                        </m:ctrlPr>
                                      </m:sSupPr>
                                      <m:e>
                                        <m:r>
                                          <a:rPr kumimoji="1" lang="zh-CN" altLang="en-US" sz="2200">
                                            <a:solidFill>
                                              <a:schemeClr val="tx1">
                                                <a:lumMod val="95000"/>
                                                <a:lumOff val="5000"/>
                                              </a:schemeClr>
                                            </a:solidFill>
                                            <a:latin typeface="Cambria Math" panose="02040503050406030204" charset="0"/>
                                            <a:ea typeface="黑体" panose="02010609060101010101" pitchFamily="49" charset="-122"/>
                                          </a:rPr>
                                          <m:t>𝑦</m:t>
                                        </m:r>
                                      </m:e>
                                      <m:sup>
                                        <m:r>
                                          <a:rPr kumimoji="1" lang="zh-CN" altLang="en-US" sz="2200">
                                            <a:solidFill>
                                              <a:schemeClr val="tx1">
                                                <a:lumMod val="95000"/>
                                                <a:lumOff val="5000"/>
                                              </a:schemeClr>
                                            </a:solidFill>
                                            <a:latin typeface="Cambria Math" panose="02040503050406030204" charset="0"/>
                                            <a:ea typeface="黑体" panose="02010609060101010101" pitchFamily="49" charset="-122"/>
                                          </a:rPr>
                                          <m:t>2</m:t>
                                        </m:r>
                                      </m:sup>
                                    </m:sSup>
                                  </m:den>
                                </m:f>
                                <m:func>
                                  <m:funcPr>
                                    <m:ctrlPr>
                                      <a:rPr kumimoji="1" lang="zh-CN" altLang="en-US" sz="2200" i="1">
                                        <a:solidFill>
                                          <a:schemeClr val="tx1">
                                            <a:lumMod val="95000"/>
                                            <a:lumOff val="5000"/>
                                          </a:schemeClr>
                                        </a:solidFill>
                                        <a:latin typeface="Cambria Math" panose="02040503050406030204" charset="0"/>
                                        <a:ea typeface="黑体" panose="02010609060101010101" pitchFamily="49" charset="-122"/>
                                      </a:rPr>
                                    </m:ctrlPr>
                                  </m:funcPr>
                                  <m:fName>
                                    <m:r>
                                      <a:rPr kumimoji="1" lang="en-US" altLang="zh-CN" sz="2200" b="0" i="0" smtClean="0">
                                        <a:solidFill>
                                          <a:schemeClr val="tx1">
                                            <a:lumMod val="95000"/>
                                            <a:lumOff val="5000"/>
                                          </a:schemeClr>
                                        </a:solidFill>
                                        <a:latin typeface="Cambria Math" panose="02040503050406030204" charset="0"/>
                                        <a:ea typeface="黑体" panose="02010609060101010101" pitchFamily="49" charset="-122"/>
                                      </a:rPr>
                                      <m:t> </m:t>
                                    </m:r>
                                    <m:r>
                                      <m:rPr>
                                        <m:sty m:val="p"/>
                                      </m:rPr>
                                      <a:rPr kumimoji="1" lang="zh-CN" altLang="en-US" sz="2200">
                                        <a:solidFill>
                                          <a:schemeClr val="tx1">
                                            <a:lumMod val="95000"/>
                                            <a:lumOff val="5000"/>
                                          </a:schemeClr>
                                        </a:solidFill>
                                        <a:latin typeface="Cambria Math" panose="02040503050406030204" charset="0"/>
                                        <a:ea typeface="黑体" panose="02010609060101010101" pitchFamily="49" charset="-122"/>
                                      </a:rPr>
                                      <m:t>cos</m:t>
                                    </m:r>
                                    <m:r>
                                      <a:rPr kumimoji="1" lang="en-US" altLang="zh-CN" sz="2200" b="0" i="0" smtClean="0">
                                        <a:solidFill>
                                          <a:schemeClr val="tx1">
                                            <a:lumMod val="95000"/>
                                            <a:lumOff val="5000"/>
                                          </a:schemeClr>
                                        </a:solidFill>
                                        <a:latin typeface="Cambria Math" panose="02040503050406030204" charset="0"/>
                                        <a:ea typeface="黑体" panose="02010609060101010101" pitchFamily="49" charset="-122"/>
                                      </a:rPr>
                                      <m:t> </m:t>
                                    </m:r>
                                  </m:fName>
                                  <m:e>
                                    <m:f>
                                      <m:fPr>
                                        <m:ctrlPr>
                                          <a:rPr kumimoji="1" lang="zh-CN" altLang="en-US" sz="2200" i="1">
                                            <a:solidFill>
                                              <a:schemeClr val="tx1">
                                                <a:lumMod val="95000"/>
                                                <a:lumOff val="5000"/>
                                              </a:schemeClr>
                                            </a:solidFill>
                                            <a:latin typeface="Cambria Math" panose="02040503050406030204" charset="0"/>
                                            <a:ea typeface="黑体" panose="02010609060101010101" pitchFamily="49" charset="-122"/>
                                          </a:rPr>
                                        </m:ctrlPr>
                                      </m:fPr>
                                      <m:num>
                                        <m:r>
                                          <a:rPr kumimoji="1" lang="zh-CN" altLang="en-US" sz="2200">
                                            <a:solidFill>
                                              <a:schemeClr val="tx1">
                                                <a:lumMod val="95000"/>
                                                <a:lumOff val="5000"/>
                                              </a:schemeClr>
                                            </a:solidFill>
                                            <a:latin typeface="Cambria Math" panose="02040503050406030204" charset="0"/>
                                            <a:ea typeface="黑体" panose="02010609060101010101" pitchFamily="49" charset="-122"/>
                                          </a:rPr>
                                          <m:t>1</m:t>
                                        </m:r>
                                      </m:num>
                                      <m:den>
                                        <m:sSup>
                                          <m:sSupPr>
                                            <m:ctrlPr>
                                              <a:rPr kumimoji="1" lang="zh-CN" altLang="en-US" sz="2200" i="1">
                                                <a:solidFill>
                                                  <a:schemeClr val="tx1">
                                                    <a:lumMod val="95000"/>
                                                    <a:lumOff val="5000"/>
                                                  </a:schemeClr>
                                                </a:solidFill>
                                                <a:latin typeface="Cambria Math" panose="02040503050406030204" charset="0"/>
                                                <a:ea typeface="黑体" panose="02010609060101010101" pitchFamily="49" charset="-122"/>
                                              </a:rPr>
                                            </m:ctrlPr>
                                          </m:sSupPr>
                                          <m:e>
                                            <m:r>
                                              <a:rPr kumimoji="1" lang="zh-CN" altLang="en-US" sz="2200">
                                                <a:solidFill>
                                                  <a:schemeClr val="tx1">
                                                    <a:lumMod val="95000"/>
                                                    <a:lumOff val="5000"/>
                                                  </a:schemeClr>
                                                </a:solidFill>
                                                <a:latin typeface="Cambria Math" panose="02040503050406030204" charset="0"/>
                                                <a:ea typeface="黑体" panose="02010609060101010101" pitchFamily="49" charset="-122"/>
                                              </a:rPr>
                                              <m:t>𝑥</m:t>
                                            </m:r>
                                          </m:e>
                                          <m:sup>
                                            <m:r>
                                              <a:rPr kumimoji="1" lang="zh-CN" altLang="en-US" sz="2200">
                                                <a:solidFill>
                                                  <a:schemeClr val="tx1">
                                                    <a:lumMod val="95000"/>
                                                    <a:lumOff val="5000"/>
                                                  </a:schemeClr>
                                                </a:solidFill>
                                                <a:latin typeface="Cambria Math" panose="02040503050406030204" charset="0"/>
                                                <a:ea typeface="黑体" panose="02010609060101010101" pitchFamily="49" charset="-122"/>
                                              </a:rPr>
                                              <m:t>2</m:t>
                                            </m:r>
                                          </m:sup>
                                        </m:sSup>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sSup>
                                          <m:sSupPr>
                                            <m:ctrlPr>
                                              <a:rPr kumimoji="1" lang="zh-CN" altLang="en-US" sz="2200" i="1">
                                                <a:solidFill>
                                                  <a:schemeClr val="tx1">
                                                    <a:lumMod val="95000"/>
                                                    <a:lumOff val="5000"/>
                                                  </a:schemeClr>
                                                </a:solidFill>
                                                <a:latin typeface="Cambria Math" panose="02040503050406030204" charset="0"/>
                                                <a:ea typeface="黑体" panose="02010609060101010101" pitchFamily="49" charset="-122"/>
                                              </a:rPr>
                                            </m:ctrlPr>
                                          </m:sSupPr>
                                          <m:e>
                                            <m:r>
                                              <a:rPr kumimoji="1" lang="zh-CN" altLang="en-US" sz="2200">
                                                <a:solidFill>
                                                  <a:schemeClr val="tx1">
                                                    <a:lumMod val="95000"/>
                                                    <a:lumOff val="5000"/>
                                                  </a:schemeClr>
                                                </a:solidFill>
                                                <a:latin typeface="Cambria Math" panose="02040503050406030204" charset="0"/>
                                                <a:ea typeface="黑体" panose="02010609060101010101" pitchFamily="49" charset="-122"/>
                                              </a:rPr>
                                              <m:t>𝑦</m:t>
                                            </m:r>
                                          </m:e>
                                          <m:sup>
                                            <m:r>
                                              <a:rPr kumimoji="1" lang="zh-CN" altLang="en-US" sz="2200">
                                                <a:solidFill>
                                                  <a:schemeClr val="tx1">
                                                    <a:lumMod val="95000"/>
                                                    <a:lumOff val="5000"/>
                                                  </a:schemeClr>
                                                </a:solidFill>
                                                <a:latin typeface="Cambria Math" panose="02040503050406030204" charset="0"/>
                                                <a:ea typeface="黑体" panose="02010609060101010101" pitchFamily="49" charset="-122"/>
                                              </a:rPr>
                                              <m:t>2</m:t>
                                            </m:r>
                                          </m:sup>
                                        </m:sSup>
                                      </m:den>
                                    </m:f>
                                  </m:e>
                                </m:func>
                                <m:r>
                                  <a:rPr kumimoji="1" lang="en-US" altLang="zh-CN" sz="2200" b="0" i="0" smtClean="0">
                                    <a:solidFill>
                                      <a:schemeClr val="tx1">
                                        <a:lumMod val="95000"/>
                                        <a:lumOff val="5000"/>
                                      </a:schemeClr>
                                    </a:solidFill>
                                    <a:latin typeface="Cambria Math" panose="02040503050406030204" charset="0"/>
                                    <a:ea typeface="黑体" panose="02010609060101010101" pitchFamily="49" charset="-122"/>
                                  </a:rPr>
                                  <m:t> </m:t>
                                </m:r>
                                <m:r>
                                  <a:rPr kumimoji="1" lang="zh-CN" altLang="en-US" sz="2200">
                                    <a:solidFill>
                                      <a:schemeClr val="tx1">
                                        <a:lumMod val="95000"/>
                                        <a:lumOff val="5000"/>
                                      </a:schemeClr>
                                    </a:solidFill>
                                    <a:latin typeface="Cambria Math" panose="02040503050406030204" charset="0"/>
                                    <a:ea typeface="黑体" panose="02010609060101010101" pitchFamily="49" charset="-122"/>
                                  </a:rPr>
                                  <m:t>, </m:t>
                                </m:r>
                                <m:sSup>
                                  <m:sSupPr>
                                    <m:ctrlPr>
                                      <a:rPr kumimoji="1" lang="zh-CN" altLang="en-US" sz="2200" i="1">
                                        <a:solidFill>
                                          <a:schemeClr val="tx1">
                                            <a:lumMod val="95000"/>
                                            <a:lumOff val="5000"/>
                                          </a:schemeClr>
                                        </a:solidFill>
                                        <a:latin typeface="Cambria Math" panose="02040503050406030204" charset="0"/>
                                        <a:ea typeface="黑体" panose="02010609060101010101" pitchFamily="49" charset="-122"/>
                                      </a:rPr>
                                    </m:ctrlPr>
                                  </m:sSupPr>
                                  <m:e>
                                    <m:r>
                                      <a:rPr kumimoji="1" lang="zh-CN" altLang="en-US" sz="2200">
                                        <a:solidFill>
                                          <a:schemeClr val="tx1">
                                            <a:lumMod val="95000"/>
                                            <a:lumOff val="5000"/>
                                          </a:schemeClr>
                                        </a:solidFill>
                                        <a:latin typeface="Cambria Math" panose="02040503050406030204" charset="0"/>
                                        <a:ea typeface="黑体" panose="02010609060101010101" pitchFamily="49" charset="-122"/>
                                      </a:rPr>
                                      <m:t>𝑥</m:t>
                                    </m:r>
                                  </m:e>
                                  <m:sup>
                                    <m:r>
                                      <a:rPr kumimoji="1" lang="zh-CN" altLang="en-US" sz="2200">
                                        <a:solidFill>
                                          <a:schemeClr val="tx1">
                                            <a:lumMod val="95000"/>
                                            <a:lumOff val="5000"/>
                                          </a:schemeClr>
                                        </a:solidFill>
                                        <a:latin typeface="Cambria Math" panose="02040503050406030204" charset="0"/>
                                        <a:ea typeface="黑体" panose="02010609060101010101" pitchFamily="49" charset="-122"/>
                                      </a:rPr>
                                      <m:t>2</m:t>
                                    </m:r>
                                  </m:sup>
                                </m:sSup>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sSup>
                                  <m:sSupPr>
                                    <m:ctrlPr>
                                      <a:rPr kumimoji="1" lang="zh-CN" altLang="en-US" sz="2200" i="1">
                                        <a:solidFill>
                                          <a:schemeClr val="tx1">
                                            <a:lumMod val="95000"/>
                                            <a:lumOff val="5000"/>
                                          </a:schemeClr>
                                        </a:solidFill>
                                        <a:latin typeface="Cambria Math" panose="02040503050406030204" charset="0"/>
                                        <a:ea typeface="黑体" panose="02010609060101010101" pitchFamily="49" charset="-122"/>
                                      </a:rPr>
                                    </m:ctrlPr>
                                  </m:sSupPr>
                                  <m:e>
                                    <m:r>
                                      <a:rPr kumimoji="1" lang="zh-CN" altLang="en-US" sz="2200">
                                        <a:solidFill>
                                          <a:schemeClr val="tx1">
                                            <a:lumMod val="95000"/>
                                            <a:lumOff val="5000"/>
                                          </a:schemeClr>
                                        </a:solidFill>
                                        <a:latin typeface="Cambria Math" panose="02040503050406030204" charset="0"/>
                                        <a:ea typeface="黑体" panose="02010609060101010101" pitchFamily="49" charset="-122"/>
                                      </a:rPr>
                                      <m:t>𝑦</m:t>
                                    </m:r>
                                  </m:e>
                                  <m:sup>
                                    <m:r>
                                      <a:rPr kumimoji="1" lang="zh-CN" altLang="en-US" sz="2200">
                                        <a:solidFill>
                                          <a:schemeClr val="tx1">
                                            <a:lumMod val="95000"/>
                                            <a:lumOff val="5000"/>
                                          </a:schemeClr>
                                        </a:solidFill>
                                        <a:latin typeface="Cambria Math" panose="02040503050406030204" charset="0"/>
                                        <a:ea typeface="黑体" panose="02010609060101010101" pitchFamily="49" charset="-122"/>
                                      </a:rPr>
                                      <m:t>2</m:t>
                                    </m:r>
                                  </m:sup>
                                </m:sSup>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rPr>
                                  <m:t>0</m:t>
                                </m:r>
                              </m:e>
                            </m:mr>
                            <m:mr>
                              <m:e>
                                <m:r>
                                  <a:rPr kumimoji="1" lang="zh-CN" altLang="en-US" sz="2200">
                                    <a:solidFill>
                                      <a:schemeClr val="tx1">
                                        <a:lumMod val="95000"/>
                                        <a:lumOff val="5000"/>
                                      </a:schemeClr>
                                    </a:solidFill>
                                    <a:latin typeface="Cambria Math" panose="02040503050406030204" charset="0"/>
                                    <a:ea typeface="黑体" panose="02010609060101010101" pitchFamily="49" charset="-122"/>
                                  </a:rPr>
                                  <m:t>0</m:t>
                                </m:r>
                                <m:r>
                                  <a:rPr kumimoji="1" lang="zh-CN" altLang="en-US" sz="2200">
                                    <a:solidFill>
                                      <a:schemeClr val="tx1">
                                        <a:lumMod val="95000"/>
                                        <a:lumOff val="5000"/>
                                      </a:schemeClr>
                                    </a:solidFill>
                                    <a:latin typeface="Cambria Math" panose="02040503050406030204" charset="0"/>
                                    <a:ea typeface="黑体" panose="02010609060101010101" pitchFamily="49" charset="-122"/>
                                  </a:rPr>
                                  <m:t>,                                              </m:t>
                                </m:r>
                                <m:r>
                                  <a:rPr kumimoji="1" lang="en-US" altLang="zh-CN" sz="2200" b="0" i="0" smtClean="0">
                                    <a:solidFill>
                                      <a:schemeClr val="tx1">
                                        <a:lumMod val="95000"/>
                                        <a:lumOff val="5000"/>
                                      </a:schemeClr>
                                    </a:solidFill>
                                    <a:latin typeface="Cambria Math" panose="02040503050406030204" charset="0"/>
                                    <a:ea typeface="黑体" panose="02010609060101010101" pitchFamily="49" charset="-122"/>
                                  </a:rPr>
                                  <m:t>      </m:t>
                                </m:r>
                                <m:sSup>
                                  <m:sSupPr>
                                    <m:ctrlPr>
                                      <a:rPr kumimoji="1" lang="zh-CN" altLang="en-US" sz="2200" i="1">
                                        <a:solidFill>
                                          <a:schemeClr val="tx1">
                                            <a:lumMod val="95000"/>
                                            <a:lumOff val="5000"/>
                                          </a:schemeClr>
                                        </a:solidFill>
                                        <a:latin typeface="Cambria Math" panose="02040503050406030204" charset="0"/>
                                        <a:ea typeface="黑体" panose="02010609060101010101" pitchFamily="49" charset="-122"/>
                                      </a:rPr>
                                    </m:ctrlPr>
                                  </m:sSupPr>
                                  <m:e>
                                    <m:r>
                                      <a:rPr kumimoji="1" lang="zh-CN" altLang="en-US" sz="2200">
                                        <a:solidFill>
                                          <a:schemeClr val="tx1">
                                            <a:lumMod val="95000"/>
                                            <a:lumOff val="5000"/>
                                          </a:schemeClr>
                                        </a:solidFill>
                                        <a:latin typeface="Cambria Math" panose="02040503050406030204" charset="0"/>
                                        <a:ea typeface="黑体" panose="02010609060101010101" pitchFamily="49" charset="-122"/>
                                      </a:rPr>
                                      <m:t>𝑥</m:t>
                                    </m:r>
                                  </m:e>
                                  <m:sup>
                                    <m:r>
                                      <a:rPr kumimoji="1" lang="zh-CN" altLang="en-US" sz="2200">
                                        <a:solidFill>
                                          <a:schemeClr val="tx1">
                                            <a:lumMod val="95000"/>
                                            <a:lumOff val="5000"/>
                                          </a:schemeClr>
                                        </a:solidFill>
                                        <a:latin typeface="Cambria Math" panose="02040503050406030204" charset="0"/>
                                        <a:ea typeface="黑体" panose="02010609060101010101" pitchFamily="49" charset="-122"/>
                                      </a:rPr>
                                      <m:t>2</m:t>
                                    </m:r>
                                  </m:sup>
                                </m:sSup>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sSup>
                                  <m:sSupPr>
                                    <m:ctrlPr>
                                      <a:rPr kumimoji="1" lang="zh-CN" altLang="en-US" sz="2200" i="1">
                                        <a:solidFill>
                                          <a:schemeClr val="tx1">
                                            <a:lumMod val="95000"/>
                                            <a:lumOff val="5000"/>
                                          </a:schemeClr>
                                        </a:solidFill>
                                        <a:latin typeface="Cambria Math" panose="02040503050406030204" charset="0"/>
                                        <a:ea typeface="黑体" panose="02010609060101010101" pitchFamily="49" charset="-122"/>
                                      </a:rPr>
                                    </m:ctrlPr>
                                  </m:sSupPr>
                                  <m:e>
                                    <m:r>
                                      <a:rPr kumimoji="1" lang="zh-CN" altLang="en-US" sz="2200">
                                        <a:solidFill>
                                          <a:schemeClr val="tx1">
                                            <a:lumMod val="95000"/>
                                            <a:lumOff val="5000"/>
                                          </a:schemeClr>
                                        </a:solidFill>
                                        <a:latin typeface="Cambria Math" panose="02040503050406030204" charset="0"/>
                                        <a:ea typeface="黑体" panose="02010609060101010101" pitchFamily="49" charset="-122"/>
                                      </a:rPr>
                                      <m:t>𝑦</m:t>
                                    </m:r>
                                  </m:e>
                                  <m:sup>
                                    <m:r>
                                      <a:rPr kumimoji="1" lang="zh-CN" altLang="en-US" sz="2200">
                                        <a:solidFill>
                                          <a:schemeClr val="tx1">
                                            <a:lumMod val="95000"/>
                                            <a:lumOff val="5000"/>
                                          </a:schemeClr>
                                        </a:solidFill>
                                        <a:latin typeface="Cambria Math" panose="02040503050406030204" charset="0"/>
                                        <a:ea typeface="黑体" panose="02010609060101010101" pitchFamily="49" charset="-122"/>
                                      </a:rPr>
                                      <m:t>2</m:t>
                                    </m:r>
                                  </m:sup>
                                </m:sSup>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rPr>
                                  <m:t>0</m:t>
                                </m:r>
                              </m:e>
                            </m:mr>
                          </m:m>
                        </m:e>
                      </m:d>
                    </m:oMath>
                  </m:oMathPara>
                </a14:m>
                <a:endParaRPr kumimoji="1" lang="zh-CN" altLang="en-US" sz="2200" dirty="0">
                  <a:solidFill>
                    <a:schemeClr val="tx1">
                      <a:lumMod val="95000"/>
                      <a:lumOff val="5000"/>
                    </a:schemeClr>
                  </a:solidFill>
                  <a:latin typeface="Cambria Math" panose="02040503050406030204" charset="0"/>
                  <a:ea typeface="黑体" panose="02010609060101010101" pitchFamily="49" charset="-122"/>
                </a:endParaRPr>
              </a:p>
            </p:txBody>
          </p:sp>
        </mc:Choice>
        <mc:Fallback>
          <p:sp>
            <p:nvSpPr>
              <p:cNvPr id="4" name="Object 6"/>
              <p:cNvSpPr txBox="1">
                <a:spLocks noRot="1" noChangeAspect="1" noMove="1" noResize="1" noEditPoints="1" noAdjustHandles="1" noChangeArrowheads="1" noChangeShapeType="1" noTextEdit="1"/>
              </p:cNvSpPr>
              <p:nvPr/>
            </p:nvSpPr>
            <p:spPr bwMode="auto">
              <a:xfrm>
                <a:off x="2246153" y="1935162"/>
                <a:ext cx="8491755" cy="1279525"/>
              </a:xfrm>
              <a:prstGeom prst="rect">
                <a:avLst/>
              </a:prstGeom>
              <a:blipFill rotWithShape="1">
                <a:blip r:embed="rId3"/>
                <a:stretch>
                  <a:fillRect l="-2" t="-25" r="1" b="25"/>
                </a:stretch>
              </a:blipFill>
              <a:ln>
                <a:noFill/>
              </a:ln>
              <a:effectLst/>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5" name="Text Box 7"/>
              <p:cNvSpPr txBox="1">
                <a:spLocks noChangeArrowheads="1"/>
              </p:cNvSpPr>
              <p:nvPr/>
            </p:nvSpPr>
            <p:spPr bwMode="auto">
              <a:xfrm>
                <a:off x="2139473" y="3465688"/>
                <a:ext cx="4032250" cy="4575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2800" b="1">
                    <a:solidFill>
                      <a:schemeClr val="tx1"/>
                    </a:solidFill>
                    <a:latin typeface="Times New Roman" panose="02020603050405020304" pitchFamily="18" charset="0"/>
                    <a:ea typeface="黑体" panose="02010609060101010101" pitchFamily="49" charset="-122"/>
                  </a:defRPr>
                </a:lvl1pPr>
                <a:lvl2pPr marL="742950" indent="-285750">
                  <a:defRPr sz="2800" b="1">
                    <a:solidFill>
                      <a:schemeClr val="tx1"/>
                    </a:solidFill>
                    <a:latin typeface="Times New Roman" panose="02020603050405020304" pitchFamily="18" charset="0"/>
                    <a:ea typeface="黑体" panose="02010609060101010101" pitchFamily="49" charset="-122"/>
                  </a:defRPr>
                </a:lvl2pPr>
                <a:lvl3pPr marL="1143000" indent="-228600">
                  <a:defRPr sz="2800" b="1">
                    <a:solidFill>
                      <a:schemeClr val="tx1"/>
                    </a:solidFill>
                    <a:latin typeface="Times New Roman" panose="02020603050405020304" pitchFamily="18" charset="0"/>
                    <a:ea typeface="黑体" panose="02010609060101010101" pitchFamily="49" charset="-122"/>
                  </a:defRPr>
                </a:lvl3pPr>
                <a:lvl4pPr marL="1600200" indent="-228600">
                  <a:defRPr sz="2800" b="1">
                    <a:solidFill>
                      <a:schemeClr val="tx1"/>
                    </a:solidFill>
                    <a:latin typeface="Times New Roman" panose="02020603050405020304" pitchFamily="18" charset="0"/>
                    <a:ea typeface="黑体" panose="02010609060101010101" pitchFamily="49" charset="-122"/>
                  </a:defRPr>
                </a:lvl4pPr>
                <a:lvl5pPr marL="2057400" indent="-228600">
                  <a:defRPr sz="2800" b="1">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黑体" panose="02010609060101010101" pitchFamily="49" charset="-122"/>
                  </a:defRPr>
                </a:lvl9pPr>
              </a:lstStyle>
              <a:p>
                <a:pPr>
                  <a:spcBef>
                    <a:spcPct val="50000"/>
                  </a:spcBef>
                </a:pPr>
                <a:r>
                  <a:rPr kumimoji="1" lang="zh-CN" altLang="en-US" sz="2200" b="0" dirty="0">
                    <a:solidFill>
                      <a:schemeClr val="tx1">
                        <a:lumMod val="95000"/>
                        <a:lumOff val="5000"/>
                      </a:schemeClr>
                    </a:solidFill>
                    <a:latin typeface="Cambria Math" panose="02040503050406030204" charset="0"/>
                  </a:rPr>
                  <a:t>同理可证</a:t>
                </a:r>
                <a14:m>
                  <m:oMath xmlns:m="http://schemas.openxmlformats.org/officeDocument/2006/math">
                    <m:sSub>
                      <m:sSubPr>
                        <m:ctrlPr>
                          <a:rPr kumimoji="1" lang="zh-CN" altLang="en-US" sz="2200" i="1">
                            <a:solidFill>
                              <a:schemeClr val="tx1">
                                <a:lumMod val="95000"/>
                                <a:lumOff val="5000"/>
                              </a:schemeClr>
                            </a:solidFill>
                            <a:latin typeface="Cambria Math" panose="02040503050406030204" charset="0"/>
                          </a:rPr>
                        </m:ctrlPr>
                      </m:sSubPr>
                      <m:e>
                        <m:r>
                          <a:rPr kumimoji="1" lang="zh-CN" altLang="en-US" sz="2200">
                            <a:solidFill>
                              <a:schemeClr val="tx1">
                                <a:lumMod val="95000"/>
                                <a:lumOff val="5000"/>
                              </a:schemeClr>
                            </a:solidFill>
                            <a:latin typeface="Cambria Math" panose="02040503050406030204" charset="0"/>
                          </a:rPr>
                          <m:t>𝑓</m:t>
                        </m:r>
                      </m:e>
                      <m:sub>
                        <m:r>
                          <a:rPr kumimoji="1" lang="zh-CN" altLang="en-US" sz="2200">
                            <a:solidFill>
                              <a:schemeClr val="tx1">
                                <a:lumMod val="95000"/>
                                <a:lumOff val="5000"/>
                              </a:schemeClr>
                            </a:solidFill>
                            <a:latin typeface="Cambria Math" panose="02040503050406030204" charset="0"/>
                          </a:rPr>
                          <m:t>𝑦</m:t>
                        </m:r>
                      </m:sub>
                    </m:sSub>
                    <m:r>
                      <a:rPr kumimoji="1" lang="zh-CN" altLang="en-US" sz="2200">
                        <a:solidFill>
                          <a:schemeClr val="tx1">
                            <a:lumMod val="95000"/>
                            <a:lumOff val="5000"/>
                          </a:schemeClr>
                        </a:solidFill>
                        <a:latin typeface="Cambria Math" panose="02040503050406030204" charset="0"/>
                      </a:rPr>
                      <m:t>(</m:t>
                    </m:r>
                    <m:r>
                      <a:rPr kumimoji="1" lang="zh-CN" altLang="en-US" sz="2200">
                        <a:solidFill>
                          <a:schemeClr val="tx1">
                            <a:lumMod val="95000"/>
                            <a:lumOff val="5000"/>
                          </a:schemeClr>
                        </a:solidFill>
                        <a:latin typeface="Cambria Math" panose="02040503050406030204" charset="0"/>
                      </a:rPr>
                      <m:t>𝑥</m:t>
                    </m:r>
                    <m:r>
                      <a:rPr kumimoji="1" lang="zh-CN" altLang="en-US" sz="2200">
                        <a:solidFill>
                          <a:schemeClr val="tx1">
                            <a:lumMod val="95000"/>
                            <a:lumOff val="5000"/>
                          </a:schemeClr>
                        </a:solidFill>
                        <a:latin typeface="Cambria Math" panose="02040503050406030204" charset="0"/>
                      </a:rPr>
                      <m:t>,</m:t>
                    </m:r>
                    <m:r>
                      <a:rPr kumimoji="1" lang="zh-CN" altLang="en-US" sz="2200">
                        <a:solidFill>
                          <a:schemeClr val="tx1">
                            <a:lumMod val="95000"/>
                            <a:lumOff val="5000"/>
                          </a:schemeClr>
                        </a:solidFill>
                        <a:latin typeface="Cambria Math" panose="02040503050406030204" charset="0"/>
                      </a:rPr>
                      <m:t>𝑦</m:t>
                    </m:r>
                    <m:r>
                      <a:rPr kumimoji="1" lang="zh-CN" altLang="en-US" sz="2200">
                        <a:solidFill>
                          <a:schemeClr val="tx1">
                            <a:lumMod val="95000"/>
                            <a:lumOff val="5000"/>
                          </a:schemeClr>
                        </a:solidFill>
                        <a:latin typeface="Cambria Math" panose="02040503050406030204" charset="0"/>
                      </a:rPr>
                      <m:t>)</m:t>
                    </m:r>
                  </m:oMath>
                </a14:m>
                <a:r>
                  <a:rPr kumimoji="1" lang="zh-CN" altLang="en-US" sz="2200" b="0" dirty="0">
                    <a:solidFill>
                      <a:schemeClr val="tx1">
                        <a:lumMod val="95000"/>
                        <a:lumOff val="5000"/>
                      </a:schemeClr>
                    </a:solidFill>
                    <a:latin typeface="Cambria Math" panose="02040503050406030204" charset="0"/>
                  </a:rPr>
                  <a:t>在</a:t>
                </a:r>
                <a:r>
                  <a:rPr kumimoji="1" lang="en-US" altLang="zh-CN" sz="2200" b="0" dirty="0">
                    <a:solidFill>
                      <a:schemeClr val="tx1">
                        <a:lumMod val="95000"/>
                        <a:lumOff val="5000"/>
                      </a:schemeClr>
                    </a:solidFill>
                    <a:latin typeface="Cambria Math" panose="02040503050406030204" charset="0"/>
                  </a:rPr>
                  <a:t>(0, 0)</a:t>
                </a:r>
                <a:r>
                  <a:rPr kumimoji="1" lang="zh-CN" altLang="en-US" sz="2200" b="0" dirty="0">
                    <a:solidFill>
                      <a:schemeClr val="tx1">
                        <a:lumMod val="95000"/>
                        <a:lumOff val="5000"/>
                      </a:schemeClr>
                    </a:solidFill>
                    <a:latin typeface="Cambria Math" panose="02040503050406030204" charset="0"/>
                  </a:rPr>
                  <a:t>不连续</a:t>
                </a:r>
                <a:r>
                  <a:rPr kumimoji="1" lang="en-US" altLang="zh-CN" sz="2200" b="0" dirty="0">
                    <a:solidFill>
                      <a:schemeClr val="tx1">
                        <a:lumMod val="95000"/>
                        <a:lumOff val="5000"/>
                      </a:schemeClr>
                    </a:solidFill>
                    <a:latin typeface="Cambria Math" panose="02040503050406030204" charset="0"/>
                  </a:rPr>
                  <a:t>.</a:t>
                </a:r>
                <a:endParaRPr kumimoji="1" lang="en-US" altLang="zh-CN" sz="2200" b="0" dirty="0">
                  <a:solidFill>
                    <a:schemeClr val="tx1">
                      <a:lumMod val="95000"/>
                      <a:lumOff val="5000"/>
                    </a:schemeClr>
                  </a:solidFill>
                  <a:latin typeface="Cambria Math" panose="02040503050406030204" charset="0"/>
                </a:endParaRPr>
              </a:p>
            </p:txBody>
          </p:sp>
        </mc:Choice>
        <mc:Fallback>
          <p:sp>
            <p:nvSpPr>
              <p:cNvPr id="5" name="Text Box 7"/>
              <p:cNvSpPr txBox="1">
                <a:spLocks noRot="1" noChangeAspect="1" noMove="1" noResize="1" noEditPoints="1" noAdjustHandles="1" noChangeArrowheads="1" noChangeShapeType="1" noTextEdit="1"/>
              </p:cNvSpPr>
              <p:nvPr/>
            </p:nvSpPr>
            <p:spPr bwMode="auto">
              <a:xfrm>
                <a:off x="2139473" y="3465688"/>
                <a:ext cx="4032250" cy="457561"/>
              </a:xfrm>
              <a:prstGeom prst="rect">
                <a:avLst/>
              </a:prstGeom>
              <a:blipFill rotWithShape="1">
                <a:blip r:embed="rId4"/>
                <a:stretch>
                  <a:fillRect l="-4" t="-108" r="4" b="48"/>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zh-CN" altLang="en-US">
                    <a:noFill/>
                  </a:rPr>
                  <a:t> </a:t>
                </a:r>
              </a:p>
            </p:txBody>
          </p:sp>
        </mc:Fallback>
      </mc:AlternateContent>
      <p:sp>
        <p:nvSpPr>
          <p:cNvPr id="16" name="Line 33"/>
          <p:cNvSpPr>
            <a:spLocks noChangeShapeType="1"/>
          </p:cNvSpPr>
          <p:nvPr/>
        </p:nvSpPr>
        <p:spPr bwMode="auto">
          <a:xfrm flipV="1">
            <a:off x="2246153" y="3335079"/>
            <a:ext cx="7655241" cy="0"/>
          </a:xfrm>
          <a:prstGeom prst="line">
            <a:avLst/>
          </a:prstGeom>
          <a:ln w="19050">
            <a:solidFill>
              <a:srgbClr val="04926A"/>
            </a:solidFill>
          </a:ln>
        </p:spPr>
        <p:txBody>
          <a:bodyPr/>
          <a:lstStyle/>
          <a:p>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wipe(left)">
                                      <p:cBhvr>
                                        <p:cTn id="10" dur="500"/>
                                        <p:tgtEl>
                                          <p:spTgt spid="4"/>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16"/>
                                        </p:tgtEl>
                                        <p:attrNameLst>
                                          <p:attrName>style.visibility</p:attrName>
                                        </p:attrNameLst>
                                      </p:cBhvr>
                                      <p:to>
                                        <p:strVal val="visible"/>
                                      </p:to>
                                    </p:set>
                                    <p:animEffect transition="in" filter="wipe(left)">
                                      <p:cBhvr>
                                        <p:cTn id="13" dur="500"/>
                                        <p:tgtEl>
                                          <p:spTgt spid="16"/>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5"/>
                                        </p:tgtEl>
                                        <p:attrNameLst>
                                          <p:attrName>style.visibility</p:attrName>
                                        </p:attrNameLst>
                                      </p:cBhvr>
                                      <p:to>
                                        <p:strVal val="visible"/>
                                      </p:to>
                                    </p:set>
                                    <p:animEffect transition="in" filter="wipe(left)">
                                      <p:cBhvr>
                                        <p:cTn id="18"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5" grpId="0"/>
      <p:bldP spid="16"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7" name="矩形 26"/>
              <p:cNvSpPr/>
              <p:nvPr/>
            </p:nvSpPr>
            <p:spPr>
              <a:xfrm>
                <a:off x="687959" y="536260"/>
                <a:ext cx="10817352" cy="5799897"/>
              </a:xfrm>
              <a:prstGeom prst="rect">
                <a:avLst/>
              </a:prstGeom>
              <a:solidFill>
                <a:schemeClr val="bg1"/>
              </a:solidFill>
              <a:ln>
                <a:noFill/>
              </a:ln>
              <a:effectLst>
                <a:outerShdw blurRad="63500" sx="102000" sy="102000" algn="ctr" rotWithShape="0">
                  <a:prstClr val="black">
                    <a:alpha val="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kumimoji="1" lang="en-US" altLang="zh-CN" dirty="0">
                          <a:latin typeface="Cambria Math" panose="02040503050406030204" charset="0"/>
                          <a:ea typeface="黑体" panose="02010609060101010101" pitchFamily="49" charset="-122"/>
                          <a:cs typeface="Cambria Math" panose="02040503050406030204" charset="0"/>
                        </a:rPr>
                        <m:t>,</m:t>
                      </m:r>
                    </m:oMath>
                  </m:oMathPara>
                </a14:m>
                <a:endParaRPr lang="zh-CN" altLang="en-US"/>
              </a:p>
            </p:txBody>
          </p:sp>
        </mc:Choice>
        <mc:Fallback>
          <p:sp>
            <p:nvSpPr>
              <p:cNvPr id="27" name="矩形 26"/>
              <p:cNvSpPr>
                <a:spLocks noRot="1" noChangeAspect="1" noMove="1" noResize="1" noEditPoints="1" noAdjustHandles="1" noChangeArrowheads="1" noChangeShapeType="1" noTextEdit="1"/>
              </p:cNvSpPr>
              <p:nvPr/>
            </p:nvSpPr>
            <p:spPr>
              <a:xfrm>
                <a:off x="687959" y="536260"/>
                <a:ext cx="10817352" cy="5799897"/>
              </a:xfrm>
              <a:prstGeom prst="rect">
                <a:avLst/>
              </a:prstGeom>
              <a:blipFill rotWithShape="1">
                <a:blip r:embed="rId1"/>
                <a:stretch>
                  <a:fillRect l="-1499" t="-1932" r="-1493" b="-1914"/>
                </a:stretch>
              </a:blipFill>
              <a:ln>
                <a:noFill/>
              </a:ln>
              <a:effectLst>
                <a:outerShdw blurRad="63500" sx="102000" sy="102000" algn="ctr" rotWithShape="0">
                  <a:prstClr val="black">
                    <a:alpha val="9000"/>
                  </a:prstClr>
                </a:outerShdw>
              </a:effectLst>
            </p:spPr>
            <p:style>
              <a:lnRef idx="2">
                <a:schemeClr val="accent1">
                  <a:shade val="50000"/>
                </a:schemeClr>
              </a:lnRef>
              <a:fillRef idx="1">
                <a:schemeClr val="accent1"/>
              </a:fillRef>
              <a:effectRef idx="0">
                <a:schemeClr val="accent1"/>
              </a:effectRef>
              <a:fontRef idx="minor">
                <a:schemeClr val="lt1"/>
              </a:fontRef>
            </p:style>
            <p:txBody>
              <a:bodyPr/>
              <a:lstStyle/>
              <a:p>
                <a:r>
                  <a:rPr lang="zh-CN" altLang="en-US">
                    <a:noFill/>
                  </a:rPr>
                  <a:t> </a:t>
                </a:r>
              </a:p>
            </p:txBody>
          </p:sp>
        </mc:Fallback>
      </mc:AlternateContent>
      <p:sp>
        <p:nvSpPr>
          <p:cNvPr id="28" name="半闭框 27"/>
          <p:cNvSpPr/>
          <p:nvPr/>
        </p:nvSpPr>
        <p:spPr>
          <a:xfrm>
            <a:off x="687324" y="536434"/>
            <a:ext cx="681355" cy="739173"/>
          </a:xfrm>
          <a:prstGeom prst="halfFrame">
            <a:avLst>
              <a:gd name="adj1" fmla="val 7739"/>
              <a:gd name="adj2" fmla="val 6987"/>
            </a:avLst>
          </a:prstGeom>
          <a:gradFill flip="none" rotWithShape="1">
            <a:gsLst>
              <a:gs pos="0">
                <a:schemeClr val="bg1"/>
              </a:gs>
              <a:gs pos="46000">
                <a:srgbClr val="039463"/>
              </a:gs>
              <a:gs pos="100000">
                <a:schemeClr val="bg1"/>
              </a:gs>
            </a:gsLst>
            <a:path path="circle">
              <a:fillToRect t="100000" r="100000"/>
            </a:path>
            <a:tileRect l="-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29" name="半闭框 28"/>
          <p:cNvSpPr/>
          <p:nvPr/>
        </p:nvSpPr>
        <p:spPr>
          <a:xfrm flipH="1">
            <a:off x="10823530" y="535820"/>
            <a:ext cx="681146" cy="739134"/>
          </a:xfrm>
          <a:prstGeom prst="halfFrame">
            <a:avLst>
              <a:gd name="adj1" fmla="val 7739"/>
              <a:gd name="adj2" fmla="val 6987"/>
            </a:avLst>
          </a:prstGeom>
          <a:gradFill flip="none" rotWithShape="1">
            <a:gsLst>
              <a:gs pos="0">
                <a:schemeClr val="bg1"/>
              </a:gs>
              <a:gs pos="46000">
                <a:srgbClr val="039463"/>
              </a:gs>
              <a:gs pos="100000">
                <a:schemeClr val="bg1"/>
              </a:gs>
            </a:gsLst>
            <a:path path="circle">
              <a:fillToRect t="100000" r="100000"/>
            </a:path>
            <a:tileRect l="-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30" name="半闭框 29"/>
          <p:cNvSpPr/>
          <p:nvPr/>
        </p:nvSpPr>
        <p:spPr>
          <a:xfrm flipV="1">
            <a:off x="687324" y="5665394"/>
            <a:ext cx="681355" cy="673517"/>
          </a:xfrm>
          <a:prstGeom prst="halfFrame">
            <a:avLst>
              <a:gd name="adj1" fmla="val 7739"/>
              <a:gd name="adj2" fmla="val 6987"/>
            </a:avLst>
          </a:prstGeom>
          <a:gradFill flip="none" rotWithShape="1">
            <a:gsLst>
              <a:gs pos="0">
                <a:schemeClr val="bg1"/>
              </a:gs>
              <a:gs pos="46000">
                <a:srgbClr val="039463"/>
              </a:gs>
              <a:gs pos="100000">
                <a:schemeClr val="bg1"/>
              </a:gs>
            </a:gsLst>
            <a:path path="circle">
              <a:fillToRect t="100000" r="100000"/>
            </a:path>
            <a:tileRect l="-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200">
              <a:solidFill>
                <a:schemeClr val="tx1"/>
              </a:solidFill>
            </a:endParaRPr>
          </a:p>
        </p:txBody>
      </p:sp>
      <p:sp>
        <p:nvSpPr>
          <p:cNvPr id="31" name="半闭框 30"/>
          <p:cNvSpPr/>
          <p:nvPr/>
        </p:nvSpPr>
        <p:spPr>
          <a:xfrm flipH="1" flipV="1">
            <a:off x="10824165" y="5642774"/>
            <a:ext cx="681146" cy="693383"/>
          </a:xfrm>
          <a:prstGeom prst="halfFrame">
            <a:avLst>
              <a:gd name="adj1" fmla="val 7739"/>
              <a:gd name="adj2" fmla="val 6987"/>
            </a:avLst>
          </a:prstGeom>
          <a:gradFill flip="none" rotWithShape="1">
            <a:gsLst>
              <a:gs pos="0">
                <a:schemeClr val="bg1"/>
              </a:gs>
              <a:gs pos="46000">
                <a:srgbClr val="039463"/>
              </a:gs>
              <a:gs pos="100000">
                <a:schemeClr val="bg1"/>
              </a:gs>
            </a:gsLst>
            <a:path path="circle">
              <a:fillToRect t="100000" r="100000"/>
            </a:path>
            <a:tileRect l="-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2" name="Text Box 32"/>
          <p:cNvSpPr txBox="1">
            <a:spLocks noChangeArrowheads="1"/>
          </p:cNvSpPr>
          <p:nvPr/>
        </p:nvSpPr>
        <p:spPr bwMode="auto">
          <a:xfrm>
            <a:off x="2172890" y="2467357"/>
            <a:ext cx="1079500" cy="430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800" b="1">
                <a:solidFill>
                  <a:schemeClr val="tx1"/>
                </a:solidFill>
                <a:latin typeface="Times New Roman" panose="02020603050405020304" pitchFamily="18" charset="0"/>
                <a:ea typeface="黑体" panose="02010609060101010101" pitchFamily="49" charset="-122"/>
              </a:defRPr>
            </a:lvl1pPr>
            <a:lvl2pPr marL="742950" indent="-285750">
              <a:defRPr sz="2800" b="1">
                <a:solidFill>
                  <a:schemeClr val="tx1"/>
                </a:solidFill>
                <a:latin typeface="Times New Roman" panose="02020603050405020304" pitchFamily="18" charset="0"/>
                <a:ea typeface="黑体" panose="02010609060101010101" pitchFamily="49" charset="-122"/>
              </a:defRPr>
            </a:lvl2pPr>
            <a:lvl3pPr marL="1143000" indent="-228600">
              <a:defRPr sz="2800" b="1">
                <a:solidFill>
                  <a:schemeClr val="tx1"/>
                </a:solidFill>
                <a:latin typeface="Times New Roman" panose="02020603050405020304" pitchFamily="18" charset="0"/>
                <a:ea typeface="黑体" panose="02010609060101010101" pitchFamily="49" charset="-122"/>
              </a:defRPr>
            </a:lvl3pPr>
            <a:lvl4pPr marL="1600200" indent="-228600">
              <a:defRPr sz="2800" b="1">
                <a:solidFill>
                  <a:schemeClr val="tx1"/>
                </a:solidFill>
                <a:latin typeface="Times New Roman" panose="02020603050405020304" pitchFamily="18" charset="0"/>
                <a:ea typeface="黑体" panose="02010609060101010101" pitchFamily="49" charset="-122"/>
              </a:defRPr>
            </a:lvl4pPr>
            <a:lvl5pPr marL="2057400" indent="-228600">
              <a:defRPr sz="2800" b="1">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黑体" panose="02010609060101010101" pitchFamily="49" charset="-122"/>
              </a:defRPr>
            </a:lvl9pPr>
          </a:lstStyle>
          <a:p>
            <a:pPr>
              <a:spcBef>
                <a:spcPct val="50000"/>
              </a:spcBef>
            </a:pPr>
            <a:r>
              <a:rPr kumimoji="1" lang="zh-CN" altLang="en-US" sz="2200" b="0" dirty="0">
                <a:solidFill>
                  <a:schemeClr val="tx1">
                    <a:lumMod val="95000"/>
                    <a:lumOff val="5000"/>
                  </a:schemeClr>
                </a:solidFill>
                <a:latin typeface="Cambria Math" panose="02040503050406030204" charset="0"/>
              </a:rPr>
              <a:t>因为</a:t>
            </a:r>
            <a:endParaRPr kumimoji="1" lang="zh-CN" altLang="en-US" sz="2200" b="0" dirty="0">
              <a:solidFill>
                <a:schemeClr val="tx1">
                  <a:lumMod val="95000"/>
                  <a:lumOff val="5000"/>
                </a:schemeClr>
              </a:solidFill>
              <a:latin typeface="Cambria Math" panose="02040503050406030204" charset="0"/>
            </a:endParaRPr>
          </a:p>
        </p:txBody>
      </p:sp>
      <mc:AlternateContent xmlns:mc="http://schemas.openxmlformats.org/markup-compatibility/2006">
        <mc:Choice xmlns:a14="http://schemas.microsoft.com/office/drawing/2010/main" Requires="a14">
          <p:sp>
            <p:nvSpPr>
              <p:cNvPr id="4" name="Object 34"/>
              <p:cNvSpPr txBox="1"/>
              <p:nvPr/>
            </p:nvSpPr>
            <p:spPr bwMode="auto">
              <a:xfrm>
                <a:off x="2866390" y="2449830"/>
                <a:ext cx="4614545" cy="473075"/>
              </a:xfrm>
              <a:prstGeom prst="rect">
                <a:avLst/>
              </a:prstGeom>
              <a:noFill/>
              <a:ln>
                <a:noFill/>
              </a:ln>
              <a:effectLst/>
            </p:spPr>
            <p:txBody>
              <a:bodyPr>
                <a:noAutofit/>
              </a:bodyPr>
              <a:lstStyle/>
              <a:p>
                <a:pPr>
                  <a:spcBef>
                    <a:spcPct val="50000"/>
                  </a:spcBef>
                </a:pPr>
                <a14:m>
                  <m:oMathPara xmlns:m="http://schemas.openxmlformats.org/officeDocument/2006/math">
                    <m:oMathParaPr>
                      <m:jc m:val="left"/>
                    </m:oMathParaPr>
                    <m:oMath xmlns:m="http://schemas.openxmlformats.org/officeDocument/2006/math">
                      <m:r>
                        <m:rPr>
                          <m:sty m:val="p"/>
                        </m:rPr>
                        <a:rPr kumimoji="1" lang="zh-CN" altLang="en-US" sz="2200">
                          <a:solidFill>
                            <a:schemeClr val="tx1">
                              <a:lumMod val="95000"/>
                              <a:lumOff val="5000"/>
                            </a:schemeClr>
                          </a:solidFill>
                          <a:latin typeface="Cambria Math" panose="02040503050406030204" charset="0"/>
                          <a:ea typeface="黑体" panose="02010609060101010101" pitchFamily="49" charset="-122"/>
                        </a:rPr>
                        <m:t>Δ</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𝑧</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sSub>
                        <m:sSubPr>
                          <m:ctrlPr>
                            <a:rPr kumimoji="1" lang="zh-CN" altLang="en-US" sz="2200" i="1">
                              <a:solidFill>
                                <a:schemeClr val="tx1">
                                  <a:lumMod val="95000"/>
                                  <a:lumOff val="5000"/>
                                </a:schemeClr>
                              </a:solidFill>
                              <a:latin typeface="Cambria Math" panose="02040503050406030204" charset="0"/>
                              <a:ea typeface="黑体" panose="02010609060101010101" pitchFamily="49" charset="-122"/>
                            </a:rPr>
                          </m:ctrlPr>
                        </m:sSubPr>
                        <m:e>
                          <m:r>
                            <a:rPr kumimoji="1" lang="zh-CN" altLang="en-US" sz="2200">
                              <a:solidFill>
                                <a:schemeClr val="tx1">
                                  <a:lumMod val="95000"/>
                                  <a:lumOff val="5000"/>
                                </a:schemeClr>
                              </a:solidFill>
                              <a:latin typeface="Cambria Math" panose="02040503050406030204" charset="0"/>
                              <a:ea typeface="黑体" panose="02010609060101010101" pitchFamily="49" charset="-122"/>
                            </a:rPr>
                            <m:t>𝑓</m:t>
                          </m:r>
                        </m:e>
                        <m:sub>
                          <m:r>
                            <a:rPr kumimoji="1" lang="zh-CN" altLang="en-US" sz="2200">
                              <a:solidFill>
                                <a:schemeClr val="tx1">
                                  <a:lumMod val="95000"/>
                                  <a:lumOff val="5000"/>
                                </a:schemeClr>
                              </a:solidFill>
                              <a:latin typeface="Cambria Math" panose="02040503050406030204" charset="0"/>
                              <a:ea typeface="黑体" panose="02010609060101010101" pitchFamily="49" charset="-122"/>
                            </a:rPr>
                            <m:t>𝑥</m:t>
                          </m:r>
                        </m:sub>
                      </m:sSub>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rPr>
                        <m:t>0</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rPr>
                        <m:t>0</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m:rPr>
                          <m:sty m:val="p"/>
                        </m:rPr>
                        <a:rPr kumimoji="1" lang="zh-CN" altLang="en-US" sz="2200">
                          <a:solidFill>
                            <a:schemeClr val="tx1">
                              <a:lumMod val="95000"/>
                              <a:lumOff val="5000"/>
                            </a:schemeClr>
                          </a:solidFill>
                          <a:latin typeface="Cambria Math" panose="02040503050406030204" charset="0"/>
                          <a:ea typeface="黑体" panose="02010609060101010101" pitchFamily="49" charset="-122"/>
                        </a:rPr>
                        <m:t>Δ</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𝑥</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sSub>
                        <m:sSubPr>
                          <m:ctrlPr>
                            <a:rPr kumimoji="1" lang="zh-CN" altLang="en-US" sz="2200" i="1">
                              <a:solidFill>
                                <a:schemeClr val="tx1">
                                  <a:lumMod val="95000"/>
                                  <a:lumOff val="5000"/>
                                </a:schemeClr>
                              </a:solidFill>
                              <a:latin typeface="Cambria Math" panose="02040503050406030204" charset="0"/>
                              <a:ea typeface="黑体" panose="02010609060101010101" pitchFamily="49" charset="-122"/>
                            </a:rPr>
                          </m:ctrlPr>
                        </m:sSubPr>
                        <m:e>
                          <m:r>
                            <a:rPr kumimoji="1" lang="zh-CN" altLang="en-US" sz="2200">
                              <a:solidFill>
                                <a:schemeClr val="tx1">
                                  <a:lumMod val="95000"/>
                                  <a:lumOff val="5000"/>
                                </a:schemeClr>
                              </a:solidFill>
                              <a:latin typeface="Cambria Math" panose="02040503050406030204" charset="0"/>
                              <a:ea typeface="黑体" panose="02010609060101010101" pitchFamily="49" charset="-122"/>
                            </a:rPr>
                            <m:t>𝑓</m:t>
                          </m:r>
                        </m:e>
                        <m:sub>
                          <m:r>
                            <a:rPr kumimoji="1" lang="zh-CN" altLang="en-US" sz="2200">
                              <a:solidFill>
                                <a:schemeClr val="tx1">
                                  <a:lumMod val="95000"/>
                                  <a:lumOff val="5000"/>
                                </a:schemeClr>
                              </a:solidFill>
                              <a:latin typeface="Cambria Math" panose="02040503050406030204" charset="0"/>
                              <a:ea typeface="黑体" panose="02010609060101010101" pitchFamily="49" charset="-122"/>
                            </a:rPr>
                            <m:t>𝑦</m:t>
                          </m:r>
                        </m:sub>
                      </m:sSub>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rPr>
                        <m:t>0</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rPr>
                        <m:t>0</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m:rPr>
                          <m:sty m:val="p"/>
                        </m:rPr>
                        <a:rPr kumimoji="1" lang="zh-CN" altLang="en-US" sz="2200">
                          <a:solidFill>
                            <a:schemeClr val="tx1">
                              <a:lumMod val="95000"/>
                              <a:lumOff val="5000"/>
                            </a:schemeClr>
                          </a:solidFill>
                          <a:latin typeface="Cambria Math" panose="02040503050406030204" charset="0"/>
                          <a:ea typeface="黑体" panose="02010609060101010101" pitchFamily="49" charset="-122"/>
                        </a:rPr>
                        <m:t>Δ</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𝑦</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oMath>
                  </m:oMathPara>
                </a14:m>
                <a:endParaRPr kumimoji="1" lang="zh-CN" altLang="en-US" sz="2200" dirty="0">
                  <a:solidFill>
                    <a:schemeClr val="tx1">
                      <a:lumMod val="95000"/>
                      <a:lumOff val="5000"/>
                    </a:schemeClr>
                  </a:solidFill>
                  <a:latin typeface="Cambria Math" panose="02040503050406030204" charset="0"/>
                  <a:ea typeface="黑体" panose="02010609060101010101" pitchFamily="49" charset="-122"/>
                </a:endParaRPr>
              </a:p>
            </p:txBody>
          </p:sp>
        </mc:Choice>
        <mc:Fallback>
          <p:sp>
            <p:nvSpPr>
              <p:cNvPr id="4" name="Object 34"/>
              <p:cNvSpPr txBox="1">
                <a:spLocks noRot="1" noChangeAspect="1" noMove="1" noResize="1" noEditPoints="1" noAdjustHandles="1" noChangeArrowheads="1" noChangeShapeType="1" noTextEdit="1"/>
              </p:cNvSpPr>
              <p:nvPr/>
            </p:nvSpPr>
            <p:spPr bwMode="auto">
              <a:xfrm>
                <a:off x="2866390" y="2449830"/>
                <a:ext cx="4614545" cy="473075"/>
              </a:xfrm>
              <a:prstGeom prst="rect">
                <a:avLst/>
              </a:prstGeom>
              <a:blipFill rotWithShape="1">
                <a:blip r:embed="rId2"/>
                <a:stretch>
                  <a:fillRect/>
                </a:stretch>
              </a:blipFill>
              <a:ln>
                <a:noFill/>
              </a:ln>
              <a:effectLst/>
            </p:spPr>
            <p:txBody>
              <a:bodyPr/>
              <a:lstStyle/>
              <a:p>
                <a:r>
                  <a:rPr lang="zh-CN" altLang="en-US">
                    <a:noFill/>
                  </a:rPr>
                  <a:t> </a:t>
                </a:r>
              </a:p>
            </p:txBody>
          </p:sp>
        </mc:Fallback>
      </mc:AlternateContent>
      <p:sp>
        <p:nvSpPr>
          <p:cNvPr id="6" name="Text Box 37"/>
          <p:cNvSpPr txBox="1">
            <a:spLocks noChangeArrowheads="1"/>
          </p:cNvSpPr>
          <p:nvPr/>
        </p:nvSpPr>
        <p:spPr bwMode="auto">
          <a:xfrm>
            <a:off x="2172890" y="5039864"/>
            <a:ext cx="1008062" cy="430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800" b="1">
                <a:solidFill>
                  <a:schemeClr val="tx1"/>
                </a:solidFill>
                <a:latin typeface="Times New Roman" panose="02020603050405020304" pitchFamily="18" charset="0"/>
                <a:ea typeface="黑体" panose="02010609060101010101" pitchFamily="49" charset="-122"/>
              </a:defRPr>
            </a:lvl1pPr>
            <a:lvl2pPr marL="742950" indent="-285750">
              <a:defRPr sz="2800" b="1">
                <a:solidFill>
                  <a:schemeClr val="tx1"/>
                </a:solidFill>
                <a:latin typeface="Times New Roman" panose="02020603050405020304" pitchFamily="18" charset="0"/>
                <a:ea typeface="黑体" panose="02010609060101010101" pitchFamily="49" charset="-122"/>
              </a:defRPr>
            </a:lvl2pPr>
            <a:lvl3pPr marL="1143000" indent="-228600">
              <a:defRPr sz="2800" b="1">
                <a:solidFill>
                  <a:schemeClr val="tx1"/>
                </a:solidFill>
                <a:latin typeface="Times New Roman" panose="02020603050405020304" pitchFamily="18" charset="0"/>
                <a:ea typeface="黑体" panose="02010609060101010101" pitchFamily="49" charset="-122"/>
              </a:defRPr>
            </a:lvl3pPr>
            <a:lvl4pPr marL="1600200" indent="-228600">
              <a:defRPr sz="2800" b="1">
                <a:solidFill>
                  <a:schemeClr val="tx1"/>
                </a:solidFill>
                <a:latin typeface="Times New Roman" panose="02020603050405020304" pitchFamily="18" charset="0"/>
                <a:ea typeface="黑体" panose="02010609060101010101" pitchFamily="49" charset="-122"/>
              </a:defRPr>
            </a:lvl4pPr>
            <a:lvl5pPr marL="2057400" indent="-228600">
              <a:defRPr sz="2800" b="1">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黑体" panose="02010609060101010101" pitchFamily="49" charset="-122"/>
              </a:defRPr>
            </a:lvl9pPr>
          </a:lstStyle>
          <a:p>
            <a:pPr>
              <a:spcBef>
                <a:spcPct val="50000"/>
              </a:spcBef>
            </a:pPr>
            <a:r>
              <a:rPr kumimoji="1" lang="zh-CN" altLang="en-US" sz="2200" b="0" dirty="0">
                <a:solidFill>
                  <a:schemeClr val="tx1">
                    <a:lumMod val="95000"/>
                    <a:lumOff val="5000"/>
                  </a:schemeClr>
                </a:solidFill>
                <a:latin typeface="Cambria Math" panose="02040503050406030204" charset="0"/>
              </a:rPr>
              <a:t>所以</a:t>
            </a:r>
            <a:endParaRPr kumimoji="1" lang="zh-CN" altLang="en-US" sz="2200" b="0" dirty="0">
              <a:solidFill>
                <a:schemeClr val="tx1">
                  <a:lumMod val="95000"/>
                  <a:lumOff val="5000"/>
                </a:schemeClr>
              </a:solidFill>
              <a:latin typeface="Cambria Math" panose="02040503050406030204" charset="0"/>
            </a:endParaRPr>
          </a:p>
        </p:txBody>
      </p:sp>
      <mc:AlternateContent xmlns:mc="http://schemas.openxmlformats.org/markup-compatibility/2006">
        <mc:Choice xmlns:a14="http://schemas.microsoft.com/office/drawing/2010/main" Requires="a14">
          <p:sp>
            <p:nvSpPr>
              <p:cNvPr id="7" name="Object 38"/>
              <p:cNvSpPr txBox="1"/>
              <p:nvPr/>
            </p:nvSpPr>
            <p:spPr bwMode="auto">
              <a:xfrm>
                <a:off x="2810273" y="5019563"/>
                <a:ext cx="5162549" cy="471487"/>
              </a:xfrm>
              <a:prstGeom prst="rect">
                <a:avLst/>
              </a:prstGeom>
              <a:noFill/>
              <a:ln>
                <a:noFill/>
              </a:ln>
              <a:effectLst/>
            </p:spPr>
            <p:txBody>
              <a:bodyPr>
                <a:noAutofit/>
              </a:bodyPr>
              <a:lstStyle/>
              <a:p>
                <a:pPr>
                  <a:spcBef>
                    <a:spcPct val="50000"/>
                  </a:spcBef>
                </a:pPr>
                <a14:m>
                  <m:oMathPara xmlns:m="http://schemas.openxmlformats.org/officeDocument/2006/math">
                    <m:oMathParaPr>
                      <m:jc m:val="left"/>
                    </m:oMathParaPr>
                    <m:oMath xmlns:m="http://schemas.openxmlformats.org/officeDocument/2006/math">
                      <m:r>
                        <m:rPr>
                          <m:sty m:val="p"/>
                        </m:rPr>
                        <a:rPr kumimoji="1" lang="zh-CN" altLang="en-US" sz="2200">
                          <a:solidFill>
                            <a:schemeClr val="tx1">
                              <a:lumMod val="95000"/>
                              <a:lumOff val="5000"/>
                            </a:schemeClr>
                          </a:solidFill>
                          <a:latin typeface="Cambria Math" panose="02040503050406030204" charset="0"/>
                          <a:ea typeface="黑体" panose="02010609060101010101" pitchFamily="49" charset="-122"/>
                        </a:rPr>
                        <m:t>Δ</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𝑧</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sSub>
                        <m:sSubPr>
                          <m:ctrlPr>
                            <a:rPr kumimoji="1" lang="zh-CN" altLang="en-US" sz="2200" i="1">
                              <a:solidFill>
                                <a:schemeClr val="tx1">
                                  <a:lumMod val="95000"/>
                                  <a:lumOff val="5000"/>
                                </a:schemeClr>
                              </a:solidFill>
                              <a:latin typeface="Cambria Math" panose="02040503050406030204" charset="0"/>
                              <a:ea typeface="黑体" panose="02010609060101010101" pitchFamily="49" charset="-122"/>
                            </a:rPr>
                          </m:ctrlPr>
                        </m:sSubPr>
                        <m:e>
                          <m:r>
                            <a:rPr kumimoji="1" lang="zh-CN" altLang="en-US" sz="2200">
                              <a:solidFill>
                                <a:schemeClr val="tx1">
                                  <a:lumMod val="95000"/>
                                  <a:lumOff val="5000"/>
                                </a:schemeClr>
                              </a:solidFill>
                              <a:latin typeface="Cambria Math" panose="02040503050406030204" charset="0"/>
                              <a:ea typeface="黑体" panose="02010609060101010101" pitchFamily="49" charset="-122"/>
                            </a:rPr>
                            <m:t>𝑓</m:t>
                          </m:r>
                        </m:e>
                        <m:sub>
                          <m:r>
                            <a:rPr kumimoji="1" lang="zh-CN" altLang="en-US" sz="2200">
                              <a:solidFill>
                                <a:schemeClr val="tx1">
                                  <a:lumMod val="95000"/>
                                  <a:lumOff val="5000"/>
                                </a:schemeClr>
                              </a:solidFill>
                              <a:latin typeface="Cambria Math" panose="02040503050406030204" charset="0"/>
                              <a:ea typeface="黑体" panose="02010609060101010101" pitchFamily="49" charset="-122"/>
                            </a:rPr>
                            <m:t>𝑥</m:t>
                          </m:r>
                        </m:sub>
                      </m:sSub>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rPr>
                        <m:t>0</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rPr>
                        <m:t>0</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m:rPr>
                          <m:sty m:val="p"/>
                        </m:rPr>
                        <a:rPr kumimoji="1" lang="zh-CN" altLang="en-US" sz="2200">
                          <a:solidFill>
                            <a:schemeClr val="tx1">
                              <a:lumMod val="95000"/>
                              <a:lumOff val="5000"/>
                            </a:schemeClr>
                          </a:solidFill>
                          <a:latin typeface="Cambria Math" panose="02040503050406030204" charset="0"/>
                          <a:ea typeface="黑体" panose="02010609060101010101" pitchFamily="49" charset="-122"/>
                        </a:rPr>
                        <m:t>Δ</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𝑥</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sSub>
                        <m:sSubPr>
                          <m:ctrlPr>
                            <a:rPr kumimoji="1" lang="zh-CN" altLang="en-US" sz="2200" i="1">
                              <a:solidFill>
                                <a:schemeClr val="tx1">
                                  <a:lumMod val="95000"/>
                                  <a:lumOff val="5000"/>
                                </a:schemeClr>
                              </a:solidFill>
                              <a:latin typeface="Cambria Math" panose="02040503050406030204" charset="0"/>
                              <a:ea typeface="黑体" panose="02010609060101010101" pitchFamily="49" charset="-122"/>
                            </a:rPr>
                          </m:ctrlPr>
                        </m:sSubPr>
                        <m:e>
                          <m:r>
                            <a:rPr kumimoji="1" lang="zh-CN" altLang="en-US" sz="2200">
                              <a:solidFill>
                                <a:schemeClr val="tx1">
                                  <a:lumMod val="95000"/>
                                  <a:lumOff val="5000"/>
                                </a:schemeClr>
                              </a:solidFill>
                              <a:latin typeface="Cambria Math" panose="02040503050406030204" charset="0"/>
                              <a:ea typeface="黑体" panose="02010609060101010101" pitchFamily="49" charset="-122"/>
                            </a:rPr>
                            <m:t>𝑓</m:t>
                          </m:r>
                        </m:e>
                        <m:sub>
                          <m:r>
                            <a:rPr kumimoji="1" lang="zh-CN" altLang="en-US" sz="2200">
                              <a:solidFill>
                                <a:schemeClr val="tx1">
                                  <a:lumMod val="95000"/>
                                  <a:lumOff val="5000"/>
                                </a:schemeClr>
                              </a:solidFill>
                              <a:latin typeface="Cambria Math" panose="02040503050406030204" charset="0"/>
                              <a:ea typeface="黑体" panose="02010609060101010101" pitchFamily="49" charset="-122"/>
                            </a:rPr>
                            <m:t>𝑦</m:t>
                          </m:r>
                        </m:sub>
                      </m:sSub>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rPr>
                        <m:t>0</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rPr>
                        <m:t>0</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m:rPr>
                          <m:sty m:val="p"/>
                        </m:rPr>
                        <a:rPr kumimoji="1" lang="zh-CN" altLang="en-US" sz="2200">
                          <a:solidFill>
                            <a:schemeClr val="tx1">
                              <a:lumMod val="95000"/>
                              <a:lumOff val="5000"/>
                            </a:schemeClr>
                          </a:solidFill>
                          <a:latin typeface="Cambria Math" panose="02040503050406030204" charset="0"/>
                          <a:ea typeface="黑体" panose="02010609060101010101" pitchFamily="49" charset="-122"/>
                        </a:rPr>
                        <m:t>Δ</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𝑦</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𝑜</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𝜌</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oMath>
                  </m:oMathPara>
                </a14:m>
                <a:endParaRPr kumimoji="1" lang="zh-CN" altLang="en-US" sz="2200" dirty="0">
                  <a:solidFill>
                    <a:schemeClr val="tx1">
                      <a:lumMod val="95000"/>
                      <a:lumOff val="5000"/>
                    </a:schemeClr>
                  </a:solidFill>
                  <a:latin typeface="Cambria Math" panose="02040503050406030204" charset="0"/>
                  <a:ea typeface="黑体" panose="02010609060101010101" pitchFamily="49" charset="-122"/>
                </a:endParaRPr>
              </a:p>
            </p:txBody>
          </p:sp>
        </mc:Choice>
        <mc:Fallback>
          <p:sp>
            <p:nvSpPr>
              <p:cNvPr id="7" name="Object 38"/>
              <p:cNvSpPr txBox="1">
                <a:spLocks noRot="1" noChangeAspect="1" noMove="1" noResize="1" noEditPoints="1" noAdjustHandles="1" noChangeArrowheads="1" noChangeShapeType="1" noTextEdit="1"/>
              </p:cNvSpPr>
              <p:nvPr/>
            </p:nvSpPr>
            <p:spPr bwMode="auto">
              <a:xfrm>
                <a:off x="2810273" y="5019563"/>
                <a:ext cx="5162549" cy="471487"/>
              </a:xfrm>
              <a:prstGeom prst="rect">
                <a:avLst/>
              </a:prstGeom>
              <a:blipFill rotWithShape="1">
                <a:blip r:embed="rId3"/>
                <a:stretch>
                  <a:fillRect l="-8" t="-111" r="8" b="43"/>
                </a:stretch>
              </a:blipFill>
              <a:ln>
                <a:noFill/>
              </a:ln>
              <a:effectLst/>
            </p:spPr>
            <p:txBody>
              <a:bodyPr/>
              <a:lstStyle/>
              <a:p>
                <a:r>
                  <a:rPr lang="zh-CN" altLang="en-US">
                    <a:noFill/>
                  </a:rPr>
                  <a:t> </a:t>
                </a:r>
              </a:p>
            </p:txBody>
          </p:sp>
        </mc:Fallback>
      </mc:AlternateContent>
      <p:sp>
        <p:nvSpPr>
          <p:cNvPr id="8" name="Text Box 39"/>
          <p:cNvSpPr txBox="1">
            <a:spLocks noChangeArrowheads="1"/>
          </p:cNvSpPr>
          <p:nvPr/>
        </p:nvSpPr>
        <p:spPr bwMode="auto">
          <a:xfrm>
            <a:off x="7747635" y="5039995"/>
            <a:ext cx="2799080" cy="4298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2800" b="1">
                <a:solidFill>
                  <a:schemeClr val="tx1"/>
                </a:solidFill>
                <a:latin typeface="Times New Roman" panose="02020603050405020304" pitchFamily="18" charset="0"/>
                <a:ea typeface="黑体" panose="02010609060101010101" pitchFamily="49" charset="-122"/>
              </a:defRPr>
            </a:lvl1pPr>
            <a:lvl2pPr marL="742950" indent="-285750">
              <a:defRPr sz="2800" b="1">
                <a:solidFill>
                  <a:schemeClr val="tx1"/>
                </a:solidFill>
                <a:latin typeface="Times New Roman" panose="02020603050405020304" pitchFamily="18" charset="0"/>
                <a:ea typeface="黑体" panose="02010609060101010101" pitchFamily="49" charset="-122"/>
              </a:defRPr>
            </a:lvl2pPr>
            <a:lvl3pPr marL="1143000" indent="-228600">
              <a:defRPr sz="2800" b="1">
                <a:solidFill>
                  <a:schemeClr val="tx1"/>
                </a:solidFill>
                <a:latin typeface="Times New Roman" panose="02020603050405020304" pitchFamily="18" charset="0"/>
                <a:ea typeface="黑体" panose="02010609060101010101" pitchFamily="49" charset="-122"/>
              </a:defRPr>
            </a:lvl3pPr>
            <a:lvl4pPr marL="1600200" indent="-228600">
              <a:defRPr sz="2800" b="1">
                <a:solidFill>
                  <a:schemeClr val="tx1"/>
                </a:solidFill>
                <a:latin typeface="Times New Roman" panose="02020603050405020304" pitchFamily="18" charset="0"/>
                <a:ea typeface="黑体" panose="02010609060101010101" pitchFamily="49" charset="-122"/>
              </a:defRPr>
            </a:lvl4pPr>
            <a:lvl5pPr marL="2057400" indent="-228600">
              <a:defRPr sz="2800" b="1">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黑体" panose="02010609060101010101" pitchFamily="49" charset="-122"/>
              </a:defRPr>
            </a:lvl9pPr>
          </a:lstStyle>
          <a:p>
            <a:pPr>
              <a:spcBef>
                <a:spcPct val="50000"/>
              </a:spcBef>
            </a:pPr>
            <a:r>
              <a:rPr kumimoji="1" lang="zh-CN" altLang="en-US" sz="2200" b="0" dirty="0">
                <a:solidFill>
                  <a:schemeClr val="tx1">
                    <a:lumMod val="95000"/>
                    <a:lumOff val="5000"/>
                  </a:schemeClr>
                </a:solidFill>
                <a:latin typeface="Cambria Math" panose="02040503050406030204" charset="0"/>
              </a:rPr>
              <a:t>即函数在</a:t>
            </a:r>
            <a:r>
              <a:rPr kumimoji="1" lang="en-US" altLang="zh-CN" sz="2200" b="0" dirty="0">
                <a:solidFill>
                  <a:schemeClr val="tx1">
                    <a:lumMod val="95000"/>
                    <a:lumOff val="5000"/>
                  </a:schemeClr>
                </a:solidFill>
                <a:latin typeface="Cambria Math" panose="02040503050406030204" charset="0"/>
              </a:rPr>
              <a:t>(0 , 0)</a:t>
            </a:r>
            <a:r>
              <a:rPr kumimoji="1" lang="zh-CN" altLang="en-US" sz="2200" b="0" dirty="0">
                <a:solidFill>
                  <a:schemeClr val="tx1">
                    <a:lumMod val="95000"/>
                    <a:lumOff val="5000"/>
                  </a:schemeClr>
                </a:solidFill>
                <a:latin typeface="Cambria Math" panose="02040503050406030204" charset="0"/>
              </a:rPr>
              <a:t>处</a:t>
            </a:r>
            <a:endParaRPr kumimoji="1" lang="zh-CN" altLang="en-US" sz="2200" b="0" dirty="0">
              <a:solidFill>
                <a:schemeClr val="tx1">
                  <a:lumMod val="95000"/>
                  <a:lumOff val="5000"/>
                </a:schemeClr>
              </a:solidFill>
              <a:latin typeface="Cambria Math" panose="02040503050406030204" charset="0"/>
            </a:endParaRPr>
          </a:p>
        </p:txBody>
      </p:sp>
      <mc:AlternateContent xmlns:mc="http://schemas.openxmlformats.org/markup-compatibility/2006">
        <mc:Choice xmlns:a14="http://schemas.microsoft.com/office/drawing/2010/main" Requires="a14">
          <p:sp>
            <p:nvSpPr>
              <p:cNvPr id="9" name="Object 40"/>
              <p:cNvSpPr txBox="1"/>
              <p:nvPr/>
            </p:nvSpPr>
            <p:spPr bwMode="auto">
              <a:xfrm>
                <a:off x="2934099" y="735705"/>
                <a:ext cx="6115016" cy="1279525"/>
              </a:xfrm>
              <a:prstGeom prst="rect">
                <a:avLst/>
              </a:prstGeom>
              <a:noFill/>
              <a:ln>
                <a:noFill/>
              </a:ln>
              <a:effectLst/>
            </p:spPr>
            <p:txBody>
              <a:bodyPr>
                <a:noAutofit/>
              </a:bodyPr>
              <a:lstStyle/>
              <a:p>
                <a14:m>
                  <m:oMathPara xmlns:m="http://schemas.openxmlformats.org/officeDocument/2006/math">
                    <m:oMathParaPr>
                      <m:jc m:val="left"/>
                    </m:oMathParaPr>
                    <m:oMath xmlns:m="http://schemas.openxmlformats.org/officeDocument/2006/math">
                      <m:r>
                        <a:rPr kumimoji="1" lang="zh-CN" altLang="en-US" sz="2200">
                          <a:solidFill>
                            <a:schemeClr val="tx1">
                              <a:lumMod val="95000"/>
                              <a:lumOff val="5000"/>
                            </a:schemeClr>
                          </a:solidFill>
                          <a:latin typeface="Cambria Math" panose="02040503050406030204" charset="0"/>
                          <a:ea typeface="黑体" panose="02010609060101010101" pitchFamily="49" charset="-122"/>
                        </a:rPr>
                        <m:t>𝑓</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𝑥</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𝑦</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d>
                        <m:dPr>
                          <m:begChr m:val="{"/>
                          <m:endChr m:val=""/>
                          <m:ctrlPr>
                            <a:rPr kumimoji="1" lang="zh-CN" altLang="en-US" sz="2200" i="1">
                              <a:solidFill>
                                <a:schemeClr val="tx1">
                                  <a:lumMod val="95000"/>
                                  <a:lumOff val="5000"/>
                                </a:schemeClr>
                              </a:solidFill>
                              <a:latin typeface="Cambria Math" panose="02040503050406030204" charset="0"/>
                              <a:ea typeface="黑体" panose="02010609060101010101" pitchFamily="49" charset="-122"/>
                            </a:rPr>
                          </m:ctrlPr>
                        </m:dPr>
                        <m:e>
                          <m:m>
                            <m:mPr>
                              <m:mcs>
                                <m:mc>
                                  <m:mcPr>
                                    <m:count m:val="1"/>
                                    <m:mcJc m:val="center"/>
                                  </m:mcPr>
                                </m:mc>
                              </m:mcs>
                              <m:plcHide m:val="on"/>
                              <m:ctrlPr>
                                <a:rPr kumimoji="1" lang="zh-CN" altLang="en-US" sz="2200" i="1">
                                  <a:solidFill>
                                    <a:schemeClr val="tx1">
                                      <a:lumMod val="95000"/>
                                      <a:lumOff val="5000"/>
                                    </a:schemeClr>
                                  </a:solidFill>
                                  <a:latin typeface="Cambria Math" panose="02040503050406030204" charset="0"/>
                                  <a:ea typeface="黑体" panose="02010609060101010101" pitchFamily="49" charset="-122"/>
                                </a:rPr>
                              </m:ctrlPr>
                            </m:mPr>
                            <m:mr>
                              <m:e>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sSup>
                                  <m:sSupPr>
                                    <m:ctrlPr>
                                      <a:rPr kumimoji="1" lang="zh-CN" altLang="en-US" sz="2200" i="1">
                                        <a:solidFill>
                                          <a:schemeClr val="tx1">
                                            <a:lumMod val="95000"/>
                                            <a:lumOff val="5000"/>
                                          </a:schemeClr>
                                        </a:solidFill>
                                        <a:latin typeface="Cambria Math" panose="02040503050406030204" charset="0"/>
                                        <a:ea typeface="黑体" panose="02010609060101010101" pitchFamily="49" charset="-122"/>
                                      </a:rPr>
                                    </m:ctrlPr>
                                  </m:sSupPr>
                                  <m:e>
                                    <m:r>
                                      <a:rPr kumimoji="1" lang="zh-CN" altLang="en-US" sz="2200">
                                        <a:solidFill>
                                          <a:schemeClr val="tx1">
                                            <a:lumMod val="95000"/>
                                            <a:lumOff val="5000"/>
                                          </a:schemeClr>
                                        </a:solidFill>
                                        <a:latin typeface="Cambria Math" panose="02040503050406030204" charset="0"/>
                                        <a:ea typeface="黑体" panose="02010609060101010101" pitchFamily="49" charset="-122"/>
                                      </a:rPr>
                                      <m:t>𝑥</m:t>
                                    </m:r>
                                  </m:e>
                                  <m:sup>
                                    <m:r>
                                      <a:rPr kumimoji="1" lang="zh-CN" altLang="en-US" sz="2200">
                                        <a:solidFill>
                                          <a:schemeClr val="tx1">
                                            <a:lumMod val="95000"/>
                                            <a:lumOff val="5000"/>
                                          </a:schemeClr>
                                        </a:solidFill>
                                        <a:latin typeface="Cambria Math" panose="02040503050406030204" charset="0"/>
                                        <a:ea typeface="黑体" panose="02010609060101010101" pitchFamily="49" charset="-122"/>
                                      </a:rPr>
                                      <m:t>2</m:t>
                                    </m:r>
                                  </m:sup>
                                </m:sSup>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sSup>
                                  <m:sSupPr>
                                    <m:ctrlPr>
                                      <a:rPr kumimoji="1" lang="zh-CN" altLang="en-US" sz="2200" i="1">
                                        <a:solidFill>
                                          <a:schemeClr val="tx1">
                                            <a:lumMod val="95000"/>
                                            <a:lumOff val="5000"/>
                                          </a:schemeClr>
                                        </a:solidFill>
                                        <a:latin typeface="Cambria Math" panose="02040503050406030204" charset="0"/>
                                        <a:ea typeface="黑体" panose="02010609060101010101" pitchFamily="49" charset="-122"/>
                                      </a:rPr>
                                    </m:ctrlPr>
                                  </m:sSupPr>
                                  <m:e>
                                    <m:r>
                                      <a:rPr kumimoji="1" lang="zh-CN" altLang="en-US" sz="2200">
                                        <a:solidFill>
                                          <a:schemeClr val="tx1">
                                            <a:lumMod val="95000"/>
                                            <a:lumOff val="5000"/>
                                          </a:schemeClr>
                                        </a:solidFill>
                                        <a:latin typeface="Cambria Math" panose="02040503050406030204" charset="0"/>
                                        <a:ea typeface="黑体" panose="02010609060101010101" pitchFamily="49" charset="-122"/>
                                      </a:rPr>
                                      <m:t>𝑦</m:t>
                                    </m:r>
                                  </m:e>
                                  <m:sup>
                                    <m:r>
                                      <a:rPr kumimoji="1" lang="zh-CN" altLang="en-US" sz="2200">
                                        <a:solidFill>
                                          <a:schemeClr val="tx1">
                                            <a:lumMod val="95000"/>
                                            <a:lumOff val="5000"/>
                                          </a:schemeClr>
                                        </a:solidFill>
                                        <a:latin typeface="Cambria Math" panose="02040503050406030204" charset="0"/>
                                        <a:ea typeface="黑体" panose="02010609060101010101" pitchFamily="49" charset="-122"/>
                                      </a:rPr>
                                      <m:t>2</m:t>
                                    </m:r>
                                  </m:sup>
                                </m:sSup>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func>
                                  <m:funcPr>
                                    <m:ctrlPr>
                                      <a:rPr kumimoji="1" lang="zh-CN" altLang="en-US" sz="2200" i="1">
                                        <a:solidFill>
                                          <a:schemeClr val="tx1">
                                            <a:lumMod val="95000"/>
                                            <a:lumOff val="5000"/>
                                          </a:schemeClr>
                                        </a:solidFill>
                                        <a:latin typeface="Cambria Math" panose="02040503050406030204" charset="0"/>
                                        <a:ea typeface="黑体" panose="02010609060101010101" pitchFamily="49" charset="-122"/>
                                      </a:rPr>
                                    </m:ctrlPr>
                                  </m:funcPr>
                                  <m:fName>
                                    <m:r>
                                      <m:rPr>
                                        <m:sty m:val="p"/>
                                      </m:rPr>
                                      <a:rPr kumimoji="1" lang="zh-CN" altLang="en-US" sz="2200">
                                        <a:solidFill>
                                          <a:schemeClr val="tx1">
                                            <a:lumMod val="95000"/>
                                            <a:lumOff val="5000"/>
                                          </a:schemeClr>
                                        </a:solidFill>
                                        <a:latin typeface="Cambria Math" panose="02040503050406030204" charset="0"/>
                                        <a:ea typeface="黑体" panose="02010609060101010101" pitchFamily="49" charset="-122"/>
                                      </a:rPr>
                                      <m:t>sin</m:t>
                                    </m:r>
                                  </m:fName>
                                  <m:e>
                                    <m:f>
                                      <m:fPr>
                                        <m:ctrlPr>
                                          <a:rPr kumimoji="1" lang="zh-CN" altLang="en-US" sz="2200" i="1">
                                            <a:solidFill>
                                              <a:schemeClr val="tx1">
                                                <a:lumMod val="95000"/>
                                                <a:lumOff val="5000"/>
                                              </a:schemeClr>
                                            </a:solidFill>
                                            <a:latin typeface="Cambria Math" panose="02040503050406030204" charset="0"/>
                                            <a:ea typeface="黑体" panose="02010609060101010101" pitchFamily="49" charset="-122"/>
                                          </a:rPr>
                                        </m:ctrlPr>
                                      </m:fPr>
                                      <m:num>
                                        <m:r>
                                          <a:rPr kumimoji="1" lang="zh-CN" altLang="en-US" sz="2200">
                                            <a:solidFill>
                                              <a:schemeClr val="tx1">
                                                <a:lumMod val="95000"/>
                                                <a:lumOff val="5000"/>
                                              </a:schemeClr>
                                            </a:solidFill>
                                            <a:latin typeface="Cambria Math" panose="02040503050406030204" charset="0"/>
                                            <a:ea typeface="黑体" panose="02010609060101010101" pitchFamily="49" charset="-122"/>
                                          </a:rPr>
                                          <m:t>1</m:t>
                                        </m:r>
                                      </m:num>
                                      <m:den>
                                        <m:sSup>
                                          <m:sSupPr>
                                            <m:ctrlPr>
                                              <a:rPr kumimoji="1" lang="zh-CN" altLang="en-US" sz="2200" i="1">
                                                <a:solidFill>
                                                  <a:schemeClr val="tx1">
                                                    <a:lumMod val="95000"/>
                                                    <a:lumOff val="5000"/>
                                                  </a:schemeClr>
                                                </a:solidFill>
                                                <a:latin typeface="Cambria Math" panose="02040503050406030204" charset="0"/>
                                                <a:ea typeface="黑体" panose="02010609060101010101" pitchFamily="49" charset="-122"/>
                                              </a:rPr>
                                            </m:ctrlPr>
                                          </m:sSupPr>
                                          <m:e>
                                            <m:r>
                                              <a:rPr kumimoji="1" lang="zh-CN" altLang="en-US" sz="2200">
                                                <a:solidFill>
                                                  <a:schemeClr val="tx1">
                                                    <a:lumMod val="95000"/>
                                                    <a:lumOff val="5000"/>
                                                  </a:schemeClr>
                                                </a:solidFill>
                                                <a:latin typeface="Cambria Math" panose="02040503050406030204" charset="0"/>
                                                <a:ea typeface="黑体" panose="02010609060101010101" pitchFamily="49" charset="-122"/>
                                              </a:rPr>
                                              <m:t>𝑥</m:t>
                                            </m:r>
                                          </m:e>
                                          <m:sup>
                                            <m:r>
                                              <a:rPr kumimoji="1" lang="zh-CN" altLang="en-US" sz="2200">
                                                <a:solidFill>
                                                  <a:schemeClr val="tx1">
                                                    <a:lumMod val="95000"/>
                                                    <a:lumOff val="5000"/>
                                                  </a:schemeClr>
                                                </a:solidFill>
                                                <a:latin typeface="Cambria Math" panose="02040503050406030204" charset="0"/>
                                                <a:ea typeface="黑体" panose="02010609060101010101" pitchFamily="49" charset="-122"/>
                                              </a:rPr>
                                              <m:t>2</m:t>
                                            </m:r>
                                          </m:sup>
                                        </m:sSup>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sSup>
                                          <m:sSupPr>
                                            <m:ctrlPr>
                                              <a:rPr kumimoji="1" lang="zh-CN" altLang="en-US" sz="2200" i="1">
                                                <a:solidFill>
                                                  <a:schemeClr val="tx1">
                                                    <a:lumMod val="95000"/>
                                                    <a:lumOff val="5000"/>
                                                  </a:schemeClr>
                                                </a:solidFill>
                                                <a:latin typeface="Cambria Math" panose="02040503050406030204" charset="0"/>
                                                <a:ea typeface="黑体" panose="02010609060101010101" pitchFamily="49" charset="-122"/>
                                              </a:rPr>
                                            </m:ctrlPr>
                                          </m:sSupPr>
                                          <m:e>
                                            <m:r>
                                              <a:rPr kumimoji="1" lang="zh-CN" altLang="en-US" sz="2200">
                                                <a:solidFill>
                                                  <a:schemeClr val="tx1">
                                                    <a:lumMod val="95000"/>
                                                    <a:lumOff val="5000"/>
                                                  </a:schemeClr>
                                                </a:solidFill>
                                                <a:latin typeface="Cambria Math" panose="02040503050406030204" charset="0"/>
                                                <a:ea typeface="黑体" panose="02010609060101010101" pitchFamily="49" charset="-122"/>
                                              </a:rPr>
                                              <m:t>𝑦</m:t>
                                            </m:r>
                                          </m:e>
                                          <m:sup>
                                            <m:r>
                                              <a:rPr kumimoji="1" lang="zh-CN" altLang="en-US" sz="2200">
                                                <a:solidFill>
                                                  <a:schemeClr val="tx1">
                                                    <a:lumMod val="95000"/>
                                                    <a:lumOff val="5000"/>
                                                  </a:schemeClr>
                                                </a:solidFill>
                                                <a:latin typeface="Cambria Math" panose="02040503050406030204" charset="0"/>
                                                <a:ea typeface="黑体" panose="02010609060101010101" pitchFamily="49" charset="-122"/>
                                              </a:rPr>
                                              <m:t>2</m:t>
                                            </m:r>
                                          </m:sup>
                                        </m:sSup>
                                      </m:den>
                                    </m:f>
                                  </m:e>
                                </m:func>
                                <m:r>
                                  <a:rPr kumimoji="1" lang="zh-CN" altLang="en-US" sz="2200">
                                    <a:solidFill>
                                      <a:schemeClr val="tx1">
                                        <a:lumMod val="95000"/>
                                        <a:lumOff val="5000"/>
                                      </a:schemeClr>
                                    </a:solidFill>
                                    <a:latin typeface="Cambria Math" panose="02040503050406030204" charset="0"/>
                                    <a:ea typeface="黑体" panose="02010609060101010101" pitchFamily="49" charset="-122"/>
                                  </a:rPr>
                                  <m:t>, </m:t>
                                </m:r>
                                <m:sSup>
                                  <m:sSupPr>
                                    <m:ctrlPr>
                                      <a:rPr kumimoji="1" lang="zh-CN" altLang="en-US" sz="2200" i="1">
                                        <a:solidFill>
                                          <a:schemeClr val="tx1">
                                            <a:lumMod val="95000"/>
                                            <a:lumOff val="5000"/>
                                          </a:schemeClr>
                                        </a:solidFill>
                                        <a:latin typeface="Cambria Math" panose="02040503050406030204" charset="0"/>
                                        <a:ea typeface="黑体" panose="02010609060101010101" pitchFamily="49" charset="-122"/>
                                      </a:rPr>
                                    </m:ctrlPr>
                                  </m:sSupPr>
                                  <m:e>
                                    <m:r>
                                      <a:rPr kumimoji="1" lang="zh-CN" altLang="en-US" sz="2200">
                                        <a:solidFill>
                                          <a:schemeClr val="tx1">
                                            <a:lumMod val="95000"/>
                                            <a:lumOff val="5000"/>
                                          </a:schemeClr>
                                        </a:solidFill>
                                        <a:latin typeface="Cambria Math" panose="02040503050406030204" charset="0"/>
                                        <a:ea typeface="黑体" panose="02010609060101010101" pitchFamily="49" charset="-122"/>
                                      </a:rPr>
                                      <m:t>𝑥</m:t>
                                    </m:r>
                                  </m:e>
                                  <m:sup>
                                    <m:r>
                                      <a:rPr kumimoji="1" lang="zh-CN" altLang="en-US" sz="2200">
                                        <a:solidFill>
                                          <a:schemeClr val="tx1">
                                            <a:lumMod val="95000"/>
                                            <a:lumOff val="5000"/>
                                          </a:schemeClr>
                                        </a:solidFill>
                                        <a:latin typeface="Cambria Math" panose="02040503050406030204" charset="0"/>
                                        <a:ea typeface="黑体" panose="02010609060101010101" pitchFamily="49" charset="-122"/>
                                      </a:rPr>
                                      <m:t>2</m:t>
                                    </m:r>
                                  </m:sup>
                                </m:sSup>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sSup>
                                  <m:sSupPr>
                                    <m:ctrlPr>
                                      <a:rPr kumimoji="1" lang="zh-CN" altLang="en-US" sz="2200" i="1">
                                        <a:solidFill>
                                          <a:schemeClr val="tx1">
                                            <a:lumMod val="95000"/>
                                            <a:lumOff val="5000"/>
                                          </a:schemeClr>
                                        </a:solidFill>
                                        <a:latin typeface="Cambria Math" panose="02040503050406030204" charset="0"/>
                                        <a:ea typeface="黑体" panose="02010609060101010101" pitchFamily="49" charset="-122"/>
                                      </a:rPr>
                                    </m:ctrlPr>
                                  </m:sSupPr>
                                  <m:e>
                                    <m:r>
                                      <a:rPr kumimoji="1" lang="zh-CN" altLang="en-US" sz="2200">
                                        <a:solidFill>
                                          <a:schemeClr val="tx1">
                                            <a:lumMod val="95000"/>
                                            <a:lumOff val="5000"/>
                                          </a:schemeClr>
                                        </a:solidFill>
                                        <a:latin typeface="Cambria Math" panose="02040503050406030204" charset="0"/>
                                        <a:ea typeface="黑体" panose="02010609060101010101" pitchFamily="49" charset="-122"/>
                                      </a:rPr>
                                      <m:t>𝑦</m:t>
                                    </m:r>
                                  </m:e>
                                  <m:sup>
                                    <m:r>
                                      <a:rPr kumimoji="1" lang="zh-CN" altLang="en-US" sz="2200">
                                        <a:solidFill>
                                          <a:schemeClr val="tx1">
                                            <a:lumMod val="95000"/>
                                            <a:lumOff val="5000"/>
                                          </a:schemeClr>
                                        </a:solidFill>
                                        <a:latin typeface="Cambria Math" panose="02040503050406030204" charset="0"/>
                                        <a:ea typeface="黑体" panose="02010609060101010101" pitchFamily="49" charset="-122"/>
                                      </a:rPr>
                                      <m:t>2</m:t>
                                    </m:r>
                                  </m:sup>
                                </m:sSup>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rPr>
                                  <m:t>0</m:t>
                                </m:r>
                              </m:e>
                            </m:mr>
                            <m:mr>
                              <m:e>
                                <m:r>
                                  <a:rPr kumimoji="1" lang="zh-CN" altLang="en-US" sz="2200">
                                    <a:solidFill>
                                      <a:schemeClr val="tx1">
                                        <a:lumMod val="95000"/>
                                        <a:lumOff val="5000"/>
                                      </a:schemeClr>
                                    </a:solidFill>
                                    <a:latin typeface="Cambria Math" panose="02040503050406030204" charset="0"/>
                                    <a:ea typeface="黑体" panose="02010609060101010101" pitchFamily="49" charset="-122"/>
                                  </a:rPr>
                                  <m:t>0</m:t>
                                </m:r>
                                <m:r>
                                  <a:rPr kumimoji="1" lang="zh-CN" altLang="en-US" sz="2200">
                                    <a:solidFill>
                                      <a:schemeClr val="tx1">
                                        <a:lumMod val="95000"/>
                                        <a:lumOff val="5000"/>
                                      </a:schemeClr>
                                    </a:solidFill>
                                    <a:latin typeface="Cambria Math" panose="02040503050406030204" charset="0"/>
                                    <a:ea typeface="黑体" panose="02010609060101010101" pitchFamily="49" charset="-122"/>
                                  </a:rPr>
                                  <m:t> ,                           </m:t>
                                </m:r>
                                <m:sSup>
                                  <m:sSupPr>
                                    <m:ctrlPr>
                                      <a:rPr kumimoji="1" lang="zh-CN" altLang="en-US" sz="2200" i="1">
                                        <a:solidFill>
                                          <a:schemeClr val="tx1">
                                            <a:lumMod val="95000"/>
                                            <a:lumOff val="5000"/>
                                          </a:schemeClr>
                                        </a:solidFill>
                                        <a:latin typeface="Cambria Math" panose="02040503050406030204" charset="0"/>
                                        <a:ea typeface="黑体" panose="02010609060101010101" pitchFamily="49" charset="-122"/>
                                      </a:rPr>
                                    </m:ctrlPr>
                                  </m:sSupPr>
                                  <m:e>
                                    <m:r>
                                      <a:rPr kumimoji="1" lang="zh-CN" altLang="en-US" sz="2200">
                                        <a:solidFill>
                                          <a:schemeClr val="tx1">
                                            <a:lumMod val="95000"/>
                                            <a:lumOff val="5000"/>
                                          </a:schemeClr>
                                        </a:solidFill>
                                        <a:latin typeface="Cambria Math" panose="02040503050406030204" charset="0"/>
                                        <a:ea typeface="黑体" panose="02010609060101010101" pitchFamily="49" charset="-122"/>
                                      </a:rPr>
                                      <m:t>𝑥</m:t>
                                    </m:r>
                                  </m:e>
                                  <m:sup>
                                    <m:r>
                                      <a:rPr kumimoji="1" lang="zh-CN" altLang="en-US" sz="2200">
                                        <a:solidFill>
                                          <a:schemeClr val="tx1">
                                            <a:lumMod val="95000"/>
                                            <a:lumOff val="5000"/>
                                          </a:schemeClr>
                                        </a:solidFill>
                                        <a:latin typeface="Cambria Math" panose="02040503050406030204" charset="0"/>
                                        <a:ea typeface="黑体" panose="02010609060101010101" pitchFamily="49" charset="-122"/>
                                      </a:rPr>
                                      <m:t>2</m:t>
                                    </m:r>
                                  </m:sup>
                                </m:sSup>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sSup>
                                  <m:sSupPr>
                                    <m:ctrlPr>
                                      <a:rPr kumimoji="1" lang="zh-CN" altLang="en-US" sz="2200" i="1">
                                        <a:solidFill>
                                          <a:schemeClr val="tx1">
                                            <a:lumMod val="95000"/>
                                            <a:lumOff val="5000"/>
                                          </a:schemeClr>
                                        </a:solidFill>
                                        <a:latin typeface="Cambria Math" panose="02040503050406030204" charset="0"/>
                                        <a:ea typeface="黑体" panose="02010609060101010101" pitchFamily="49" charset="-122"/>
                                      </a:rPr>
                                    </m:ctrlPr>
                                  </m:sSupPr>
                                  <m:e>
                                    <m:r>
                                      <a:rPr kumimoji="1" lang="zh-CN" altLang="en-US" sz="2200">
                                        <a:solidFill>
                                          <a:schemeClr val="tx1">
                                            <a:lumMod val="95000"/>
                                            <a:lumOff val="5000"/>
                                          </a:schemeClr>
                                        </a:solidFill>
                                        <a:latin typeface="Cambria Math" panose="02040503050406030204" charset="0"/>
                                        <a:ea typeface="黑体" panose="02010609060101010101" pitchFamily="49" charset="-122"/>
                                      </a:rPr>
                                      <m:t>𝑦</m:t>
                                    </m:r>
                                  </m:e>
                                  <m:sup>
                                    <m:r>
                                      <a:rPr kumimoji="1" lang="zh-CN" altLang="en-US" sz="2200">
                                        <a:solidFill>
                                          <a:schemeClr val="tx1">
                                            <a:lumMod val="95000"/>
                                            <a:lumOff val="5000"/>
                                          </a:schemeClr>
                                        </a:solidFill>
                                        <a:latin typeface="Cambria Math" panose="02040503050406030204" charset="0"/>
                                        <a:ea typeface="黑体" panose="02010609060101010101" pitchFamily="49" charset="-122"/>
                                      </a:rPr>
                                      <m:t>2</m:t>
                                    </m:r>
                                  </m:sup>
                                </m:sSup>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rPr>
                                  <m:t>0</m:t>
                                </m:r>
                              </m:e>
                            </m:mr>
                          </m:m>
                        </m:e>
                      </m:d>
                    </m:oMath>
                  </m:oMathPara>
                </a14:m>
                <a:endParaRPr kumimoji="1" lang="zh-CN" altLang="en-US" sz="2200" dirty="0">
                  <a:solidFill>
                    <a:schemeClr val="tx1">
                      <a:lumMod val="95000"/>
                      <a:lumOff val="5000"/>
                    </a:schemeClr>
                  </a:solidFill>
                  <a:latin typeface="Cambria Math" panose="02040503050406030204" charset="0"/>
                  <a:ea typeface="黑体" panose="02010609060101010101" pitchFamily="49" charset="-122"/>
                </a:endParaRPr>
              </a:p>
            </p:txBody>
          </p:sp>
        </mc:Choice>
        <mc:Fallback>
          <p:sp>
            <p:nvSpPr>
              <p:cNvPr id="9" name="Object 40"/>
              <p:cNvSpPr txBox="1">
                <a:spLocks noRot="1" noChangeAspect="1" noMove="1" noResize="1" noEditPoints="1" noAdjustHandles="1" noChangeArrowheads="1" noChangeShapeType="1" noTextEdit="1"/>
              </p:cNvSpPr>
              <p:nvPr/>
            </p:nvSpPr>
            <p:spPr bwMode="auto">
              <a:xfrm>
                <a:off x="2934099" y="735705"/>
                <a:ext cx="6115016" cy="1279525"/>
              </a:xfrm>
              <a:prstGeom prst="rect">
                <a:avLst/>
              </a:prstGeom>
              <a:blipFill rotWithShape="1">
                <a:blip r:embed="rId4"/>
                <a:stretch>
                  <a:fillRect l="-7" t="-29" r="6" b="29"/>
                </a:stretch>
              </a:blipFill>
              <a:ln>
                <a:noFill/>
              </a:ln>
              <a:effectLst/>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0" name="Object 41"/>
              <p:cNvSpPr txBox="1"/>
              <p:nvPr/>
            </p:nvSpPr>
            <p:spPr bwMode="auto">
              <a:xfrm>
                <a:off x="3513958" y="2925764"/>
                <a:ext cx="4738687" cy="820737"/>
              </a:xfrm>
              <a:prstGeom prst="rect">
                <a:avLst/>
              </a:prstGeom>
              <a:noFill/>
              <a:ln>
                <a:noFill/>
              </a:ln>
              <a:effectLst/>
            </p:spPr>
            <p:txBody>
              <a:bodyPr>
                <a:noAutofit/>
              </a:bodyPr>
              <a:lstStyle/>
              <a:p>
                <a14:m>
                  <m:oMathPara xmlns:m="http://schemas.openxmlformats.org/officeDocument/2006/math">
                    <m:oMathParaPr>
                      <m:jc m:val="left"/>
                    </m:oMathParaPr>
                    <m:oMath xmlns:m="http://schemas.openxmlformats.org/officeDocument/2006/math">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m:rPr>
                          <m:sty m:val="p"/>
                        </m:rPr>
                        <a:rPr kumimoji="1" lang="zh-CN" altLang="en-US" sz="2200">
                          <a:solidFill>
                            <a:schemeClr val="tx1">
                              <a:lumMod val="95000"/>
                              <a:lumOff val="5000"/>
                            </a:schemeClr>
                          </a:solidFill>
                          <a:latin typeface="Cambria Math" panose="02040503050406030204" charset="0"/>
                          <a:ea typeface="黑体" panose="02010609060101010101" pitchFamily="49" charset="-122"/>
                        </a:rPr>
                        <m:t>Δ</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𝑥</m:t>
                      </m:r>
                      <m:sSup>
                        <m:sSupPr>
                          <m:ctrlPr>
                            <a:rPr kumimoji="1" lang="zh-CN" altLang="en-US" sz="2200" i="1">
                              <a:solidFill>
                                <a:schemeClr val="tx1">
                                  <a:lumMod val="95000"/>
                                  <a:lumOff val="5000"/>
                                </a:schemeClr>
                              </a:solidFill>
                              <a:latin typeface="Cambria Math" panose="02040503050406030204" charset="0"/>
                              <a:ea typeface="黑体" panose="02010609060101010101" pitchFamily="49" charset="-122"/>
                            </a:rPr>
                          </m:ctrlPr>
                        </m:sSupPr>
                        <m:e>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e>
                        <m:sup>
                          <m:r>
                            <a:rPr kumimoji="1" lang="zh-CN" altLang="en-US" sz="2200">
                              <a:solidFill>
                                <a:schemeClr val="tx1">
                                  <a:lumMod val="95000"/>
                                  <a:lumOff val="5000"/>
                                </a:schemeClr>
                              </a:solidFill>
                              <a:latin typeface="Cambria Math" panose="02040503050406030204" charset="0"/>
                              <a:ea typeface="黑体" panose="02010609060101010101" pitchFamily="49" charset="-122"/>
                            </a:rPr>
                            <m:t>2</m:t>
                          </m:r>
                        </m:sup>
                      </m:sSup>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m:rPr>
                          <m:sty m:val="p"/>
                        </m:rPr>
                        <a:rPr kumimoji="1" lang="zh-CN" altLang="en-US" sz="2200">
                          <a:solidFill>
                            <a:schemeClr val="tx1">
                              <a:lumMod val="95000"/>
                              <a:lumOff val="5000"/>
                            </a:schemeClr>
                          </a:solidFill>
                          <a:latin typeface="Cambria Math" panose="02040503050406030204" charset="0"/>
                          <a:ea typeface="黑体" panose="02010609060101010101" pitchFamily="49" charset="-122"/>
                        </a:rPr>
                        <m:t>Δ</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𝑦</m:t>
                      </m:r>
                      <m:sSup>
                        <m:sSupPr>
                          <m:ctrlPr>
                            <a:rPr kumimoji="1" lang="zh-CN" altLang="en-US" sz="2200" i="1">
                              <a:solidFill>
                                <a:schemeClr val="tx1">
                                  <a:lumMod val="95000"/>
                                  <a:lumOff val="5000"/>
                                </a:schemeClr>
                              </a:solidFill>
                              <a:latin typeface="Cambria Math" panose="02040503050406030204" charset="0"/>
                              <a:ea typeface="黑体" panose="02010609060101010101" pitchFamily="49" charset="-122"/>
                            </a:rPr>
                          </m:ctrlPr>
                        </m:sSupPr>
                        <m:e>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e>
                        <m:sup>
                          <m:r>
                            <a:rPr kumimoji="1" lang="zh-CN" altLang="en-US" sz="2200">
                              <a:solidFill>
                                <a:schemeClr val="tx1">
                                  <a:lumMod val="95000"/>
                                  <a:lumOff val="5000"/>
                                </a:schemeClr>
                              </a:solidFill>
                              <a:latin typeface="Cambria Math" panose="02040503050406030204" charset="0"/>
                              <a:ea typeface="黑体" panose="02010609060101010101" pitchFamily="49" charset="-122"/>
                            </a:rPr>
                            <m:t>2</m:t>
                          </m:r>
                        </m:sup>
                      </m:sSup>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func>
                        <m:funcPr>
                          <m:ctrlPr>
                            <a:rPr kumimoji="1" lang="zh-CN" altLang="en-US" sz="2200" i="1">
                              <a:solidFill>
                                <a:schemeClr val="tx1">
                                  <a:lumMod val="95000"/>
                                  <a:lumOff val="5000"/>
                                </a:schemeClr>
                              </a:solidFill>
                              <a:latin typeface="Cambria Math" panose="02040503050406030204" charset="0"/>
                              <a:ea typeface="黑体" panose="02010609060101010101" pitchFamily="49" charset="-122"/>
                            </a:rPr>
                          </m:ctrlPr>
                        </m:funcPr>
                        <m:fName>
                          <m:r>
                            <m:rPr>
                              <m:sty m:val="p"/>
                            </m:rPr>
                            <a:rPr kumimoji="1" lang="zh-CN" altLang="en-US" sz="2200">
                              <a:solidFill>
                                <a:schemeClr val="tx1">
                                  <a:lumMod val="95000"/>
                                  <a:lumOff val="5000"/>
                                </a:schemeClr>
                              </a:solidFill>
                              <a:latin typeface="Cambria Math" panose="02040503050406030204" charset="0"/>
                              <a:ea typeface="黑体" panose="02010609060101010101" pitchFamily="49" charset="-122"/>
                            </a:rPr>
                            <m:t>sin</m:t>
                          </m:r>
                        </m:fName>
                        <m:e>
                          <m:f>
                            <m:fPr>
                              <m:ctrlPr>
                                <a:rPr kumimoji="1" lang="zh-CN" altLang="en-US" sz="2200" i="1">
                                  <a:solidFill>
                                    <a:schemeClr val="tx1">
                                      <a:lumMod val="95000"/>
                                      <a:lumOff val="5000"/>
                                    </a:schemeClr>
                                  </a:solidFill>
                                  <a:latin typeface="Cambria Math" panose="02040503050406030204" charset="0"/>
                                  <a:ea typeface="黑体" panose="02010609060101010101" pitchFamily="49" charset="-122"/>
                                </a:rPr>
                              </m:ctrlPr>
                            </m:fPr>
                            <m:num>
                              <m:r>
                                <a:rPr kumimoji="1" lang="zh-CN" altLang="en-US" sz="2200">
                                  <a:solidFill>
                                    <a:schemeClr val="tx1">
                                      <a:lumMod val="95000"/>
                                      <a:lumOff val="5000"/>
                                    </a:schemeClr>
                                  </a:solidFill>
                                  <a:latin typeface="Cambria Math" panose="02040503050406030204" charset="0"/>
                                  <a:ea typeface="黑体" panose="02010609060101010101" pitchFamily="49" charset="-122"/>
                                </a:rPr>
                                <m:t>1</m:t>
                              </m:r>
                            </m:num>
                            <m:den>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m:rPr>
                                  <m:sty m:val="p"/>
                                </m:rPr>
                                <a:rPr kumimoji="1" lang="zh-CN" altLang="en-US" sz="2200">
                                  <a:solidFill>
                                    <a:schemeClr val="tx1">
                                      <a:lumMod val="95000"/>
                                      <a:lumOff val="5000"/>
                                    </a:schemeClr>
                                  </a:solidFill>
                                  <a:latin typeface="Cambria Math" panose="02040503050406030204" charset="0"/>
                                  <a:ea typeface="黑体" panose="02010609060101010101" pitchFamily="49" charset="-122"/>
                                </a:rPr>
                                <m:t>Δ</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𝑥</m:t>
                              </m:r>
                              <m:sSup>
                                <m:sSupPr>
                                  <m:ctrlPr>
                                    <a:rPr kumimoji="1" lang="zh-CN" altLang="en-US" sz="2200" i="1">
                                      <a:solidFill>
                                        <a:schemeClr val="tx1">
                                          <a:lumMod val="95000"/>
                                          <a:lumOff val="5000"/>
                                        </a:schemeClr>
                                      </a:solidFill>
                                      <a:latin typeface="Cambria Math" panose="02040503050406030204" charset="0"/>
                                      <a:ea typeface="黑体" panose="02010609060101010101" pitchFamily="49" charset="-122"/>
                                    </a:rPr>
                                  </m:ctrlPr>
                                </m:sSupPr>
                                <m:e>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e>
                                <m:sup>
                                  <m:r>
                                    <a:rPr kumimoji="1" lang="zh-CN" altLang="en-US" sz="2200">
                                      <a:solidFill>
                                        <a:schemeClr val="tx1">
                                          <a:lumMod val="95000"/>
                                          <a:lumOff val="5000"/>
                                        </a:schemeClr>
                                      </a:solidFill>
                                      <a:latin typeface="Cambria Math" panose="02040503050406030204" charset="0"/>
                                      <a:ea typeface="黑体" panose="02010609060101010101" pitchFamily="49" charset="-122"/>
                                    </a:rPr>
                                    <m:t>2</m:t>
                                  </m:r>
                                </m:sup>
                              </m:sSup>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m:rPr>
                                  <m:sty m:val="p"/>
                                </m:rPr>
                                <a:rPr kumimoji="1" lang="zh-CN" altLang="en-US" sz="2200">
                                  <a:solidFill>
                                    <a:schemeClr val="tx1">
                                      <a:lumMod val="95000"/>
                                      <a:lumOff val="5000"/>
                                    </a:schemeClr>
                                  </a:solidFill>
                                  <a:latin typeface="Cambria Math" panose="02040503050406030204" charset="0"/>
                                  <a:ea typeface="黑体" panose="02010609060101010101" pitchFamily="49" charset="-122"/>
                                </a:rPr>
                                <m:t>Δ</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𝑦</m:t>
                              </m:r>
                              <m:sSup>
                                <m:sSupPr>
                                  <m:ctrlPr>
                                    <a:rPr kumimoji="1" lang="zh-CN" altLang="en-US" sz="2200" i="1">
                                      <a:solidFill>
                                        <a:schemeClr val="tx1">
                                          <a:lumMod val="95000"/>
                                          <a:lumOff val="5000"/>
                                        </a:schemeClr>
                                      </a:solidFill>
                                      <a:latin typeface="Cambria Math" panose="02040503050406030204" charset="0"/>
                                      <a:ea typeface="黑体" panose="02010609060101010101" pitchFamily="49" charset="-122"/>
                                    </a:rPr>
                                  </m:ctrlPr>
                                </m:sSupPr>
                                <m:e>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e>
                                <m:sup>
                                  <m:r>
                                    <a:rPr kumimoji="1" lang="zh-CN" altLang="en-US" sz="2200">
                                      <a:solidFill>
                                        <a:schemeClr val="tx1">
                                          <a:lumMod val="95000"/>
                                          <a:lumOff val="5000"/>
                                        </a:schemeClr>
                                      </a:solidFill>
                                      <a:latin typeface="Cambria Math" panose="02040503050406030204" charset="0"/>
                                      <a:ea typeface="黑体" panose="02010609060101010101" pitchFamily="49" charset="-122"/>
                                    </a:rPr>
                                    <m:t>2</m:t>
                                  </m:r>
                                </m:sup>
                              </m:sSup>
                            </m:den>
                          </m:f>
                        </m:e>
                      </m:func>
                    </m:oMath>
                  </m:oMathPara>
                </a14:m>
                <a:endParaRPr kumimoji="1" lang="zh-CN" altLang="en-US" sz="2200" dirty="0">
                  <a:solidFill>
                    <a:schemeClr val="tx1">
                      <a:lumMod val="95000"/>
                      <a:lumOff val="5000"/>
                    </a:schemeClr>
                  </a:solidFill>
                  <a:latin typeface="Cambria Math" panose="02040503050406030204" charset="0"/>
                  <a:ea typeface="黑体" panose="02010609060101010101" pitchFamily="49" charset="-122"/>
                </a:endParaRPr>
              </a:p>
            </p:txBody>
          </p:sp>
        </mc:Choice>
        <mc:Fallback>
          <p:sp>
            <p:nvSpPr>
              <p:cNvPr id="10" name="Object 41"/>
              <p:cNvSpPr txBox="1">
                <a:spLocks noRot="1" noChangeAspect="1" noMove="1" noResize="1" noEditPoints="1" noAdjustHandles="1" noChangeArrowheads="1" noChangeShapeType="1" noTextEdit="1"/>
              </p:cNvSpPr>
              <p:nvPr/>
            </p:nvSpPr>
            <p:spPr bwMode="auto">
              <a:xfrm>
                <a:off x="3513958" y="2925764"/>
                <a:ext cx="4738687" cy="820737"/>
              </a:xfrm>
              <a:prstGeom prst="rect">
                <a:avLst/>
              </a:prstGeom>
              <a:blipFill rotWithShape="1">
                <a:blip r:embed="rId5"/>
                <a:stretch>
                  <a:fillRect l="-11" t="-39" r="4"/>
                </a:stretch>
              </a:blipFill>
              <a:ln>
                <a:noFill/>
              </a:ln>
              <a:effectLst/>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1" name="Object 42"/>
              <p:cNvSpPr txBox="1"/>
              <p:nvPr/>
            </p:nvSpPr>
            <p:spPr bwMode="auto">
              <a:xfrm>
                <a:off x="8127233" y="2925763"/>
                <a:ext cx="1589088" cy="820737"/>
              </a:xfrm>
              <a:prstGeom prst="rect">
                <a:avLst/>
              </a:prstGeom>
              <a:noFill/>
              <a:ln>
                <a:noFill/>
              </a:ln>
              <a:effectLst/>
            </p:spPr>
            <p:txBody>
              <a:bodyPr>
                <a:normAutofit/>
              </a:bodyPr>
              <a:lstStyle/>
              <a:p>
                <a14:m>
                  <m:oMathPara xmlns:m="http://schemas.openxmlformats.org/officeDocument/2006/math">
                    <m:oMathParaPr>
                      <m:jc m:val="left"/>
                    </m:oMathParaPr>
                    <m:oMath xmlns:m="http://schemas.openxmlformats.org/officeDocument/2006/math">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sSup>
                        <m:sSupPr>
                          <m:ctrlPr>
                            <a:rPr kumimoji="1" lang="zh-CN" altLang="en-US" sz="2200" i="1">
                              <a:solidFill>
                                <a:schemeClr val="tx1">
                                  <a:lumMod val="95000"/>
                                  <a:lumOff val="5000"/>
                                </a:schemeClr>
                              </a:solidFill>
                              <a:latin typeface="Cambria Math" panose="02040503050406030204" charset="0"/>
                              <a:ea typeface="黑体" panose="02010609060101010101" pitchFamily="49" charset="-122"/>
                            </a:rPr>
                          </m:ctrlPr>
                        </m:sSupPr>
                        <m:e>
                          <m:r>
                            <a:rPr kumimoji="1" lang="zh-CN" altLang="en-US" sz="2200">
                              <a:solidFill>
                                <a:schemeClr val="tx1">
                                  <a:lumMod val="95000"/>
                                  <a:lumOff val="5000"/>
                                </a:schemeClr>
                              </a:solidFill>
                              <a:latin typeface="Cambria Math" panose="02040503050406030204" charset="0"/>
                              <a:ea typeface="黑体" panose="02010609060101010101" pitchFamily="49" charset="-122"/>
                            </a:rPr>
                            <m:t>𝜌</m:t>
                          </m:r>
                        </m:e>
                        <m:sup>
                          <m:r>
                            <a:rPr kumimoji="1" lang="zh-CN" altLang="en-US" sz="2200">
                              <a:solidFill>
                                <a:schemeClr val="tx1">
                                  <a:lumMod val="95000"/>
                                  <a:lumOff val="5000"/>
                                </a:schemeClr>
                              </a:solidFill>
                              <a:latin typeface="Cambria Math" panose="02040503050406030204" charset="0"/>
                              <a:ea typeface="黑体" panose="02010609060101010101" pitchFamily="49" charset="-122"/>
                            </a:rPr>
                            <m:t>2</m:t>
                          </m:r>
                        </m:sup>
                      </m:sSup>
                      <m:func>
                        <m:funcPr>
                          <m:ctrlPr>
                            <a:rPr kumimoji="1" lang="zh-CN" altLang="en-US" sz="2200" i="1">
                              <a:solidFill>
                                <a:schemeClr val="tx1">
                                  <a:lumMod val="95000"/>
                                  <a:lumOff val="5000"/>
                                </a:schemeClr>
                              </a:solidFill>
                              <a:latin typeface="Cambria Math" panose="02040503050406030204" charset="0"/>
                              <a:ea typeface="黑体" panose="02010609060101010101" pitchFamily="49" charset="-122"/>
                            </a:rPr>
                          </m:ctrlPr>
                        </m:funcPr>
                        <m:fName>
                          <m:r>
                            <m:rPr>
                              <m:sty m:val="p"/>
                            </m:rPr>
                            <a:rPr kumimoji="1" lang="zh-CN" altLang="en-US" sz="2200">
                              <a:solidFill>
                                <a:schemeClr val="tx1">
                                  <a:lumMod val="95000"/>
                                  <a:lumOff val="5000"/>
                                </a:schemeClr>
                              </a:solidFill>
                              <a:latin typeface="Cambria Math" panose="02040503050406030204" charset="0"/>
                              <a:ea typeface="黑体" panose="02010609060101010101" pitchFamily="49" charset="-122"/>
                            </a:rPr>
                            <m:t>sin</m:t>
                          </m:r>
                        </m:fName>
                        <m:e>
                          <m:f>
                            <m:fPr>
                              <m:ctrlPr>
                                <a:rPr kumimoji="1" lang="zh-CN" altLang="en-US" sz="2200" i="1">
                                  <a:solidFill>
                                    <a:schemeClr val="tx1">
                                      <a:lumMod val="95000"/>
                                      <a:lumOff val="5000"/>
                                    </a:schemeClr>
                                  </a:solidFill>
                                  <a:latin typeface="Cambria Math" panose="02040503050406030204" charset="0"/>
                                  <a:ea typeface="黑体" panose="02010609060101010101" pitchFamily="49" charset="-122"/>
                                </a:rPr>
                              </m:ctrlPr>
                            </m:fPr>
                            <m:num>
                              <m:r>
                                <a:rPr kumimoji="1" lang="zh-CN" altLang="en-US" sz="2200">
                                  <a:solidFill>
                                    <a:schemeClr val="tx1">
                                      <a:lumMod val="95000"/>
                                      <a:lumOff val="5000"/>
                                    </a:schemeClr>
                                  </a:solidFill>
                                  <a:latin typeface="Cambria Math" panose="02040503050406030204" charset="0"/>
                                  <a:ea typeface="黑体" panose="02010609060101010101" pitchFamily="49" charset="-122"/>
                                </a:rPr>
                                <m:t>1</m:t>
                              </m:r>
                            </m:num>
                            <m:den>
                              <m:sSup>
                                <m:sSupPr>
                                  <m:ctrlPr>
                                    <a:rPr kumimoji="1" lang="zh-CN" altLang="en-US" sz="2200" i="1">
                                      <a:solidFill>
                                        <a:schemeClr val="tx1">
                                          <a:lumMod val="95000"/>
                                          <a:lumOff val="5000"/>
                                        </a:schemeClr>
                                      </a:solidFill>
                                      <a:latin typeface="Cambria Math" panose="02040503050406030204" charset="0"/>
                                      <a:ea typeface="黑体" panose="02010609060101010101" pitchFamily="49" charset="-122"/>
                                    </a:rPr>
                                  </m:ctrlPr>
                                </m:sSupPr>
                                <m:e>
                                  <m:r>
                                    <a:rPr kumimoji="1" lang="zh-CN" altLang="en-US" sz="2200">
                                      <a:solidFill>
                                        <a:schemeClr val="tx1">
                                          <a:lumMod val="95000"/>
                                          <a:lumOff val="5000"/>
                                        </a:schemeClr>
                                      </a:solidFill>
                                      <a:latin typeface="Cambria Math" panose="02040503050406030204" charset="0"/>
                                      <a:ea typeface="黑体" panose="02010609060101010101" pitchFamily="49" charset="-122"/>
                                    </a:rPr>
                                    <m:t>𝜌</m:t>
                                  </m:r>
                                </m:e>
                                <m:sup>
                                  <m:r>
                                    <a:rPr kumimoji="1" lang="zh-CN" altLang="en-US" sz="2200">
                                      <a:solidFill>
                                        <a:schemeClr val="tx1">
                                          <a:lumMod val="95000"/>
                                          <a:lumOff val="5000"/>
                                        </a:schemeClr>
                                      </a:solidFill>
                                      <a:latin typeface="Cambria Math" panose="02040503050406030204" charset="0"/>
                                      <a:ea typeface="黑体" panose="02010609060101010101" pitchFamily="49" charset="-122"/>
                                    </a:rPr>
                                    <m:t>2</m:t>
                                  </m:r>
                                </m:sup>
                              </m:sSup>
                            </m:den>
                          </m:f>
                        </m:e>
                      </m:func>
                      <m:r>
                        <a:rPr kumimoji="1" lang="zh-CN" altLang="en-US" sz="2200">
                          <a:solidFill>
                            <a:schemeClr val="tx1">
                              <a:lumMod val="95000"/>
                              <a:lumOff val="5000"/>
                            </a:schemeClr>
                          </a:solidFill>
                          <a:latin typeface="Cambria Math" panose="02040503050406030204" charset="0"/>
                          <a:ea typeface="黑体" panose="02010609060101010101" pitchFamily="49" charset="-122"/>
                        </a:rPr>
                        <m:t> ,</m:t>
                      </m:r>
                    </m:oMath>
                  </m:oMathPara>
                </a14:m>
                <a:endParaRPr kumimoji="1" lang="zh-CN" altLang="en-US" sz="2200" dirty="0">
                  <a:solidFill>
                    <a:schemeClr val="tx1">
                      <a:lumMod val="95000"/>
                      <a:lumOff val="5000"/>
                    </a:schemeClr>
                  </a:solidFill>
                  <a:latin typeface="Cambria Math" panose="02040503050406030204" charset="0"/>
                  <a:ea typeface="黑体" panose="02010609060101010101" pitchFamily="49" charset="-122"/>
                </a:endParaRPr>
              </a:p>
            </p:txBody>
          </p:sp>
        </mc:Choice>
        <mc:Fallback>
          <p:sp>
            <p:nvSpPr>
              <p:cNvPr id="11" name="Object 42"/>
              <p:cNvSpPr txBox="1">
                <a:spLocks noRot="1" noChangeAspect="1" noMove="1" noResize="1" noEditPoints="1" noAdjustHandles="1" noChangeArrowheads="1" noChangeShapeType="1" noTextEdit="1"/>
              </p:cNvSpPr>
              <p:nvPr/>
            </p:nvSpPr>
            <p:spPr bwMode="auto">
              <a:xfrm>
                <a:off x="8127233" y="2925763"/>
                <a:ext cx="1589088" cy="820737"/>
              </a:xfrm>
              <a:prstGeom prst="rect">
                <a:avLst/>
              </a:prstGeom>
              <a:blipFill rotWithShape="1">
                <a:blip r:embed="rId6"/>
                <a:stretch>
                  <a:fillRect l="-32" t="-39" r="12"/>
                </a:stretch>
              </a:blipFill>
              <a:ln>
                <a:noFill/>
              </a:ln>
              <a:effectLst/>
            </p:spPr>
            <p:txBody>
              <a:bodyPr/>
              <a:lstStyle/>
              <a:p>
                <a:r>
                  <a:rPr lang="zh-CN" altLang="en-US">
                    <a:noFill/>
                  </a:rPr>
                  <a:t> </a:t>
                </a:r>
              </a:p>
            </p:txBody>
          </p:sp>
        </mc:Fallback>
      </mc:AlternateContent>
      <p:sp>
        <p:nvSpPr>
          <p:cNvPr id="13" name="Rectangle 44"/>
          <p:cNvSpPr>
            <a:spLocks noChangeArrowheads="1"/>
          </p:cNvSpPr>
          <p:nvPr/>
        </p:nvSpPr>
        <p:spPr bwMode="auto">
          <a:xfrm>
            <a:off x="2172890" y="5618433"/>
            <a:ext cx="808235" cy="430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800" b="1">
                <a:solidFill>
                  <a:schemeClr val="tx1"/>
                </a:solidFill>
                <a:latin typeface="Times New Roman" panose="02020603050405020304" pitchFamily="18" charset="0"/>
                <a:ea typeface="黑体" panose="02010609060101010101" pitchFamily="49" charset="-122"/>
              </a:defRPr>
            </a:lvl1pPr>
            <a:lvl2pPr marL="742950" indent="-285750">
              <a:defRPr sz="2800" b="1">
                <a:solidFill>
                  <a:schemeClr val="tx1"/>
                </a:solidFill>
                <a:latin typeface="Times New Roman" panose="02020603050405020304" pitchFamily="18" charset="0"/>
                <a:ea typeface="黑体" panose="02010609060101010101" pitchFamily="49" charset="-122"/>
              </a:defRPr>
            </a:lvl2pPr>
            <a:lvl3pPr marL="1143000" indent="-228600">
              <a:defRPr sz="2800" b="1">
                <a:solidFill>
                  <a:schemeClr val="tx1"/>
                </a:solidFill>
                <a:latin typeface="Times New Roman" panose="02020603050405020304" pitchFamily="18" charset="0"/>
                <a:ea typeface="黑体" panose="02010609060101010101" pitchFamily="49" charset="-122"/>
              </a:defRPr>
            </a:lvl3pPr>
            <a:lvl4pPr marL="1600200" indent="-228600">
              <a:defRPr sz="2800" b="1">
                <a:solidFill>
                  <a:schemeClr val="tx1"/>
                </a:solidFill>
                <a:latin typeface="Times New Roman" panose="02020603050405020304" pitchFamily="18" charset="0"/>
                <a:ea typeface="黑体" panose="02010609060101010101" pitchFamily="49" charset="-122"/>
              </a:defRPr>
            </a:lvl4pPr>
            <a:lvl5pPr marL="2057400" indent="-228600">
              <a:defRPr sz="2800" b="1">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黑体" panose="02010609060101010101" pitchFamily="49" charset="-122"/>
              </a:defRPr>
            </a:lvl9pPr>
          </a:lstStyle>
          <a:p>
            <a:pPr>
              <a:spcBef>
                <a:spcPct val="50000"/>
              </a:spcBef>
            </a:pPr>
            <a:r>
              <a:rPr kumimoji="1" lang="zh-CN" altLang="en-US" sz="2200" b="0" dirty="0">
                <a:solidFill>
                  <a:schemeClr val="tx1">
                    <a:lumMod val="95000"/>
                    <a:lumOff val="5000"/>
                  </a:schemeClr>
                </a:solidFill>
                <a:latin typeface="Cambria Math" panose="02040503050406030204" charset="0"/>
              </a:rPr>
              <a:t>可微</a:t>
            </a:r>
            <a:r>
              <a:rPr kumimoji="1" lang="en-US" altLang="zh-CN" sz="2200" b="0" dirty="0">
                <a:solidFill>
                  <a:schemeClr val="tx1">
                    <a:lumMod val="95000"/>
                    <a:lumOff val="5000"/>
                  </a:schemeClr>
                </a:solidFill>
                <a:latin typeface="Cambria Math" panose="02040503050406030204" charset="0"/>
              </a:rPr>
              <a:t>.</a:t>
            </a:r>
            <a:endParaRPr kumimoji="1" lang="en-US" altLang="zh-CN" sz="2200" b="0" dirty="0">
              <a:solidFill>
                <a:schemeClr val="tx1">
                  <a:lumMod val="95000"/>
                  <a:lumOff val="5000"/>
                </a:schemeClr>
              </a:solidFill>
              <a:latin typeface="Cambria Math" panose="02040503050406030204" charset="0"/>
            </a:endParaRPr>
          </a:p>
        </p:txBody>
      </p:sp>
      <mc:AlternateContent xmlns:mc="http://schemas.openxmlformats.org/markup-compatibility/2006">
        <mc:Choice xmlns:a14="http://schemas.microsoft.com/office/drawing/2010/main" Requires="a14">
          <p:sp>
            <p:nvSpPr>
              <p:cNvPr id="24" name="Object 42"/>
              <p:cNvSpPr txBox="1"/>
              <p:nvPr/>
            </p:nvSpPr>
            <p:spPr bwMode="auto">
              <a:xfrm>
                <a:off x="3513958" y="3857131"/>
                <a:ext cx="1691480" cy="974726"/>
              </a:xfrm>
              <a:prstGeom prst="rect">
                <a:avLst/>
              </a:prstGeom>
              <a:noFill/>
              <a:ln>
                <a:noFill/>
              </a:ln>
              <a:effectLst/>
            </p:spPr>
            <p:txBody>
              <a:bodyPr>
                <a:noAutofit/>
              </a:bodyPr>
              <a:lstStyle/>
              <a:p>
                <a14:m>
                  <m:oMathPara xmlns:m="http://schemas.openxmlformats.org/officeDocument/2006/math">
                    <m:oMathParaPr>
                      <m:jc m:val="left"/>
                    </m:oMathParaPr>
                    <m:oMath xmlns:m="http://schemas.openxmlformats.org/officeDocument/2006/math">
                      <m:limLow>
                        <m:limLowPr>
                          <m:ctrlPr>
                            <a:rPr kumimoji="1" lang="zh-CN" altLang="en-US" sz="2200" i="1" smtClean="0">
                              <a:solidFill>
                                <a:schemeClr val="tx1">
                                  <a:lumMod val="95000"/>
                                  <a:lumOff val="5000"/>
                                </a:schemeClr>
                              </a:solidFill>
                              <a:latin typeface="Cambria Math" panose="02040503050406030204" charset="0"/>
                              <a:ea typeface="黑体" panose="02010609060101010101" pitchFamily="49" charset="-122"/>
                            </a:rPr>
                          </m:ctrlPr>
                        </m:limLowPr>
                        <m:e>
                          <m:r>
                            <m:rPr>
                              <m:sty m:val="p"/>
                            </m:rPr>
                            <a:rPr kumimoji="1" lang="zh-CN" altLang="en-US" sz="2200">
                              <a:solidFill>
                                <a:schemeClr val="tx1">
                                  <a:lumMod val="95000"/>
                                  <a:lumOff val="5000"/>
                                </a:schemeClr>
                              </a:solidFill>
                              <a:latin typeface="Cambria Math" panose="02040503050406030204" charset="0"/>
                              <a:ea typeface="黑体" panose="02010609060101010101" pitchFamily="49" charset="-122"/>
                            </a:rPr>
                            <m:t>lim</m:t>
                          </m:r>
                        </m:e>
                        <m:lim>
                          <m:eqArr>
                            <m:eqArrPr>
                              <m:ctrlPr>
                                <a:rPr kumimoji="1" lang="zh-CN" altLang="en-US" sz="2200" i="1">
                                  <a:solidFill>
                                    <a:schemeClr val="tx1">
                                      <a:lumMod val="95000"/>
                                      <a:lumOff val="5000"/>
                                    </a:schemeClr>
                                  </a:solidFill>
                                  <a:latin typeface="Cambria Math" panose="02040503050406030204" charset="0"/>
                                  <a:ea typeface="黑体" panose="02010609060101010101" pitchFamily="49" charset="-122"/>
                                </a:rPr>
                              </m:ctrlPr>
                            </m:eqArrPr>
                            <m:e>
                              <m:r>
                                <a:rPr kumimoji="1" lang="zh-CN" altLang="en-US" sz="2200">
                                  <a:solidFill>
                                    <a:schemeClr val="tx1">
                                      <a:lumMod val="95000"/>
                                      <a:lumOff val="5000"/>
                                    </a:schemeClr>
                                  </a:solidFill>
                                  <a:latin typeface="Cambria Math" panose="02040503050406030204" charset="0"/>
                                  <a:ea typeface="黑体" panose="02010609060101010101" pitchFamily="49" charset="-122"/>
                                </a:rPr>
                                <m:t>&amp;​</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𝜌</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rPr>
                                <m:t>0</m:t>
                              </m:r>
                            </m:e>
                            <m:e>
                              <m:r>
                                <a:rPr kumimoji="1" lang="zh-CN" altLang="en-US" sz="2200">
                                  <a:solidFill>
                                    <a:schemeClr val="tx1">
                                      <a:lumMod val="95000"/>
                                      <a:lumOff val="5000"/>
                                    </a:schemeClr>
                                  </a:solidFill>
                                  <a:latin typeface="Cambria Math" panose="02040503050406030204" charset="0"/>
                                  <a:ea typeface="黑体" panose="02010609060101010101" pitchFamily="49" charset="-122"/>
                                </a:rPr>
                                <m:t>&amp;</m:t>
                              </m:r>
                            </m:e>
                          </m:eqArr>
                        </m:lim>
                      </m:limLow>
                      <m:f>
                        <m:fPr>
                          <m:ctrlPr>
                            <a:rPr kumimoji="1" lang="zh-CN" altLang="en-US" sz="2200" i="1">
                              <a:solidFill>
                                <a:schemeClr val="tx1">
                                  <a:lumMod val="95000"/>
                                  <a:lumOff val="5000"/>
                                </a:schemeClr>
                              </a:solidFill>
                              <a:latin typeface="Cambria Math" panose="02040503050406030204" charset="0"/>
                              <a:ea typeface="黑体" panose="02010609060101010101" pitchFamily="49" charset="-122"/>
                            </a:rPr>
                          </m:ctrlPr>
                        </m:fPr>
                        <m:num>
                          <m:sSup>
                            <m:sSupPr>
                              <m:ctrlPr>
                                <a:rPr kumimoji="1" lang="zh-CN" altLang="en-US" sz="2200" i="1">
                                  <a:solidFill>
                                    <a:schemeClr val="tx1">
                                      <a:lumMod val="95000"/>
                                      <a:lumOff val="5000"/>
                                    </a:schemeClr>
                                  </a:solidFill>
                                  <a:latin typeface="Cambria Math" panose="02040503050406030204" charset="0"/>
                                  <a:ea typeface="黑体" panose="02010609060101010101" pitchFamily="49" charset="-122"/>
                                </a:rPr>
                              </m:ctrlPr>
                            </m:sSupPr>
                            <m:e>
                              <m:r>
                                <a:rPr kumimoji="1" lang="zh-CN" altLang="en-US" sz="2200">
                                  <a:solidFill>
                                    <a:schemeClr val="tx1">
                                      <a:lumMod val="95000"/>
                                      <a:lumOff val="5000"/>
                                    </a:schemeClr>
                                  </a:solidFill>
                                  <a:latin typeface="Cambria Math" panose="02040503050406030204" charset="0"/>
                                  <a:ea typeface="黑体" panose="02010609060101010101" pitchFamily="49" charset="-122"/>
                                </a:rPr>
                                <m:t>𝜌</m:t>
                              </m:r>
                            </m:e>
                            <m:sup>
                              <m:r>
                                <a:rPr kumimoji="1" lang="zh-CN" altLang="en-US" sz="2200">
                                  <a:solidFill>
                                    <a:schemeClr val="tx1">
                                      <a:lumMod val="95000"/>
                                      <a:lumOff val="5000"/>
                                    </a:schemeClr>
                                  </a:solidFill>
                                  <a:latin typeface="Cambria Math" panose="02040503050406030204" charset="0"/>
                                  <a:ea typeface="黑体" panose="02010609060101010101" pitchFamily="49" charset="-122"/>
                                </a:rPr>
                                <m:t>2</m:t>
                              </m:r>
                            </m:sup>
                          </m:sSup>
                          <m:func>
                            <m:funcPr>
                              <m:ctrlPr>
                                <a:rPr kumimoji="1" lang="zh-CN" altLang="en-US" sz="2200" i="1">
                                  <a:solidFill>
                                    <a:schemeClr val="tx1">
                                      <a:lumMod val="95000"/>
                                      <a:lumOff val="5000"/>
                                    </a:schemeClr>
                                  </a:solidFill>
                                  <a:latin typeface="Cambria Math" panose="02040503050406030204" charset="0"/>
                                  <a:ea typeface="黑体" panose="02010609060101010101" pitchFamily="49" charset="-122"/>
                                </a:rPr>
                              </m:ctrlPr>
                            </m:funcPr>
                            <m:fName>
                              <m:r>
                                <m:rPr>
                                  <m:sty m:val="p"/>
                                </m:rPr>
                                <a:rPr kumimoji="1" lang="zh-CN" altLang="en-US" sz="2200">
                                  <a:solidFill>
                                    <a:schemeClr val="tx1">
                                      <a:lumMod val="95000"/>
                                      <a:lumOff val="5000"/>
                                    </a:schemeClr>
                                  </a:solidFill>
                                  <a:latin typeface="Cambria Math" panose="02040503050406030204" charset="0"/>
                                  <a:ea typeface="黑体" panose="02010609060101010101" pitchFamily="49" charset="-122"/>
                                </a:rPr>
                                <m:t>sin</m:t>
                              </m:r>
                            </m:fName>
                            <m:e>
                              <m:f>
                                <m:fPr>
                                  <m:ctrlPr>
                                    <a:rPr kumimoji="1" lang="zh-CN" altLang="en-US" sz="2200" i="1">
                                      <a:solidFill>
                                        <a:schemeClr val="tx1">
                                          <a:lumMod val="95000"/>
                                          <a:lumOff val="5000"/>
                                        </a:schemeClr>
                                      </a:solidFill>
                                      <a:latin typeface="Cambria Math" panose="02040503050406030204" charset="0"/>
                                      <a:ea typeface="黑体" panose="02010609060101010101" pitchFamily="49" charset="-122"/>
                                    </a:rPr>
                                  </m:ctrlPr>
                                </m:fPr>
                                <m:num>
                                  <m:r>
                                    <a:rPr kumimoji="1" lang="zh-CN" altLang="en-US" sz="2200">
                                      <a:solidFill>
                                        <a:schemeClr val="tx1">
                                          <a:lumMod val="95000"/>
                                          <a:lumOff val="5000"/>
                                        </a:schemeClr>
                                      </a:solidFill>
                                      <a:latin typeface="Cambria Math" panose="02040503050406030204" charset="0"/>
                                      <a:ea typeface="黑体" panose="02010609060101010101" pitchFamily="49" charset="-122"/>
                                    </a:rPr>
                                    <m:t>1</m:t>
                                  </m:r>
                                </m:num>
                                <m:den>
                                  <m:sSup>
                                    <m:sSupPr>
                                      <m:ctrlPr>
                                        <a:rPr kumimoji="1" lang="zh-CN" altLang="en-US" sz="2200" i="1">
                                          <a:solidFill>
                                            <a:schemeClr val="tx1">
                                              <a:lumMod val="95000"/>
                                              <a:lumOff val="5000"/>
                                            </a:schemeClr>
                                          </a:solidFill>
                                          <a:latin typeface="Cambria Math" panose="02040503050406030204" charset="0"/>
                                          <a:ea typeface="黑体" panose="02010609060101010101" pitchFamily="49" charset="-122"/>
                                        </a:rPr>
                                      </m:ctrlPr>
                                    </m:sSupPr>
                                    <m:e>
                                      <m:r>
                                        <a:rPr kumimoji="1" lang="zh-CN" altLang="en-US" sz="2200">
                                          <a:solidFill>
                                            <a:schemeClr val="tx1">
                                              <a:lumMod val="95000"/>
                                              <a:lumOff val="5000"/>
                                            </a:schemeClr>
                                          </a:solidFill>
                                          <a:latin typeface="Cambria Math" panose="02040503050406030204" charset="0"/>
                                          <a:ea typeface="黑体" panose="02010609060101010101" pitchFamily="49" charset="-122"/>
                                        </a:rPr>
                                        <m:t>𝜌</m:t>
                                      </m:r>
                                    </m:e>
                                    <m:sup>
                                      <m:r>
                                        <a:rPr kumimoji="1" lang="zh-CN" altLang="en-US" sz="2200">
                                          <a:solidFill>
                                            <a:schemeClr val="tx1">
                                              <a:lumMod val="95000"/>
                                              <a:lumOff val="5000"/>
                                            </a:schemeClr>
                                          </a:solidFill>
                                          <a:latin typeface="Cambria Math" panose="02040503050406030204" charset="0"/>
                                          <a:ea typeface="黑体" panose="02010609060101010101" pitchFamily="49" charset="-122"/>
                                        </a:rPr>
                                        <m:t>2</m:t>
                                      </m:r>
                                    </m:sup>
                                  </m:sSup>
                                </m:den>
                              </m:f>
                            </m:e>
                          </m:func>
                        </m:num>
                        <m:den>
                          <m:r>
                            <a:rPr kumimoji="1" lang="zh-CN" altLang="en-US" sz="2200">
                              <a:solidFill>
                                <a:schemeClr val="tx1">
                                  <a:lumMod val="95000"/>
                                  <a:lumOff val="5000"/>
                                </a:schemeClr>
                              </a:solidFill>
                              <a:latin typeface="Cambria Math" panose="02040503050406030204" charset="0"/>
                              <a:ea typeface="黑体" panose="02010609060101010101" pitchFamily="49" charset="-122"/>
                            </a:rPr>
                            <m:t>𝜌</m:t>
                          </m:r>
                        </m:den>
                      </m:f>
                    </m:oMath>
                  </m:oMathPara>
                </a14:m>
                <a:endParaRPr kumimoji="1" lang="zh-CN" altLang="en-US" sz="2200" dirty="0">
                  <a:solidFill>
                    <a:schemeClr val="tx1">
                      <a:lumMod val="95000"/>
                      <a:lumOff val="5000"/>
                    </a:schemeClr>
                  </a:solidFill>
                  <a:latin typeface="Cambria Math" panose="02040503050406030204" charset="0"/>
                  <a:ea typeface="黑体" panose="02010609060101010101" pitchFamily="49" charset="-122"/>
                </a:endParaRPr>
              </a:p>
            </p:txBody>
          </p:sp>
        </mc:Choice>
        <mc:Fallback>
          <p:sp>
            <p:nvSpPr>
              <p:cNvPr id="24" name="Object 42"/>
              <p:cNvSpPr txBox="1">
                <a:spLocks noRot="1" noChangeAspect="1" noMove="1" noResize="1" noEditPoints="1" noAdjustHandles="1" noChangeArrowheads="1" noChangeShapeType="1" noTextEdit="1"/>
              </p:cNvSpPr>
              <p:nvPr/>
            </p:nvSpPr>
            <p:spPr bwMode="auto">
              <a:xfrm>
                <a:off x="3513958" y="3857131"/>
                <a:ext cx="1691480" cy="974726"/>
              </a:xfrm>
              <a:prstGeom prst="rect">
                <a:avLst/>
              </a:prstGeom>
              <a:blipFill rotWithShape="1">
                <a:blip r:embed="rId7"/>
                <a:stretch>
                  <a:fillRect l="-30" t="-14" r="20" b="-28910"/>
                </a:stretch>
              </a:blipFill>
              <a:ln>
                <a:noFill/>
              </a:ln>
              <a:effectLst/>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25" name="Object 42"/>
              <p:cNvSpPr txBox="1"/>
              <p:nvPr/>
            </p:nvSpPr>
            <p:spPr bwMode="auto">
              <a:xfrm>
                <a:off x="5143333" y="4150583"/>
                <a:ext cx="2505076" cy="868980"/>
              </a:xfrm>
              <a:prstGeom prst="rect">
                <a:avLst/>
              </a:prstGeom>
              <a:noFill/>
              <a:ln>
                <a:noFill/>
              </a:ln>
              <a:effectLst/>
            </p:spPr>
            <p:txBody>
              <a:bodyPr>
                <a:noAutofit/>
              </a:bodyPr>
              <a:lstStyle/>
              <a:p>
                <a14:m>
                  <m:oMathPara xmlns:m="http://schemas.openxmlformats.org/officeDocument/2006/math">
                    <m:oMathParaPr>
                      <m:jc m:val="left"/>
                    </m:oMathParaPr>
                    <m:oMath xmlns:m="http://schemas.openxmlformats.org/officeDocument/2006/math">
                      <m:r>
                        <a:rPr kumimoji="1" lang="en-US" altLang="zh-CN" sz="2200" b="0" i="1" smtClean="0">
                          <a:solidFill>
                            <a:schemeClr val="tx1">
                              <a:lumMod val="95000"/>
                              <a:lumOff val="5000"/>
                            </a:schemeClr>
                          </a:solidFill>
                          <a:latin typeface="Cambria Math" panose="02040503050406030204" charset="0"/>
                          <a:ea typeface="黑体" panose="02010609060101010101" pitchFamily="49" charset="-122"/>
                        </a:rPr>
                        <m:t>=</m:t>
                      </m:r>
                      <m:limLow>
                        <m:limLowPr>
                          <m:ctrlPr>
                            <a:rPr kumimoji="1" lang="zh-CN" altLang="en-US" sz="2200" i="1" smtClean="0">
                              <a:solidFill>
                                <a:schemeClr val="tx1">
                                  <a:lumMod val="95000"/>
                                  <a:lumOff val="5000"/>
                                </a:schemeClr>
                              </a:solidFill>
                              <a:latin typeface="Cambria Math" panose="02040503050406030204" charset="0"/>
                              <a:ea typeface="黑体" panose="02010609060101010101" pitchFamily="49" charset="-122"/>
                            </a:rPr>
                          </m:ctrlPr>
                        </m:limLowPr>
                        <m:e>
                          <m:r>
                            <m:rPr>
                              <m:sty m:val="p"/>
                            </m:rPr>
                            <a:rPr kumimoji="1" lang="zh-CN" altLang="en-US" sz="2200">
                              <a:solidFill>
                                <a:schemeClr val="tx1">
                                  <a:lumMod val="95000"/>
                                  <a:lumOff val="5000"/>
                                </a:schemeClr>
                              </a:solidFill>
                              <a:latin typeface="Cambria Math" panose="02040503050406030204" charset="0"/>
                              <a:ea typeface="黑体" panose="02010609060101010101" pitchFamily="49" charset="-122"/>
                            </a:rPr>
                            <m:t>lim</m:t>
                          </m:r>
                        </m:e>
                        <m:lim>
                          <m:eqArr>
                            <m:eqArrPr>
                              <m:ctrlPr>
                                <a:rPr kumimoji="1" lang="zh-CN" altLang="en-US" sz="2200" i="1">
                                  <a:solidFill>
                                    <a:schemeClr val="tx1">
                                      <a:lumMod val="95000"/>
                                      <a:lumOff val="5000"/>
                                    </a:schemeClr>
                                  </a:solidFill>
                                  <a:latin typeface="Cambria Math" panose="02040503050406030204" charset="0"/>
                                  <a:ea typeface="黑体" panose="02010609060101010101" pitchFamily="49" charset="-122"/>
                                </a:rPr>
                              </m:ctrlPr>
                            </m:eqArrPr>
                            <m:e>
                              <m:r>
                                <a:rPr kumimoji="1" lang="zh-CN" altLang="en-US" sz="2200">
                                  <a:solidFill>
                                    <a:schemeClr val="tx1">
                                      <a:lumMod val="95000"/>
                                      <a:lumOff val="5000"/>
                                    </a:schemeClr>
                                  </a:solidFill>
                                  <a:latin typeface="Cambria Math" panose="02040503050406030204" charset="0"/>
                                  <a:ea typeface="黑体" panose="02010609060101010101" pitchFamily="49" charset="-122"/>
                                </a:rPr>
                                <m:t>&amp;​</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𝜌</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rPr>
                                <m:t>0</m:t>
                              </m:r>
                            </m:e>
                            <m:e>
                              <m:r>
                                <a:rPr kumimoji="1" lang="zh-CN" altLang="en-US" sz="2200">
                                  <a:solidFill>
                                    <a:schemeClr val="tx1">
                                      <a:lumMod val="95000"/>
                                      <a:lumOff val="5000"/>
                                    </a:schemeClr>
                                  </a:solidFill>
                                  <a:latin typeface="Cambria Math" panose="02040503050406030204" charset="0"/>
                                  <a:ea typeface="黑体" panose="02010609060101010101" pitchFamily="49" charset="-122"/>
                                </a:rPr>
                                <m:t>&amp;</m:t>
                              </m:r>
                            </m:e>
                          </m:eqArr>
                        </m:lim>
                      </m:limLow>
                      <m:r>
                        <a:rPr kumimoji="1" lang="zh-CN" altLang="en-US" sz="2200">
                          <a:solidFill>
                            <a:schemeClr val="tx1">
                              <a:lumMod val="95000"/>
                              <a:lumOff val="5000"/>
                            </a:schemeClr>
                          </a:solidFill>
                          <a:latin typeface="Cambria Math" panose="02040503050406030204" charset="0"/>
                          <a:ea typeface="黑体" panose="02010609060101010101" pitchFamily="49" charset="-122"/>
                        </a:rPr>
                        <m:t>𝜌</m:t>
                      </m:r>
                      <m:func>
                        <m:funcPr>
                          <m:ctrlPr>
                            <a:rPr kumimoji="1" lang="zh-CN" altLang="en-US" sz="2200" i="1">
                              <a:solidFill>
                                <a:schemeClr val="tx1">
                                  <a:lumMod val="95000"/>
                                  <a:lumOff val="5000"/>
                                </a:schemeClr>
                              </a:solidFill>
                              <a:latin typeface="Cambria Math" panose="02040503050406030204" charset="0"/>
                              <a:ea typeface="黑体" panose="02010609060101010101" pitchFamily="49" charset="-122"/>
                            </a:rPr>
                          </m:ctrlPr>
                        </m:funcPr>
                        <m:fName>
                          <m:r>
                            <m:rPr>
                              <m:sty m:val="p"/>
                            </m:rPr>
                            <a:rPr kumimoji="1" lang="zh-CN" altLang="en-US" sz="2200">
                              <a:solidFill>
                                <a:schemeClr val="tx1">
                                  <a:lumMod val="95000"/>
                                  <a:lumOff val="5000"/>
                                </a:schemeClr>
                              </a:solidFill>
                              <a:latin typeface="Cambria Math" panose="02040503050406030204" charset="0"/>
                              <a:ea typeface="黑体" panose="02010609060101010101" pitchFamily="49" charset="-122"/>
                            </a:rPr>
                            <m:t>sin</m:t>
                          </m:r>
                        </m:fName>
                        <m:e>
                          <m:f>
                            <m:fPr>
                              <m:ctrlPr>
                                <a:rPr kumimoji="1" lang="zh-CN" altLang="en-US" sz="2200" i="1">
                                  <a:solidFill>
                                    <a:schemeClr val="tx1">
                                      <a:lumMod val="95000"/>
                                      <a:lumOff val="5000"/>
                                    </a:schemeClr>
                                  </a:solidFill>
                                  <a:latin typeface="Cambria Math" panose="02040503050406030204" charset="0"/>
                                  <a:ea typeface="黑体" panose="02010609060101010101" pitchFamily="49" charset="-122"/>
                                </a:rPr>
                              </m:ctrlPr>
                            </m:fPr>
                            <m:num>
                              <m:r>
                                <a:rPr kumimoji="1" lang="zh-CN" altLang="en-US" sz="2200">
                                  <a:solidFill>
                                    <a:schemeClr val="tx1">
                                      <a:lumMod val="95000"/>
                                      <a:lumOff val="5000"/>
                                    </a:schemeClr>
                                  </a:solidFill>
                                  <a:latin typeface="Cambria Math" panose="02040503050406030204" charset="0"/>
                                  <a:ea typeface="黑体" panose="02010609060101010101" pitchFamily="49" charset="-122"/>
                                </a:rPr>
                                <m:t>1</m:t>
                              </m:r>
                            </m:num>
                            <m:den>
                              <m:sSup>
                                <m:sSupPr>
                                  <m:ctrlPr>
                                    <a:rPr kumimoji="1" lang="zh-CN" altLang="en-US" sz="2200" i="1">
                                      <a:solidFill>
                                        <a:schemeClr val="tx1">
                                          <a:lumMod val="95000"/>
                                          <a:lumOff val="5000"/>
                                        </a:schemeClr>
                                      </a:solidFill>
                                      <a:latin typeface="Cambria Math" panose="02040503050406030204" charset="0"/>
                                      <a:ea typeface="黑体" panose="02010609060101010101" pitchFamily="49" charset="-122"/>
                                    </a:rPr>
                                  </m:ctrlPr>
                                </m:sSupPr>
                                <m:e>
                                  <m:r>
                                    <a:rPr kumimoji="1" lang="zh-CN" altLang="en-US" sz="2200">
                                      <a:solidFill>
                                        <a:schemeClr val="tx1">
                                          <a:lumMod val="95000"/>
                                          <a:lumOff val="5000"/>
                                        </a:schemeClr>
                                      </a:solidFill>
                                      <a:latin typeface="Cambria Math" panose="02040503050406030204" charset="0"/>
                                      <a:ea typeface="黑体" panose="02010609060101010101" pitchFamily="49" charset="-122"/>
                                    </a:rPr>
                                    <m:t>𝜌</m:t>
                                  </m:r>
                                </m:e>
                                <m:sup>
                                  <m:r>
                                    <a:rPr kumimoji="1" lang="zh-CN" altLang="en-US" sz="2200">
                                      <a:solidFill>
                                        <a:schemeClr val="tx1">
                                          <a:lumMod val="95000"/>
                                          <a:lumOff val="5000"/>
                                        </a:schemeClr>
                                      </a:solidFill>
                                      <a:latin typeface="Cambria Math" panose="02040503050406030204" charset="0"/>
                                      <a:ea typeface="黑体" panose="02010609060101010101" pitchFamily="49" charset="-122"/>
                                    </a:rPr>
                                    <m:t>2</m:t>
                                  </m:r>
                                </m:sup>
                              </m:sSup>
                            </m:den>
                          </m:f>
                        </m:e>
                      </m:func>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rPr>
                        <m:t>0</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oMath>
                  </m:oMathPara>
                </a14:m>
                <a:endParaRPr kumimoji="1" lang="zh-CN" altLang="en-US" sz="2200" dirty="0">
                  <a:solidFill>
                    <a:schemeClr val="tx1">
                      <a:lumMod val="95000"/>
                      <a:lumOff val="5000"/>
                    </a:schemeClr>
                  </a:solidFill>
                  <a:latin typeface="Cambria Math" panose="02040503050406030204" charset="0"/>
                  <a:ea typeface="黑体" panose="02010609060101010101" pitchFamily="49" charset="-122"/>
                </a:endParaRPr>
              </a:p>
            </p:txBody>
          </p:sp>
        </mc:Choice>
        <mc:Fallback>
          <p:sp>
            <p:nvSpPr>
              <p:cNvPr id="25" name="Object 42"/>
              <p:cNvSpPr txBox="1">
                <a:spLocks noRot="1" noChangeAspect="1" noMove="1" noResize="1" noEditPoints="1" noAdjustHandles="1" noChangeArrowheads="1" noChangeShapeType="1" noTextEdit="1"/>
              </p:cNvSpPr>
              <p:nvPr/>
            </p:nvSpPr>
            <p:spPr bwMode="auto">
              <a:xfrm>
                <a:off x="5143333" y="4150583"/>
                <a:ext cx="2505076" cy="868980"/>
              </a:xfrm>
              <a:prstGeom prst="rect">
                <a:avLst/>
              </a:prstGeom>
              <a:blipFill rotWithShape="1">
                <a:blip r:embed="rId8"/>
                <a:stretch>
                  <a:fillRect l="-19" t="-26" r="19" b="-1109"/>
                </a:stretch>
              </a:blipFill>
              <a:ln>
                <a:noFill/>
              </a:ln>
              <a:effectLst/>
            </p:spPr>
            <p:txBody>
              <a:bodyPr/>
              <a:lstStyle/>
              <a:p>
                <a:r>
                  <a:rPr lang="zh-CN" altLang="en-US">
                    <a:noFill/>
                  </a:rPr>
                  <a:t> </a:t>
                </a:r>
              </a:p>
            </p:txBody>
          </p:sp>
        </mc:Fallback>
      </mc:AlternateContent>
      <p:sp>
        <p:nvSpPr>
          <p:cNvPr id="26" name="Line 33"/>
          <p:cNvSpPr>
            <a:spLocks noChangeShapeType="1"/>
          </p:cNvSpPr>
          <p:nvPr/>
        </p:nvSpPr>
        <p:spPr bwMode="auto">
          <a:xfrm flipV="1">
            <a:off x="2172890" y="2241293"/>
            <a:ext cx="7846220" cy="0"/>
          </a:xfrm>
          <a:prstGeom prst="line">
            <a:avLst/>
          </a:prstGeom>
          <a:ln w="19050">
            <a:solidFill>
              <a:srgbClr val="04926A"/>
            </a:solidFill>
          </a:ln>
        </p:spPr>
        <p:txBody>
          <a:bodyPr/>
          <a:lstStyle/>
          <a:p>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left)">
                                      <p:cBhvr>
                                        <p:cTn id="7" dur="500"/>
                                        <p:tgtEl>
                                          <p:spTgt spid="9"/>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26"/>
                                        </p:tgtEl>
                                        <p:attrNameLst>
                                          <p:attrName>style.visibility</p:attrName>
                                        </p:attrNameLst>
                                      </p:cBhvr>
                                      <p:to>
                                        <p:strVal val="visible"/>
                                      </p:to>
                                    </p:set>
                                    <p:animEffect transition="in" filter="wipe(left)">
                                      <p:cBhvr>
                                        <p:cTn id="10" dur="500"/>
                                        <p:tgtEl>
                                          <p:spTgt spid="26"/>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8" fill="hold" grpId="0" nodeType="clickEffect">
                                  <p:stCondLst>
                                    <p:cond delay="0"/>
                                  </p:stCondLst>
                                  <p:childTnLst>
                                    <p:set>
                                      <p:cBhvr>
                                        <p:cTn id="14" dur="1" fill="hold">
                                          <p:stCondLst>
                                            <p:cond delay="0"/>
                                          </p:stCondLst>
                                        </p:cTn>
                                        <p:tgtEl>
                                          <p:spTgt spid="2"/>
                                        </p:tgtEl>
                                        <p:attrNameLst>
                                          <p:attrName>style.visibility</p:attrName>
                                        </p:attrNameLst>
                                      </p:cBhvr>
                                      <p:to>
                                        <p:strVal val="visible"/>
                                      </p:to>
                                    </p:set>
                                    <p:animEffect transition="in" filter="wipe(left)">
                                      <p:cBhvr>
                                        <p:cTn id="15" dur="500"/>
                                        <p:tgtEl>
                                          <p:spTgt spid="2"/>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grpId="0" nodeType="clickEffect">
                                  <p:stCondLst>
                                    <p:cond delay="0"/>
                                  </p:stCondLst>
                                  <p:childTnLst>
                                    <p:set>
                                      <p:cBhvr>
                                        <p:cTn id="19" dur="1" fill="hold">
                                          <p:stCondLst>
                                            <p:cond delay="0"/>
                                          </p:stCondLst>
                                        </p:cTn>
                                        <p:tgtEl>
                                          <p:spTgt spid="4"/>
                                        </p:tgtEl>
                                        <p:attrNameLst>
                                          <p:attrName>style.visibility</p:attrName>
                                        </p:attrNameLst>
                                      </p:cBhvr>
                                      <p:to>
                                        <p:strVal val="visible"/>
                                      </p:to>
                                    </p:set>
                                    <p:animEffect transition="in" filter="wipe(left)">
                                      <p:cBhvr>
                                        <p:cTn id="20" dur="500"/>
                                        <p:tgtEl>
                                          <p:spTgt spid="4"/>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grpId="0" nodeType="clickEffect">
                                  <p:stCondLst>
                                    <p:cond delay="0"/>
                                  </p:stCondLst>
                                  <p:childTnLst>
                                    <p:set>
                                      <p:cBhvr>
                                        <p:cTn id="24" dur="1" fill="hold">
                                          <p:stCondLst>
                                            <p:cond delay="0"/>
                                          </p:stCondLst>
                                        </p:cTn>
                                        <p:tgtEl>
                                          <p:spTgt spid="10"/>
                                        </p:tgtEl>
                                        <p:attrNameLst>
                                          <p:attrName>style.visibility</p:attrName>
                                        </p:attrNameLst>
                                      </p:cBhvr>
                                      <p:to>
                                        <p:strVal val="visible"/>
                                      </p:to>
                                    </p:set>
                                    <p:animEffect transition="in" filter="wipe(left)">
                                      <p:cBhvr>
                                        <p:cTn id="25" dur="500"/>
                                        <p:tgtEl>
                                          <p:spTgt spid="10"/>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8" fill="hold" grpId="0" nodeType="clickEffect">
                                  <p:stCondLst>
                                    <p:cond delay="0"/>
                                  </p:stCondLst>
                                  <p:childTnLst>
                                    <p:set>
                                      <p:cBhvr>
                                        <p:cTn id="29" dur="1" fill="hold">
                                          <p:stCondLst>
                                            <p:cond delay="0"/>
                                          </p:stCondLst>
                                        </p:cTn>
                                        <p:tgtEl>
                                          <p:spTgt spid="11"/>
                                        </p:tgtEl>
                                        <p:attrNameLst>
                                          <p:attrName>style.visibility</p:attrName>
                                        </p:attrNameLst>
                                      </p:cBhvr>
                                      <p:to>
                                        <p:strVal val="visible"/>
                                      </p:to>
                                    </p:set>
                                    <p:animEffect transition="in" filter="wipe(left)">
                                      <p:cBhvr>
                                        <p:cTn id="30" dur="500"/>
                                        <p:tgtEl>
                                          <p:spTgt spid="11"/>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8" fill="hold" grpId="0" nodeType="clickEffect">
                                  <p:stCondLst>
                                    <p:cond delay="0"/>
                                  </p:stCondLst>
                                  <p:childTnLst>
                                    <p:set>
                                      <p:cBhvr>
                                        <p:cTn id="34" dur="1" fill="hold">
                                          <p:stCondLst>
                                            <p:cond delay="0"/>
                                          </p:stCondLst>
                                        </p:cTn>
                                        <p:tgtEl>
                                          <p:spTgt spid="24"/>
                                        </p:tgtEl>
                                        <p:attrNameLst>
                                          <p:attrName>style.visibility</p:attrName>
                                        </p:attrNameLst>
                                      </p:cBhvr>
                                      <p:to>
                                        <p:strVal val="visible"/>
                                      </p:to>
                                    </p:set>
                                    <p:animEffect transition="in" filter="wipe(left)">
                                      <p:cBhvr>
                                        <p:cTn id="35" dur="500"/>
                                        <p:tgtEl>
                                          <p:spTgt spid="24"/>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8" fill="hold" grpId="0" nodeType="clickEffect">
                                  <p:stCondLst>
                                    <p:cond delay="0"/>
                                  </p:stCondLst>
                                  <p:childTnLst>
                                    <p:set>
                                      <p:cBhvr>
                                        <p:cTn id="39" dur="1" fill="hold">
                                          <p:stCondLst>
                                            <p:cond delay="0"/>
                                          </p:stCondLst>
                                        </p:cTn>
                                        <p:tgtEl>
                                          <p:spTgt spid="25"/>
                                        </p:tgtEl>
                                        <p:attrNameLst>
                                          <p:attrName>style.visibility</p:attrName>
                                        </p:attrNameLst>
                                      </p:cBhvr>
                                      <p:to>
                                        <p:strVal val="visible"/>
                                      </p:to>
                                    </p:set>
                                    <p:animEffect transition="in" filter="wipe(left)">
                                      <p:cBhvr>
                                        <p:cTn id="40" dur="500"/>
                                        <p:tgtEl>
                                          <p:spTgt spid="25"/>
                                        </p:tgtEl>
                                      </p:cBhvr>
                                    </p:animEffect>
                                  </p:childTnLst>
                                </p:cTn>
                              </p:par>
                            </p:childTnLst>
                          </p:cTn>
                        </p:par>
                      </p:childTnLst>
                    </p:cTn>
                  </p:par>
                  <p:par>
                    <p:cTn id="41" fill="hold">
                      <p:stCondLst>
                        <p:cond delay="indefinite"/>
                      </p:stCondLst>
                      <p:childTnLst>
                        <p:par>
                          <p:cTn id="42" fill="hold">
                            <p:stCondLst>
                              <p:cond delay="0"/>
                            </p:stCondLst>
                            <p:childTnLst>
                              <p:par>
                                <p:cTn id="43" presetID="22" presetClass="entr" presetSubtype="8" fill="hold" grpId="0" nodeType="clickEffect">
                                  <p:stCondLst>
                                    <p:cond delay="0"/>
                                  </p:stCondLst>
                                  <p:childTnLst>
                                    <p:set>
                                      <p:cBhvr>
                                        <p:cTn id="44" dur="1" fill="hold">
                                          <p:stCondLst>
                                            <p:cond delay="0"/>
                                          </p:stCondLst>
                                        </p:cTn>
                                        <p:tgtEl>
                                          <p:spTgt spid="6"/>
                                        </p:tgtEl>
                                        <p:attrNameLst>
                                          <p:attrName>style.visibility</p:attrName>
                                        </p:attrNameLst>
                                      </p:cBhvr>
                                      <p:to>
                                        <p:strVal val="visible"/>
                                      </p:to>
                                    </p:set>
                                    <p:animEffect transition="in" filter="wipe(left)">
                                      <p:cBhvr>
                                        <p:cTn id="45" dur="500"/>
                                        <p:tgtEl>
                                          <p:spTgt spid="6"/>
                                        </p:tgtEl>
                                      </p:cBhvr>
                                    </p:animEffect>
                                  </p:childTnLst>
                                </p:cTn>
                              </p:par>
                            </p:childTnLst>
                          </p:cTn>
                        </p:par>
                      </p:childTnLst>
                    </p:cTn>
                  </p:par>
                  <p:par>
                    <p:cTn id="46" fill="hold">
                      <p:stCondLst>
                        <p:cond delay="indefinite"/>
                      </p:stCondLst>
                      <p:childTnLst>
                        <p:par>
                          <p:cTn id="47" fill="hold">
                            <p:stCondLst>
                              <p:cond delay="0"/>
                            </p:stCondLst>
                            <p:childTnLst>
                              <p:par>
                                <p:cTn id="48" presetID="22" presetClass="entr" presetSubtype="8" fill="hold" grpId="0" nodeType="clickEffect">
                                  <p:stCondLst>
                                    <p:cond delay="0"/>
                                  </p:stCondLst>
                                  <p:childTnLst>
                                    <p:set>
                                      <p:cBhvr>
                                        <p:cTn id="49" dur="1" fill="hold">
                                          <p:stCondLst>
                                            <p:cond delay="0"/>
                                          </p:stCondLst>
                                        </p:cTn>
                                        <p:tgtEl>
                                          <p:spTgt spid="7"/>
                                        </p:tgtEl>
                                        <p:attrNameLst>
                                          <p:attrName>style.visibility</p:attrName>
                                        </p:attrNameLst>
                                      </p:cBhvr>
                                      <p:to>
                                        <p:strVal val="visible"/>
                                      </p:to>
                                    </p:set>
                                    <p:animEffect transition="in" filter="wipe(left)">
                                      <p:cBhvr>
                                        <p:cTn id="50" dur="500"/>
                                        <p:tgtEl>
                                          <p:spTgt spid="7"/>
                                        </p:tgtEl>
                                      </p:cBhvr>
                                    </p:animEffect>
                                  </p:childTnLst>
                                </p:cTn>
                              </p:par>
                            </p:childTnLst>
                          </p:cTn>
                        </p:par>
                      </p:childTnLst>
                    </p:cTn>
                  </p:par>
                  <p:par>
                    <p:cTn id="51" fill="hold">
                      <p:stCondLst>
                        <p:cond delay="indefinite"/>
                      </p:stCondLst>
                      <p:childTnLst>
                        <p:par>
                          <p:cTn id="52" fill="hold">
                            <p:stCondLst>
                              <p:cond delay="0"/>
                            </p:stCondLst>
                            <p:childTnLst>
                              <p:par>
                                <p:cTn id="53" presetID="22" presetClass="entr" presetSubtype="8" fill="hold" grpId="0" nodeType="clickEffect">
                                  <p:stCondLst>
                                    <p:cond delay="0"/>
                                  </p:stCondLst>
                                  <p:childTnLst>
                                    <p:set>
                                      <p:cBhvr>
                                        <p:cTn id="54" dur="1" fill="hold">
                                          <p:stCondLst>
                                            <p:cond delay="0"/>
                                          </p:stCondLst>
                                        </p:cTn>
                                        <p:tgtEl>
                                          <p:spTgt spid="8"/>
                                        </p:tgtEl>
                                        <p:attrNameLst>
                                          <p:attrName>style.visibility</p:attrName>
                                        </p:attrNameLst>
                                      </p:cBhvr>
                                      <p:to>
                                        <p:strVal val="visible"/>
                                      </p:to>
                                    </p:set>
                                    <p:animEffect transition="in" filter="wipe(left)">
                                      <p:cBhvr>
                                        <p:cTn id="55" dur="500"/>
                                        <p:tgtEl>
                                          <p:spTgt spid="8"/>
                                        </p:tgtEl>
                                      </p:cBhvr>
                                    </p:animEffect>
                                  </p:childTnLst>
                                </p:cTn>
                              </p:par>
                            </p:childTnLst>
                          </p:cTn>
                        </p:par>
                        <p:par>
                          <p:cTn id="56" fill="hold">
                            <p:stCondLst>
                              <p:cond delay="500"/>
                            </p:stCondLst>
                            <p:childTnLst>
                              <p:par>
                                <p:cTn id="57" presetID="22" presetClass="entr" presetSubtype="8" fill="hold" grpId="0" nodeType="afterEffect">
                                  <p:stCondLst>
                                    <p:cond delay="0"/>
                                  </p:stCondLst>
                                  <p:childTnLst>
                                    <p:set>
                                      <p:cBhvr>
                                        <p:cTn id="58" dur="1" fill="hold">
                                          <p:stCondLst>
                                            <p:cond delay="0"/>
                                          </p:stCondLst>
                                        </p:cTn>
                                        <p:tgtEl>
                                          <p:spTgt spid="13"/>
                                        </p:tgtEl>
                                        <p:attrNameLst>
                                          <p:attrName>style.visibility</p:attrName>
                                        </p:attrNameLst>
                                      </p:cBhvr>
                                      <p:to>
                                        <p:strVal val="visible"/>
                                      </p:to>
                                    </p:set>
                                    <p:animEffect transition="in" filter="wipe(left)">
                                      <p:cBhvr>
                                        <p:cTn id="59"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bldLvl="0" animBg="1"/>
      <p:bldP spid="6" grpId="0"/>
      <p:bldP spid="7" grpId="0"/>
      <p:bldP spid="8" grpId="0" bldLvl="0" animBg="1"/>
      <p:bldP spid="9" grpId="0"/>
      <p:bldP spid="10" grpId="0"/>
      <p:bldP spid="11" grpId="0"/>
      <p:bldP spid="13" grpId="0"/>
      <p:bldP spid="24" grpId="0"/>
      <p:bldP spid="25" grpId="0"/>
      <p:bldP spid="26"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8" name="矩形 7"/>
              <p:cNvSpPr/>
              <p:nvPr/>
            </p:nvSpPr>
            <p:spPr>
              <a:xfrm>
                <a:off x="687959" y="536260"/>
                <a:ext cx="10817352" cy="5799897"/>
              </a:xfrm>
              <a:prstGeom prst="rect">
                <a:avLst/>
              </a:prstGeom>
              <a:solidFill>
                <a:schemeClr val="bg1"/>
              </a:solidFill>
              <a:ln>
                <a:noFill/>
              </a:ln>
              <a:effectLst>
                <a:outerShdw blurRad="63500" sx="102000" sy="102000" algn="ctr" rotWithShape="0">
                  <a:prstClr val="black">
                    <a:alpha val="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kumimoji="1" lang="en-US" altLang="zh-CN" dirty="0">
                          <a:latin typeface="Cambria Math" panose="02040503050406030204" charset="0"/>
                          <a:ea typeface="黑体" panose="02010609060101010101" pitchFamily="49" charset="-122"/>
                          <a:cs typeface="Cambria Math" panose="02040503050406030204" charset="0"/>
                        </a:rPr>
                        <m:t>,</m:t>
                      </m:r>
                    </m:oMath>
                  </m:oMathPara>
                </a14:m>
                <a:endParaRPr lang="zh-CN" altLang="en-US"/>
              </a:p>
            </p:txBody>
          </p:sp>
        </mc:Choice>
        <mc:Fallback>
          <p:sp>
            <p:nvSpPr>
              <p:cNvPr id="8" name="矩形 7"/>
              <p:cNvSpPr>
                <a:spLocks noRot="1" noChangeAspect="1" noMove="1" noResize="1" noEditPoints="1" noAdjustHandles="1" noChangeArrowheads="1" noChangeShapeType="1" noTextEdit="1"/>
              </p:cNvSpPr>
              <p:nvPr/>
            </p:nvSpPr>
            <p:spPr>
              <a:xfrm>
                <a:off x="687959" y="536260"/>
                <a:ext cx="10817352" cy="5799897"/>
              </a:xfrm>
              <a:prstGeom prst="rect">
                <a:avLst/>
              </a:prstGeom>
              <a:blipFill rotWithShape="1">
                <a:blip r:embed="rId1"/>
                <a:stretch>
                  <a:fillRect l="-1499" t="-1932" r="-1493" b="-1914"/>
                </a:stretch>
              </a:blipFill>
              <a:ln>
                <a:noFill/>
              </a:ln>
              <a:effectLst>
                <a:outerShdw blurRad="63500" sx="102000" sy="102000" algn="ctr" rotWithShape="0">
                  <a:prstClr val="black">
                    <a:alpha val="9000"/>
                  </a:prstClr>
                </a:outerShdw>
              </a:effectLst>
            </p:spPr>
            <p:style>
              <a:lnRef idx="2">
                <a:schemeClr val="accent1">
                  <a:shade val="50000"/>
                </a:schemeClr>
              </a:lnRef>
              <a:fillRef idx="1">
                <a:schemeClr val="accent1"/>
              </a:fillRef>
              <a:effectRef idx="0">
                <a:schemeClr val="accent1"/>
              </a:effectRef>
              <a:fontRef idx="minor">
                <a:schemeClr val="lt1"/>
              </a:fontRef>
            </p:style>
            <p:txBody>
              <a:bodyPr/>
              <a:lstStyle/>
              <a:p>
                <a:r>
                  <a:rPr lang="zh-CN" altLang="en-US">
                    <a:noFill/>
                  </a:rPr>
                  <a:t> </a:t>
                </a:r>
              </a:p>
            </p:txBody>
          </p:sp>
        </mc:Fallback>
      </mc:AlternateContent>
      <p:sp>
        <p:nvSpPr>
          <p:cNvPr id="9" name="半闭框 8"/>
          <p:cNvSpPr/>
          <p:nvPr/>
        </p:nvSpPr>
        <p:spPr>
          <a:xfrm>
            <a:off x="687324" y="536434"/>
            <a:ext cx="681355" cy="739173"/>
          </a:xfrm>
          <a:prstGeom prst="halfFrame">
            <a:avLst>
              <a:gd name="adj1" fmla="val 7739"/>
              <a:gd name="adj2" fmla="val 6987"/>
            </a:avLst>
          </a:prstGeom>
          <a:gradFill flip="none" rotWithShape="1">
            <a:gsLst>
              <a:gs pos="0">
                <a:schemeClr val="bg1"/>
              </a:gs>
              <a:gs pos="46000">
                <a:srgbClr val="039463"/>
              </a:gs>
              <a:gs pos="100000">
                <a:schemeClr val="bg1"/>
              </a:gs>
            </a:gsLst>
            <a:path path="circle">
              <a:fillToRect t="100000" r="100000"/>
            </a:path>
            <a:tileRect l="-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1" name="半闭框 10"/>
          <p:cNvSpPr/>
          <p:nvPr/>
        </p:nvSpPr>
        <p:spPr>
          <a:xfrm flipH="1">
            <a:off x="10823530" y="535820"/>
            <a:ext cx="681146" cy="739134"/>
          </a:xfrm>
          <a:prstGeom prst="halfFrame">
            <a:avLst>
              <a:gd name="adj1" fmla="val 7739"/>
              <a:gd name="adj2" fmla="val 6987"/>
            </a:avLst>
          </a:prstGeom>
          <a:gradFill flip="none" rotWithShape="1">
            <a:gsLst>
              <a:gs pos="0">
                <a:schemeClr val="bg1"/>
              </a:gs>
              <a:gs pos="46000">
                <a:srgbClr val="039463"/>
              </a:gs>
              <a:gs pos="100000">
                <a:schemeClr val="bg1"/>
              </a:gs>
            </a:gsLst>
            <a:path path="circle">
              <a:fillToRect t="100000" r="100000"/>
            </a:path>
            <a:tileRect l="-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2" name="半闭框 11"/>
          <p:cNvSpPr/>
          <p:nvPr/>
        </p:nvSpPr>
        <p:spPr>
          <a:xfrm flipV="1">
            <a:off x="687324" y="5665394"/>
            <a:ext cx="681355" cy="673517"/>
          </a:xfrm>
          <a:prstGeom prst="halfFrame">
            <a:avLst>
              <a:gd name="adj1" fmla="val 7739"/>
              <a:gd name="adj2" fmla="val 6987"/>
            </a:avLst>
          </a:prstGeom>
          <a:gradFill flip="none" rotWithShape="1">
            <a:gsLst>
              <a:gs pos="0">
                <a:schemeClr val="bg1"/>
              </a:gs>
              <a:gs pos="46000">
                <a:srgbClr val="039463"/>
              </a:gs>
              <a:gs pos="100000">
                <a:schemeClr val="bg1"/>
              </a:gs>
            </a:gsLst>
            <a:path path="circle">
              <a:fillToRect t="100000" r="100000"/>
            </a:path>
            <a:tileRect l="-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200">
              <a:solidFill>
                <a:schemeClr val="tx1"/>
              </a:solidFill>
            </a:endParaRPr>
          </a:p>
        </p:txBody>
      </p:sp>
      <p:sp>
        <p:nvSpPr>
          <p:cNvPr id="13" name="半闭框 12"/>
          <p:cNvSpPr/>
          <p:nvPr/>
        </p:nvSpPr>
        <p:spPr>
          <a:xfrm flipH="1" flipV="1">
            <a:off x="10824165" y="5642774"/>
            <a:ext cx="681146" cy="693383"/>
          </a:xfrm>
          <a:prstGeom prst="halfFrame">
            <a:avLst>
              <a:gd name="adj1" fmla="val 7739"/>
              <a:gd name="adj2" fmla="val 6987"/>
            </a:avLst>
          </a:prstGeom>
          <a:gradFill flip="none" rotWithShape="1">
            <a:gsLst>
              <a:gs pos="0">
                <a:schemeClr val="bg1"/>
              </a:gs>
              <a:gs pos="46000">
                <a:srgbClr val="039463"/>
              </a:gs>
              <a:gs pos="100000">
                <a:schemeClr val="bg1"/>
              </a:gs>
            </a:gsLst>
            <a:path path="circle">
              <a:fillToRect t="100000" r="100000"/>
            </a:path>
            <a:tileRect l="-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2" name="Rectangle 2"/>
          <p:cNvSpPr txBox="1">
            <a:spLocks noChangeArrowheads="1"/>
          </p:cNvSpPr>
          <p:nvPr/>
        </p:nvSpPr>
        <p:spPr>
          <a:xfrm>
            <a:off x="3178464" y="2814268"/>
            <a:ext cx="2438400" cy="533400"/>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kumimoji="1" lang="zh-CN" altLang="en-US" sz="2900" b="1" dirty="0">
                <a:solidFill>
                  <a:srgbClr val="04926A"/>
                </a:solidFill>
                <a:latin typeface="微软雅黑" panose="020B0503020204020204" pitchFamily="34" charset="-122"/>
                <a:ea typeface="微软雅黑" panose="020B0503020204020204" pitchFamily="34" charset="-122"/>
                <a:cs typeface="+mn-cs"/>
                <a:sym typeface="+mn-lt"/>
              </a:rPr>
              <a:t>例</a:t>
            </a:r>
            <a:r>
              <a:rPr kumimoji="1" lang="en-US" altLang="zh-CN" sz="2900" b="1" dirty="0">
                <a:solidFill>
                  <a:srgbClr val="04926A"/>
                </a:solidFill>
                <a:latin typeface="微软雅黑" panose="020B0503020204020204" pitchFamily="34" charset="-122"/>
                <a:ea typeface="微软雅黑" panose="020B0503020204020204" pitchFamily="34" charset="-122"/>
                <a:cs typeface="+mn-cs"/>
                <a:sym typeface="+mn-lt"/>
              </a:rPr>
              <a:t>1  </a:t>
            </a:r>
            <a:r>
              <a:rPr kumimoji="1" lang="zh-CN" altLang="en-US" sz="2900" dirty="0">
                <a:solidFill>
                  <a:schemeClr val="tx1">
                    <a:lumMod val="95000"/>
                    <a:lumOff val="5000"/>
                  </a:schemeClr>
                </a:solidFill>
                <a:latin typeface="Cambria Math" panose="02040503050406030204" charset="0"/>
                <a:ea typeface="黑体" panose="02010609060101010101" pitchFamily="49" charset="-122"/>
                <a:cs typeface="+mn-cs"/>
                <a:sym typeface="+mn-lt"/>
              </a:rPr>
              <a:t>计算函数</a:t>
            </a:r>
            <a:endParaRPr kumimoji="1" lang="zh-CN" altLang="en-US" sz="2900" dirty="0">
              <a:solidFill>
                <a:schemeClr val="tx1">
                  <a:lumMod val="95000"/>
                  <a:lumOff val="5000"/>
                </a:schemeClr>
              </a:solidFill>
              <a:latin typeface="Cambria Math" panose="02040503050406030204" charset="0"/>
              <a:ea typeface="黑体" panose="02010609060101010101" pitchFamily="49" charset="-122"/>
              <a:cs typeface="+mn-cs"/>
              <a:sym typeface="+mn-lt"/>
            </a:endParaRPr>
          </a:p>
        </p:txBody>
      </p:sp>
      <p:sp>
        <p:nvSpPr>
          <p:cNvPr id="3" name="Text Box 4"/>
          <p:cNvSpPr txBox="1">
            <a:spLocks noChangeArrowheads="1"/>
          </p:cNvSpPr>
          <p:nvPr/>
        </p:nvSpPr>
        <p:spPr bwMode="auto">
          <a:xfrm>
            <a:off x="7820802" y="2788072"/>
            <a:ext cx="2053492" cy="51911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square">
            <a:spAutoFit/>
          </a:bodyPr>
          <a:lstStyle/>
          <a:p>
            <a:pPr marL="0" marR="0" lvl="0" indent="0" algn="l" defTabSz="914400" rtl="0" eaLnBrk="1" fontAlgn="base" latinLnBrk="0" hangingPunct="1">
              <a:lnSpc>
                <a:spcPct val="100000"/>
              </a:lnSpc>
              <a:spcBef>
                <a:spcPct val="50000"/>
              </a:spcBef>
              <a:spcAft>
                <a:spcPct val="0"/>
              </a:spcAft>
              <a:buClrTx/>
              <a:buSzTx/>
              <a:buFontTx/>
              <a:buNone/>
              <a:defRPr/>
            </a:pPr>
            <a:r>
              <a:rPr kumimoji="1" lang="zh-CN" altLang="en-US" sz="2800" dirty="0">
                <a:solidFill>
                  <a:schemeClr val="tx1">
                    <a:lumMod val="95000"/>
                    <a:lumOff val="5000"/>
                  </a:schemeClr>
                </a:solidFill>
                <a:latin typeface="Cambria Math" panose="02040503050406030204" charset="0"/>
                <a:ea typeface="黑体" panose="02010609060101010101" pitchFamily="49" charset="-122"/>
                <a:sym typeface="+mn-lt"/>
              </a:rPr>
              <a:t>的全微分</a:t>
            </a:r>
            <a:r>
              <a:rPr kumimoji="1" lang="en-US" altLang="zh-CN" sz="2800" dirty="0">
                <a:solidFill>
                  <a:schemeClr val="tx1">
                    <a:lumMod val="95000"/>
                    <a:lumOff val="5000"/>
                  </a:schemeClr>
                </a:solidFill>
                <a:latin typeface="Cambria Math" panose="02040503050406030204" charset="0"/>
                <a:ea typeface="黑体" panose="02010609060101010101" pitchFamily="49" charset="-122"/>
                <a:sym typeface="+mn-lt"/>
              </a:rPr>
              <a:t>. </a:t>
            </a:r>
            <a:endParaRPr kumimoji="1" lang="en-US" altLang="zh-CN" sz="2800" dirty="0">
              <a:solidFill>
                <a:schemeClr val="tx1">
                  <a:lumMod val="95000"/>
                  <a:lumOff val="5000"/>
                </a:schemeClr>
              </a:solidFill>
              <a:latin typeface="Cambria Math" panose="02040503050406030204" charset="0"/>
              <a:ea typeface="黑体" panose="02010609060101010101" pitchFamily="49" charset="-122"/>
              <a:sym typeface="+mn-lt"/>
            </a:endParaRPr>
          </a:p>
        </p:txBody>
      </p:sp>
      <mc:AlternateContent xmlns:mc="http://schemas.openxmlformats.org/markup-compatibility/2006">
        <mc:Choice xmlns:a14="http://schemas.microsoft.com/office/drawing/2010/main" Requires="a14">
          <p:sp>
            <p:nvSpPr>
              <p:cNvPr id="4" name="Object 5"/>
              <p:cNvSpPr txBox="1"/>
              <p:nvPr/>
            </p:nvSpPr>
            <p:spPr bwMode="auto">
              <a:xfrm>
                <a:off x="5585114" y="2792592"/>
                <a:ext cx="2235688" cy="494506"/>
              </a:xfrm>
              <a:prstGeom prst="rect">
                <a:avLst/>
              </a:prstGeom>
              <a:noFill/>
              <a:ln>
                <a:noFill/>
              </a:ln>
              <a:effectLst/>
            </p:spPr>
            <p:txBody>
              <a:bodyPr>
                <a:noAutofit/>
              </a:bodyPr>
              <a:lstStyle/>
              <a:p>
                <a14:m>
                  <m:oMathPara xmlns:m="http://schemas.openxmlformats.org/officeDocument/2006/math">
                    <m:oMathParaPr>
                      <m:jc m:val="left"/>
                    </m:oMathParaPr>
                    <m:oMath xmlns:m="http://schemas.openxmlformats.org/officeDocument/2006/math">
                      <m:r>
                        <a:rPr kumimoji="1" lang="zh-CN" altLang="en-US" sz="2800">
                          <a:solidFill>
                            <a:schemeClr val="tx1">
                              <a:lumMod val="95000"/>
                              <a:lumOff val="5000"/>
                            </a:schemeClr>
                          </a:solidFill>
                          <a:latin typeface="Cambria Math" panose="02040503050406030204" charset="0"/>
                          <a:ea typeface="黑体" panose="02010609060101010101" pitchFamily="49" charset="-122"/>
                        </a:rPr>
                        <m:t>𝑧</m:t>
                      </m:r>
                      <m:r>
                        <a:rPr kumimoji="1" lang="zh-CN" altLang="en-US" sz="2800">
                          <a:solidFill>
                            <a:schemeClr val="tx1">
                              <a:lumMod val="95000"/>
                              <a:lumOff val="5000"/>
                            </a:schemeClr>
                          </a:solidFill>
                          <a:latin typeface="Cambria Math" panose="02040503050406030204" charset="0"/>
                          <a:ea typeface="黑体" panose="02010609060101010101" pitchFamily="49" charset="-122"/>
                        </a:rPr>
                        <m:t>=</m:t>
                      </m:r>
                      <m:sSup>
                        <m:sSupPr>
                          <m:ctrlPr>
                            <a:rPr kumimoji="1" lang="zh-CN" altLang="en-US" sz="2800" i="1">
                              <a:solidFill>
                                <a:schemeClr val="tx1">
                                  <a:lumMod val="95000"/>
                                  <a:lumOff val="5000"/>
                                </a:schemeClr>
                              </a:solidFill>
                              <a:latin typeface="Cambria Math" panose="02040503050406030204" charset="0"/>
                              <a:ea typeface="黑体" panose="02010609060101010101" pitchFamily="49" charset="-122"/>
                            </a:rPr>
                          </m:ctrlPr>
                        </m:sSupPr>
                        <m:e>
                          <m:r>
                            <a:rPr kumimoji="1" lang="zh-CN" altLang="en-US" sz="2800">
                              <a:solidFill>
                                <a:schemeClr val="tx1">
                                  <a:lumMod val="95000"/>
                                  <a:lumOff val="5000"/>
                                </a:schemeClr>
                              </a:solidFill>
                              <a:latin typeface="Cambria Math" panose="02040503050406030204" charset="0"/>
                              <a:ea typeface="黑体" panose="02010609060101010101" pitchFamily="49" charset="-122"/>
                            </a:rPr>
                            <m:t>𝑥</m:t>
                          </m:r>
                        </m:e>
                        <m:sup>
                          <m:r>
                            <a:rPr kumimoji="1" lang="zh-CN" altLang="en-US" sz="2800">
                              <a:solidFill>
                                <a:schemeClr val="tx1">
                                  <a:lumMod val="95000"/>
                                  <a:lumOff val="5000"/>
                                </a:schemeClr>
                              </a:solidFill>
                              <a:latin typeface="Cambria Math" panose="02040503050406030204" charset="0"/>
                              <a:ea typeface="黑体" panose="02010609060101010101" pitchFamily="49" charset="-122"/>
                            </a:rPr>
                            <m:t>2</m:t>
                          </m:r>
                        </m:sup>
                      </m:sSup>
                      <m:r>
                        <a:rPr kumimoji="1" lang="zh-CN" altLang="en-US" sz="2800">
                          <a:solidFill>
                            <a:schemeClr val="tx1">
                              <a:lumMod val="95000"/>
                              <a:lumOff val="5000"/>
                            </a:schemeClr>
                          </a:solidFill>
                          <a:latin typeface="Cambria Math" panose="02040503050406030204" charset="0"/>
                          <a:ea typeface="黑体" panose="02010609060101010101" pitchFamily="49" charset="-122"/>
                        </a:rPr>
                        <m:t>𝑦</m:t>
                      </m:r>
                      <m:r>
                        <a:rPr kumimoji="1" lang="zh-CN" altLang="en-US" sz="2800">
                          <a:solidFill>
                            <a:schemeClr val="tx1">
                              <a:lumMod val="95000"/>
                              <a:lumOff val="5000"/>
                            </a:schemeClr>
                          </a:solidFill>
                          <a:latin typeface="Cambria Math" panose="02040503050406030204" charset="0"/>
                          <a:ea typeface="黑体" panose="02010609060101010101" pitchFamily="49" charset="-122"/>
                        </a:rPr>
                        <m:t>+</m:t>
                      </m:r>
                      <m:sSup>
                        <m:sSupPr>
                          <m:ctrlPr>
                            <a:rPr kumimoji="1" lang="zh-CN" altLang="en-US" sz="2800" i="1">
                              <a:solidFill>
                                <a:schemeClr val="tx1">
                                  <a:lumMod val="95000"/>
                                  <a:lumOff val="5000"/>
                                </a:schemeClr>
                              </a:solidFill>
                              <a:latin typeface="Cambria Math" panose="02040503050406030204" charset="0"/>
                              <a:ea typeface="黑体" panose="02010609060101010101" pitchFamily="49" charset="-122"/>
                            </a:rPr>
                          </m:ctrlPr>
                        </m:sSupPr>
                        <m:e>
                          <m:r>
                            <a:rPr kumimoji="1" lang="zh-CN" altLang="en-US" sz="2800">
                              <a:solidFill>
                                <a:schemeClr val="tx1">
                                  <a:lumMod val="95000"/>
                                  <a:lumOff val="5000"/>
                                </a:schemeClr>
                              </a:solidFill>
                              <a:latin typeface="Cambria Math" panose="02040503050406030204" charset="0"/>
                              <a:ea typeface="黑体" panose="02010609060101010101" pitchFamily="49" charset="-122"/>
                            </a:rPr>
                            <m:t>𝑦</m:t>
                          </m:r>
                        </m:e>
                        <m:sup>
                          <m:r>
                            <a:rPr kumimoji="1" lang="zh-CN" altLang="en-US" sz="2800">
                              <a:solidFill>
                                <a:schemeClr val="tx1">
                                  <a:lumMod val="95000"/>
                                  <a:lumOff val="5000"/>
                                </a:schemeClr>
                              </a:solidFill>
                              <a:latin typeface="Cambria Math" panose="02040503050406030204" charset="0"/>
                              <a:ea typeface="黑体" panose="02010609060101010101" pitchFamily="49" charset="-122"/>
                            </a:rPr>
                            <m:t>2</m:t>
                          </m:r>
                        </m:sup>
                      </m:sSup>
                    </m:oMath>
                  </m:oMathPara>
                </a14:m>
                <a:endParaRPr kumimoji="1" lang="zh-CN" altLang="en-US" sz="2800" dirty="0">
                  <a:solidFill>
                    <a:schemeClr val="tx1">
                      <a:lumMod val="95000"/>
                      <a:lumOff val="5000"/>
                    </a:schemeClr>
                  </a:solidFill>
                  <a:latin typeface="Cambria Math" panose="02040503050406030204" charset="0"/>
                  <a:ea typeface="黑体" panose="02010609060101010101" pitchFamily="49" charset="-122"/>
                </a:endParaRPr>
              </a:p>
            </p:txBody>
          </p:sp>
        </mc:Choice>
        <mc:Fallback>
          <p:sp>
            <p:nvSpPr>
              <p:cNvPr id="4" name="Object 5"/>
              <p:cNvSpPr txBox="1">
                <a:spLocks noRot="1" noChangeAspect="1" noMove="1" noResize="1" noEditPoints="1" noAdjustHandles="1" noChangeArrowheads="1" noChangeShapeType="1" noTextEdit="1"/>
              </p:cNvSpPr>
              <p:nvPr/>
            </p:nvSpPr>
            <p:spPr bwMode="auto">
              <a:xfrm>
                <a:off x="5585114" y="2792592"/>
                <a:ext cx="2235688" cy="494506"/>
              </a:xfrm>
              <a:prstGeom prst="rect">
                <a:avLst/>
              </a:prstGeom>
              <a:blipFill rotWithShape="1">
                <a:blip r:embed="rId2"/>
                <a:stretch>
                  <a:fillRect l="-13" t="-101" r="6" b="68"/>
                </a:stretch>
              </a:blipFill>
              <a:ln>
                <a:noFill/>
              </a:ln>
              <a:effectLst/>
            </p:spPr>
            <p:txBody>
              <a:bodyPr/>
              <a:lstStyle/>
              <a:p>
                <a:r>
                  <a:rPr lang="zh-CN" altLang="en-US">
                    <a:noFill/>
                  </a:rPr>
                  <a:t> </a:t>
                </a:r>
              </a:p>
            </p:txBody>
          </p:sp>
        </mc:Fallback>
      </mc:AlternateContent>
      <p:sp>
        <p:nvSpPr>
          <p:cNvPr id="5" name="Text Box 8"/>
          <p:cNvSpPr txBox="1">
            <a:spLocks noChangeArrowheads="1"/>
          </p:cNvSpPr>
          <p:nvPr/>
        </p:nvSpPr>
        <p:spPr bwMode="auto">
          <a:xfrm>
            <a:off x="3178464" y="3698046"/>
            <a:ext cx="636732" cy="51911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square">
            <a:spAutoFit/>
          </a:bodyPr>
          <a:lstStyle/>
          <a:p>
            <a:pPr fontAlgn="base">
              <a:spcBef>
                <a:spcPct val="50000"/>
              </a:spcBef>
              <a:spcAft>
                <a:spcPct val="0"/>
              </a:spcAft>
              <a:defRPr/>
            </a:pPr>
            <a:r>
              <a:rPr kumimoji="1" lang="zh-CN" altLang="en-US" sz="2800" b="1" dirty="0">
                <a:solidFill>
                  <a:srgbClr val="04926A"/>
                </a:solidFill>
                <a:latin typeface="微软雅黑" panose="020B0503020204020204" pitchFamily="34" charset="-122"/>
                <a:ea typeface="微软雅黑" panose="020B0503020204020204" pitchFamily="34" charset="-122"/>
                <a:sym typeface="+mn-lt"/>
              </a:rPr>
              <a:t>解</a:t>
            </a:r>
            <a:endParaRPr kumimoji="1" lang="en-US" altLang="zh-CN" sz="2800" b="1" dirty="0">
              <a:solidFill>
                <a:srgbClr val="04926A"/>
              </a:solidFill>
              <a:latin typeface="微软雅黑" panose="020B0503020204020204" pitchFamily="34" charset="-122"/>
              <a:ea typeface="微软雅黑" panose="020B0503020204020204" pitchFamily="34" charset="-122"/>
              <a:sym typeface="+mn-lt"/>
            </a:endParaRPr>
          </a:p>
        </p:txBody>
      </p:sp>
      <mc:AlternateContent xmlns:mc="http://schemas.openxmlformats.org/markup-compatibility/2006">
        <mc:Choice xmlns:a14="http://schemas.microsoft.com/office/drawing/2010/main" Requires="a14">
          <p:sp>
            <p:nvSpPr>
              <p:cNvPr id="6" name="Object 9"/>
              <p:cNvSpPr txBox="1"/>
              <p:nvPr/>
            </p:nvSpPr>
            <p:spPr bwMode="auto">
              <a:xfrm>
                <a:off x="3980798" y="3584081"/>
                <a:ext cx="1684631" cy="747041"/>
              </a:xfrm>
              <a:prstGeom prst="rect">
                <a:avLst/>
              </a:prstGeom>
              <a:noFill/>
              <a:ln>
                <a:noFill/>
              </a:ln>
              <a:effectLst/>
            </p:spPr>
            <p:txBody>
              <a:bodyPr>
                <a:noAutofit/>
              </a:bodyPr>
              <a:lstStyle/>
              <a:p>
                <a14:m>
                  <m:oMathPara xmlns:m="http://schemas.openxmlformats.org/officeDocument/2006/math">
                    <m:oMathParaPr>
                      <m:jc m:val="left"/>
                    </m:oMathParaPr>
                    <m:oMath xmlns:m="http://schemas.openxmlformats.org/officeDocument/2006/math">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f>
                        <m:fPr>
                          <m:ctrlPr>
                            <a:rPr kumimoji="1" lang="zh-CN" altLang="en-US" sz="2200" i="1">
                              <a:solidFill>
                                <a:schemeClr val="tx1">
                                  <a:lumMod val="95000"/>
                                  <a:lumOff val="5000"/>
                                </a:schemeClr>
                              </a:solidFill>
                              <a:latin typeface="Cambria Math" panose="02040503050406030204" charset="0"/>
                              <a:ea typeface="黑体" panose="02010609060101010101" pitchFamily="49" charset="-122"/>
                            </a:rPr>
                          </m:ctrlPr>
                        </m:fPr>
                        <m:num>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𝑧</m:t>
                          </m:r>
                        </m:num>
                        <m:den>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𝑥</m:t>
                          </m:r>
                        </m:den>
                      </m:f>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rPr>
                        <m:t>2</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𝑥𝑦</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oMath>
                  </m:oMathPara>
                </a14:m>
                <a:endParaRPr kumimoji="1" lang="zh-CN" altLang="en-US" sz="2200" dirty="0">
                  <a:solidFill>
                    <a:schemeClr val="tx1">
                      <a:lumMod val="95000"/>
                      <a:lumOff val="5000"/>
                    </a:schemeClr>
                  </a:solidFill>
                  <a:latin typeface="Cambria Math" panose="02040503050406030204" charset="0"/>
                  <a:ea typeface="黑体" panose="02010609060101010101" pitchFamily="49" charset="-122"/>
                </a:endParaRPr>
              </a:p>
            </p:txBody>
          </p:sp>
        </mc:Choice>
        <mc:Fallback>
          <p:sp>
            <p:nvSpPr>
              <p:cNvPr id="6" name="Object 9"/>
              <p:cNvSpPr txBox="1">
                <a:spLocks noRot="1" noChangeAspect="1" noMove="1" noResize="1" noEditPoints="1" noAdjustHandles="1" noChangeArrowheads="1" noChangeShapeType="1" noTextEdit="1"/>
              </p:cNvSpPr>
              <p:nvPr/>
            </p:nvSpPr>
            <p:spPr bwMode="auto">
              <a:xfrm>
                <a:off x="3980798" y="3584081"/>
                <a:ext cx="1684631" cy="747041"/>
              </a:xfrm>
              <a:prstGeom prst="rect">
                <a:avLst/>
              </a:prstGeom>
              <a:blipFill rotWithShape="1">
                <a:blip r:embed="rId3"/>
                <a:stretch>
                  <a:fillRect l="-37" t="-19" r="35" b="56"/>
                </a:stretch>
              </a:blipFill>
              <a:ln>
                <a:noFill/>
              </a:ln>
              <a:effectLst/>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7" name="Object 23"/>
              <p:cNvSpPr txBox="1"/>
              <p:nvPr/>
            </p:nvSpPr>
            <p:spPr bwMode="auto">
              <a:xfrm>
                <a:off x="5457594" y="3584081"/>
                <a:ext cx="2126283" cy="747041"/>
              </a:xfrm>
              <a:prstGeom prst="rect">
                <a:avLst/>
              </a:prstGeom>
              <a:noFill/>
              <a:ln>
                <a:noFill/>
              </a:ln>
              <a:effectLst/>
            </p:spPr>
            <p:txBody>
              <a:bodyPr>
                <a:noAutofit/>
              </a:bodyPr>
              <a:lstStyle/>
              <a:p>
                <a14:m>
                  <m:oMathPara xmlns:m="http://schemas.openxmlformats.org/officeDocument/2006/math">
                    <m:oMathParaPr>
                      <m:jc m:val="left"/>
                    </m:oMathParaPr>
                    <m:oMath xmlns:m="http://schemas.openxmlformats.org/officeDocument/2006/math">
                      <m:r>
                        <a:rPr kumimoji="1" lang="zh-CN" altLang="en-US" sz="2200">
                          <a:solidFill>
                            <a:schemeClr val="tx1">
                              <a:lumMod val="95000"/>
                              <a:lumOff val="5000"/>
                            </a:schemeClr>
                          </a:solidFill>
                          <a:latin typeface="Cambria Math" panose="02040503050406030204" charset="0"/>
                          <a:ea typeface="黑体" panose="02010609060101010101" pitchFamily="49" charset="-122"/>
                        </a:rPr>
                        <m:t> </m:t>
                      </m:r>
                      <m:f>
                        <m:fPr>
                          <m:ctrlPr>
                            <a:rPr kumimoji="1" lang="zh-CN" altLang="en-US" sz="2200" i="1">
                              <a:solidFill>
                                <a:schemeClr val="tx1">
                                  <a:lumMod val="95000"/>
                                  <a:lumOff val="5000"/>
                                </a:schemeClr>
                              </a:solidFill>
                              <a:latin typeface="Cambria Math" panose="02040503050406030204" charset="0"/>
                              <a:ea typeface="黑体" panose="02010609060101010101" pitchFamily="49" charset="-122"/>
                            </a:rPr>
                          </m:ctrlPr>
                        </m:fPr>
                        <m:num>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𝑧</m:t>
                          </m:r>
                        </m:num>
                        <m:den>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𝑦</m:t>
                          </m:r>
                        </m:den>
                      </m:f>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sSup>
                        <m:sSupPr>
                          <m:ctrlPr>
                            <a:rPr kumimoji="1" lang="zh-CN" altLang="en-US" sz="2200" i="1">
                              <a:solidFill>
                                <a:schemeClr val="tx1">
                                  <a:lumMod val="95000"/>
                                  <a:lumOff val="5000"/>
                                </a:schemeClr>
                              </a:solidFill>
                              <a:latin typeface="Cambria Math" panose="02040503050406030204" charset="0"/>
                              <a:ea typeface="黑体" panose="02010609060101010101" pitchFamily="49" charset="-122"/>
                            </a:rPr>
                          </m:ctrlPr>
                        </m:sSupPr>
                        <m:e>
                          <m:r>
                            <a:rPr kumimoji="1" lang="zh-CN" altLang="en-US" sz="2200">
                              <a:solidFill>
                                <a:schemeClr val="tx1">
                                  <a:lumMod val="95000"/>
                                  <a:lumOff val="5000"/>
                                </a:schemeClr>
                              </a:solidFill>
                              <a:latin typeface="Cambria Math" panose="02040503050406030204" charset="0"/>
                              <a:ea typeface="黑体" panose="02010609060101010101" pitchFamily="49" charset="-122"/>
                            </a:rPr>
                            <m:t>𝑥</m:t>
                          </m:r>
                        </m:e>
                        <m:sup>
                          <m:r>
                            <a:rPr kumimoji="1" lang="zh-CN" altLang="en-US" sz="2200">
                              <a:solidFill>
                                <a:schemeClr val="tx1">
                                  <a:lumMod val="95000"/>
                                  <a:lumOff val="5000"/>
                                </a:schemeClr>
                              </a:solidFill>
                              <a:latin typeface="Cambria Math" panose="02040503050406030204" charset="0"/>
                              <a:ea typeface="黑体" panose="02010609060101010101" pitchFamily="49" charset="-122"/>
                            </a:rPr>
                            <m:t>2</m:t>
                          </m:r>
                        </m:sup>
                      </m:sSup>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rPr>
                        <m:t>2</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𝑦</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oMath>
                  </m:oMathPara>
                </a14:m>
                <a:endParaRPr kumimoji="1" lang="zh-CN" altLang="en-US" sz="2200" dirty="0">
                  <a:solidFill>
                    <a:schemeClr val="tx1">
                      <a:lumMod val="95000"/>
                      <a:lumOff val="5000"/>
                    </a:schemeClr>
                  </a:solidFill>
                  <a:latin typeface="Cambria Math" panose="02040503050406030204" charset="0"/>
                  <a:ea typeface="黑体" panose="02010609060101010101" pitchFamily="49" charset="-122"/>
                </a:endParaRPr>
              </a:p>
            </p:txBody>
          </p:sp>
        </mc:Choice>
        <mc:Fallback>
          <p:sp>
            <p:nvSpPr>
              <p:cNvPr id="7" name="Object 23"/>
              <p:cNvSpPr txBox="1">
                <a:spLocks noRot="1" noChangeAspect="1" noMove="1" noResize="1" noEditPoints="1" noAdjustHandles="1" noChangeArrowheads="1" noChangeShapeType="1" noTextEdit="1"/>
              </p:cNvSpPr>
              <p:nvPr/>
            </p:nvSpPr>
            <p:spPr bwMode="auto">
              <a:xfrm>
                <a:off x="5457594" y="3584081"/>
                <a:ext cx="2126283" cy="747041"/>
              </a:xfrm>
              <a:prstGeom prst="rect">
                <a:avLst/>
              </a:prstGeom>
              <a:blipFill rotWithShape="1">
                <a:blip r:embed="rId4"/>
                <a:stretch>
                  <a:fillRect l="-19" t="-19" r="3" b="56"/>
                </a:stretch>
              </a:blipFill>
              <a:ln>
                <a:noFill/>
              </a:ln>
              <a:effectLst/>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0" name="Object 9"/>
              <p:cNvSpPr txBox="1"/>
              <p:nvPr/>
            </p:nvSpPr>
            <p:spPr bwMode="auto">
              <a:xfrm>
                <a:off x="3980798" y="4471463"/>
                <a:ext cx="3840004" cy="519112"/>
              </a:xfrm>
              <a:prstGeom prst="rect">
                <a:avLst/>
              </a:prstGeom>
              <a:noFill/>
              <a:ln>
                <a:noFill/>
              </a:ln>
              <a:effectLst/>
            </p:spPr>
            <p:txBody>
              <a:bodyPr>
                <a:noAutofit/>
              </a:bodyPr>
              <a:lstStyle/>
              <a:p>
                <a14:m>
                  <m:oMathPara xmlns:m="http://schemas.openxmlformats.org/officeDocument/2006/math">
                    <m:oMathParaPr>
                      <m:jc m:val="left"/>
                    </m:oMathParaPr>
                    <m:oMath xmlns:m="http://schemas.openxmlformats.org/officeDocument/2006/math">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m:rPr>
                          <m:sty m:val="p"/>
                        </m:rPr>
                        <a:rPr kumimoji="1" lang="zh-CN" altLang="en-US" sz="2200">
                          <a:solidFill>
                            <a:schemeClr val="tx1">
                              <a:lumMod val="95000"/>
                              <a:lumOff val="5000"/>
                            </a:schemeClr>
                          </a:solidFill>
                          <a:latin typeface="Cambria Math" panose="02040503050406030204" charset="0"/>
                          <a:ea typeface="黑体" panose="02010609060101010101" pitchFamily="49" charset="-122"/>
                        </a:rPr>
                        <m:t>d</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𝑧</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rPr>
                        <m:t>2</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𝑥𝑦</m:t>
                      </m:r>
                      <m:r>
                        <m:rPr>
                          <m:sty m:val="p"/>
                        </m:rPr>
                        <a:rPr kumimoji="1" lang="zh-CN" altLang="en-US" sz="2200">
                          <a:solidFill>
                            <a:schemeClr val="tx1">
                              <a:lumMod val="95000"/>
                              <a:lumOff val="5000"/>
                            </a:schemeClr>
                          </a:solidFill>
                          <a:latin typeface="Cambria Math" panose="02040503050406030204" charset="0"/>
                          <a:ea typeface="黑体" panose="02010609060101010101" pitchFamily="49" charset="-122"/>
                        </a:rPr>
                        <m:t>d</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𝑥</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sSup>
                        <m:sSupPr>
                          <m:ctrlPr>
                            <a:rPr kumimoji="1" lang="zh-CN" altLang="en-US" sz="2200" i="1">
                              <a:solidFill>
                                <a:schemeClr val="tx1">
                                  <a:lumMod val="95000"/>
                                  <a:lumOff val="5000"/>
                                </a:schemeClr>
                              </a:solidFill>
                              <a:latin typeface="Cambria Math" panose="02040503050406030204" charset="0"/>
                              <a:ea typeface="黑体" panose="02010609060101010101" pitchFamily="49" charset="-122"/>
                            </a:rPr>
                          </m:ctrlPr>
                        </m:sSupPr>
                        <m:e>
                          <m:r>
                            <a:rPr kumimoji="1" lang="zh-CN" altLang="en-US" sz="2200">
                              <a:solidFill>
                                <a:schemeClr val="tx1">
                                  <a:lumMod val="95000"/>
                                  <a:lumOff val="5000"/>
                                </a:schemeClr>
                              </a:solidFill>
                              <a:latin typeface="Cambria Math" panose="02040503050406030204" charset="0"/>
                              <a:ea typeface="黑体" panose="02010609060101010101" pitchFamily="49" charset="-122"/>
                            </a:rPr>
                            <m:t>𝑥</m:t>
                          </m:r>
                        </m:e>
                        <m:sup>
                          <m:r>
                            <a:rPr kumimoji="1" lang="zh-CN" altLang="en-US" sz="2200">
                              <a:solidFill>
                                <a:schemeClr val="tx1">
                                  <a:lumMod val="95000"/>
                                  <a:lumOff val="5000"/>
                                </a:schemeClr>
                              </a:solidFill>
                              <a:latin typeface="Cambria Math" panose="02040503050406030204" charset="0"/>
                              <a:ea typeface="黑体" panose="02010609060101010101" pitchFamily="49" charset="-122"/>
                            </a:rPr>
                            <m:t>2</m:t>
                          </m:r>
                        </m:sup>
                      </m:sSup>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rPr>
                        <m:t>2</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𝑦</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m:rPr>
                          <m:sty m:val="p"/>
                        </m:rPr>
                        <a:rPr kumimoji="1" lang="zh-CN" altLang="en-US" sz="2200">
                          <a:solidFill>
                            <a:schemeClr val="tx1">
                              <a:lumMod val="95000"/>
                              <a:lumOff val="5000"/>
                            </a:schemeClr>
                          </a:solidFill>
                          <a:latin typeface="Cambria Math" panose="02040503050406030204" charset="0"/>
                          <a:ea typeface="黑体" panose="02010609060101010101" pitchFamily="49" charset="-122"/>
                        </a:rPr>
                        <m:t>d</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𝑦</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oMath>
                  </m:oMathPara>
                </a14:m>
                <a:endParaRPr kumimoji="1" lang="zh-CN" altLang="en-US" sz="2200" dirty="0">
                  <a:solidFill>
                    <a:schemeClr val="tx1">
                      <a:lumMod val="95000"/>
                      <a:lumOff val="5000"/>
                    </a:schemeClr>
                  </a:solidFill>
                  <a:latin typeface="Cambria Math" panose="02040503050406030204" charset="0"/>
                  <a:ea typeface="黑体" panose="02010609060101010101" pitchFamily="49" charset="-122"/>
                </a:endParaRPr>
              </a:p>
            </p:txBody>
          </p:sp>
        </mc:Choice>
        <mc:Fallback>
          <p:sp>
            <p:nvSpPr>
              <p:cNvPr id="10" name="Object 9"/>
              <p:cNvSpPr txBox="1">
                <a:spLocks noRot="1" noChangeAspect="1" noMove="1" noResize="1" noEditPoints="1" noAdjustHandles="1" noChangeArrowheads="1" noChangeShapeType="1" noTextEdit="1"/>
              </p:cNvSpPr>
              <p:nvPr/>
            </p:nvSpPr>
            <p:spPr bwMode="auto">
              <a:xfrm>
                <a:off x="3980798" y="4471463"/>
                <a:ext cx="3840004" cy="519112"/>
              </a:xfrm>
              <a:prstGeom prst="rect">
                <a:avLst/>
              </a:prstGeom>
              <a:blipFill rotWithShape="1">
                <a:blip r:embed="rId5"/>
                <a:stretch>
                  <a:fillRect l="-16" t="-82" r="4" b="21"/>
                </a:stretch>
              </a:blipFill>
              <a:ln>
                <a:noFill/>
              </a:ln>
              <a:effectLst/>
            </p:spPr>
            <p:txBody>
              <a:bodyPr/>
              <a:lstStyle/>
              <a:p>
                <a:r>
                  <a:rPr lang="zh-CN" altLang="en-US">
                    <a:noFill/>
                  </a:rPr>
                  <a:t> </a:t>
                </a:r>
              </a:p>
            </p:txBody>
          </p:sp>
        </mc:Fallback>
      </mc:AlternateContent>
      <p:sp>
        <p:nvSpPr>
          <p:cNvPr id="21" name="Rectangle 2"/>
          <p:cNvSpPr txBox="1">
            <a:spLocks noChangeArrowheads="1"/>
          </p:cNvSpPr>
          <p:nvPr/>
        </p:nvSpPr>
        <p:spPr>
          <a:xfrm>
            <a:off x="2745977" y="1939000"/>
            <a:ext cx="1333926" cy="576287"/>
          </a:xfrm>
          <a:prstGeom prst="rect">
            <a:avLst/>
          </a:prstGeom>
          <a:ln w="28575">
            <a:noFill/>
            <a:prstDash val="dashDot"/>
          </a:ln>
        </p:spPr>
        <p:txBody>
          <a:bodyPr vert="horz" lIns="91440" tIns="45720" rIns="91440" bIns="45720" rtlCol="0" anchor="ctr">
            <a:noAutofit/>
          </a:bodyPr>
          <a:lstStyle>
            <a:lvl1pPr algn="l" defTabSz="914400" rtl="0" eaLnBrk="1" latinLnBrk="0" hangingPunct="1">
              <a:lnSpc>
                <a:spcPct val="90000"/>
              </a:lnSpc>
              <a:spcBef>
                <a:spcPct val="0"/>
              </a:spcBef>
              <a:buNone/>
              <a:defRPr sz="2800" b="1" kern="1200">
                <a:solidFill>
                  <a:schemeClr val="tx1"/>
                </a:solidFill>
                <a:latin typeface="+mj-lt"/>
                <a:ea typeface="+mj-ea"/>
                <a:cs typeface="+mj-cs"/>
              </a:defRPr>
            </a:lvl1pPr>
          </a:lstStyle>
          <a:p>
            <a:pPr>
              <a:lnSpc>
                <a:spcPct val="100000"/>
              </a:lnSpc>
              <a:spcBef>
                <a:spcPct val="50000"/>
              </a:spcBef>
            </a:pPr>
            <a:r>
              <a:rPr kumimoji="1" lang="en-US" altLang="zh-CN" dirty="0">
                <a:solidFill>
                  <a:srgbClr val="04926A"/>
                </a:solidFill>
                <a:latin typeface="微软雅黑" panose="020B0503020204020204" pitchFamily="34" charset="-122"/>
                <a:ea typeface="微软雅黑" panose="020B0503020204020204" pitchFamily="34" charset="-122"/>
                <a:cs typeface="+mn-cs"/>
              </a:rPr>
              <a:t>4. </a:t>
            </a:r>
            <a:r>
              <a:rPr kumimoji="1" lang="zh-CN" altLang="en-US" dirty="0">
                <a:solidFill>
                  <a:srgbClr val="04926A"/>
                </a:solidFill>
                <a:latin typeface="微软雅黑" panose="020B0503020204020204" pitchFamily="34" charset="-122"/>
                <a:ea typeface="微软雅黑" panose="020B0503020204020204" pitchFamily="34" charset="-122"/>
                <a:cs typeface="+mn-cs"/>
              </a:rPr>
              <a:t>举例</a:t>
            </a:r>
            <a:endParaRPr kumimoji="1" lang="en-US" altLang="zh-CN" dirty="0">
              <a:solidFill>
                <a:srgbClr val="04926A"/>
              </a:solidFill>
              <a:latin typeface="微软雅黑" panose="020B0503020204020204" pitchFamily="34" charset="-122"/>
              <a:ea typeface="微软雅黑" panose="020B0503020204020204" pitchFamily="34" charset="-122"/>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wipe(left)">
                                      <p:cBhvr>
                                        <p:cTn id="7" dur="500"/>
                                        <p:tgtEl>
                                          <p:spTgt spid="21"/>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wipe(left)">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wipe(left)">
                                      <p:cBhvr>
                                        <p:cTn id="17" dur="500"/>
                                        <p:tgtEl>
                                          <p:spTgt spid="4"/>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3"/>
                                        </p:tgtEl>
                                        <p:attrNameLst>
                                          <p:attrName>style.visibility</p:attrName>
                                        </p:attrNameLst>
                                      </p:cBhvr>
                                      <p:to>
                                        <p:strVal val="visible"/>
                                      </p:to>
                                    </p:set>
                                    <p:animEffect transition="in" filter="wipe(left)">
                                      <p:cBhvr>
                                        <p:cTn id="22" dur="500"/>
                                        <p:tgtEl>
                                          <p:spTgt spid="3"/>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5"/>
                                        </p:tgtEl>
                                        <p:attrNameLst>
                                          <p:attrName>style.visibility</p:attrName>
                                        </p:attrNameLst>
                                      </p:cBhvr>
                                      <p:to>
                                        <p:strVal val="visible"/>
                                      </p:to>
                                    </p:set>
                                    <p:animEffect transition="in" filter="wipe(left)">
                                      <p:cBhvr>
                                        <p:cTn id="27" dur="500"/>
                                        <p:tgtEl>
                                          <p:spTgt spid="5"/>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6"/>
                                        </p:tgtEl>
                                        <p:attrNameLst>
                                          <p:attrName>style.visibility</p:attrName>
                                        </p:attrNameLst>
                                      </p:cBhvr>
                                      <p:to>
                                        <p:strVal val="visible"/>
                                      </p:to>
                                    </p:set>
                                    <p:animEffect transition="in" filter="wipe(left)">
                                      <p:cBhvr>
                                        <p:cTn id="32" dur="500"/>
                                        <p:tgtEl>
                                          <p:spTgt spid="6"/>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7"/>
                                        </p:tgtEl>
                                        <p:attrNameLst>
                                          <p:attrName>style.visibility</p:attrName>
                                        </p:attrNameLst>
                                      </p:cBhvr>
                                      <p:to>
                                        <p:strVal val="visible"/>
                                      </p:to>
                                    </p:set>
                                    <p:animEffect transition="in" filter="wipe(left)">
                                      <p:cBhvr>
                                        <p:cTn id="37" dur="500"/>
                                        <p:tgtEl>
                                          <p:spTgt spid="7"/>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10"/>
                                        </p:tgtEl>
                                        <p:attrNameLst>
                                          <p:attrName>style.visibility</p:attrName>
                                        </p:attrNameLst>
                                      </p:cBhvr>
                                      <p:to>
                                        <p:strVal val="visible"/>
                                      </p:to>
                                    </p:set>
                                    <p:animEffect transition="in" filter="wipe(left)">
                                      <p:cBhvr>
                                        <p:cTn id="42"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4" grpId="0"/>
      <p:bldP spid="5" grpId="0"/>
      <p:bldP spid="6" grpId="0"/>
      <p:bldP spid="7" grpId="0"/>
      <p:bldP spid="10" grpId="0"/>
      <p:bldP spid="21"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56" name="矩形 55"/>
              <p:cNvSpPr/>
              <p:nvPr/>
            </p:nvSpPr>
            <p:spPr>
              <a:xfrm>
                <a:off x="687959" y="536260"/>
                <a:ext cx="10817352" cy="5799897"/>
              </a:xfrm>
              <a:prstGeom prst="rect">
                <a:avLst/>
              </a:prstGeom>
              <a:solidFill>
                <a:schemeClr val="bg1"/>
              </a:solidFill>
              <a:ln>
                <a:noFill/>
              </a:ln>
              <a:effectLst>
                <a:outerShdw blurRad="63500" sx="102000" sy="102000" algn="ctr" rotWithShape="0">
                  <a:prstClr val="black">
                    <a:alpha val="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kumimoji="1" lang="en-US" altLang="zh-CN" dirty="0">
                          <a:latin typeface="Cambria Math" panose="02040503050406030204" charset="0"/>
                          <a:ea typeface="黑体" panose="02010609060101010101" pitchFamily="49" charset="-122"/>
                          <a:cs typeface="Cambria Math" panose="02040503050406030204" charset="0"/>
                        </a:rPr>
                        <m:t>,</m:t>
                      </m:r>
                    </m:oMath>
                  </m:oMathPara>
                </a14:m>
                <a:endParaRPr lang="zh-CN" altLang="en-US"/>
              </a:p>
            </p:txBody>
          </p:sp>
        </mc:Choice>
        <mc:Fallback>
          <p:sp>
            <p:nvSpPr>
              <p:cNvPr id="56" name="矩形 55"/>
              <p:cNvSpPr>
                <a:spLocks noRot="1" noChangeAspect="1" noMove="1" noResize="1" noEditPoints="1" noAdjustHandles="1" noChangeArrowheads="1" noChangeShapeType="1" noTextEdit="1"/>
              </p:cNvSpPr>
              <p:nvPr/>
            </p:nvSpPr>
            <p:spPr>
              <a:xfrm>
                <a:off x="687959" y="536260"/>
                <a:ext cx="10817352" cy="5799897"/>
              </a:xfrm>
              <a:prstGeom prst="rect">
                <a:avLst/>
              </a:prstGeom>
              <a:blipFill rotWithShape="1">
                <a:blip r:embed="rId1"/>
                <a:stretch>
                  <a:fillRect l="-1499" t="-1932" r="-1493" b="-1914"/>
                </a:stretch>
              </a:blipFill>
              <a:ln>
                <a:noFill/>
              </a:ln>
              <a:effectLst>
                <a:outerShdw blurRad="63500" sx="102000" sy="102000" algn="ctr" rotWithShape="0">
                  <a:prstClr val="black">
                    <a:alpha val="9000"/>
                  </a:prstClr>
                </a:outerShdw>
              </a:effectLst>
            </p:spPr>
            <p:style>
              <a:lnRef idx="2">
                <a:schemeClr val="accent1">
                  <a:shade val="50000"/>
                </a:schemeClr>
              </a:lnRef>
              <a:fillRef idx="1">
                <a:schemeClr val="accent1"/>
              </a:fillRef>
              <a:effectRef idx="0">
                <a:schemeClr val="accent1"/>
              </a:effectRef>
              <a:fontRef idx="minor">
                <a:schemeClr val="lt1"/>
              </a:fontRef>
            </p:style>
            <p:txBody>
              <a:bodyPr/>
              <a:lstStyle/>
              <a:p>
                <a:r>
                  <a:rPr lang="zh-CN" altLang="en-US">
                    <a:noFill/>
                  </a:rPr>
                  <a:t> </a:t>
                </a:r>
              </a:p>
            </p:txBody>
          </p:sp>
        </mc:Fallback>
      </mc:AlternateContent>
      <p:sp>
        <p:nvSpPr>
          <p:cNvPr id="57" name="半闭框 56"/>
          <p:cNvSpPr/>
          <p:nvPr/>
        </p:nvSpPr>
        <p:spPr>
          <a:xfrm>
            <a:off x="687324" y="536434"/>
            <a:ext cx="681355" cy="739173"/>
          </a:xfrm>
          <a:prstGeom prst="halfFrame">
            <a:avLst>
              <a:gd name="adj1" fmla="val 7739"/>
              <a:gd name="adj2" fmla="val 6987"/>
            </a:avLst>
          </a:prstGeom>
          <a:gradFill flip="none" rotWithShape="1">
            <a:gsLst>
              <a:gs pos="0">
                <a:schemeClr val="bg1"/>
              </a:gs>
              <a:gs pos="46000">
                <a:srgbClr val="039463"/>
              </a:gs>
              <a:gs pos="100000">
                <a:schemeClr val="bg1"/>
              </a:gs>
            </a:gsLst>
            <a:path path="circle">
              <a:fillToRect t="100000" r="100000"/>
            </a:path>
            <a:tileRect l="-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58" name="半闭框 57"/>
          <p:cNvSpPr/>
          <p:nvPr/>
        </p:nvSpPr>
        <p:spPr>
          <a:xfrm flipH="1">
            <a:off x="10823530" y="535820"/>
            <a:ext cx="681146" cy="739134"/>
          </a:xfrm>
          <a:prstGeom prst="halfFrame">
            <a:avLst>
              <a:gd name="adj1" fmla="val 7739"/>
              <a:gd name="adj2" fmla="val 6987"/>
            </a:avLst>
          </a:prstGeom>
          <a:gradFill flip="none" rotWithShape="1">
            <a:gsLst>
              <a:gs pos="0">
                <a:schemeClr val="bg1"/>
              </a:gs>
              <a:gs pos="46000">
                <a:srgbClr val="039463"/>
              </a:gs>
              <a:gs pos="100000">
                <a:schemeClr val="bg1"/>
              </a:gs>
            </a:gsLst>
            <a:path path="circle">
              <a:fillToRect t="100000" r="100000"/>
            </a:path>
            <a:tileRect l="-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59" name="半闭框 58"/>
          <p:cNvSpPr/>
          <p:nvPr/>
        </p:nvSpPr>
        <p:spPr>
          <a:xfrm flipV="1">
            <a:off x="687324" y="5665394"/>
            <a:ext cx="681355" cy="673517"/>
          </a:xfrm>
          <a:prstGeom prst="halfFrame">
            <a:avLst>
              <a:gd name="adj1" fmla="val 7739"/>
              <a:gd name="adj2" fmla="val 6987"/>
            </a:avLst>
          </a:prstGeom>
          <a:gradFill flip="none" rotWithShape="1">
            <a:gsLst>
              <a:gs pos="0">
                <a:schemeClr val="bg1"/>
              </a:gs>
              <a:gs pos="46000">
                <a:srgbClr val="039463"/>
              </a:gs>
              <a:gs pos="100000">
                <a:schemeClr val="bg1"/>
              </a:gs>
            </a:gsLst>
            <a:path path="circle">
              <a:fillToRect t="100000" r="100000"/>
            </a:path>
            <a:tileRect l="-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200">
              <a:solidFill>
                <a:schemeClr val="tx1"/>
              </a:solidFill>
            </a:endParaRPr>
          </a:p>
        </p:txBody>
      </p:sp>
      <p:sp>
        <p:nvSpPr>
          <p:cNvPr id="60" name="半闭框 59"/>
          <p:cNvSpPr/>
          <p:nvPr/>
        </p:nvSpPr>
        <p:spPr>
          <a:xfrm flipH="1" flipV="1">
            <a:off x="10824165" y="5642774"/>
            <a:ext cx="681146" cy="693383"/>
          </a:xfrm>
          <a:prstGeom prst="halfFrame">
            <a:avLst>
              <a:gd name="adj1" fmla="val 7739"/>
              <a:gd name="adj2" fmla="val 6987"/>
            </a:avLst>
          </a:prstGeom>
          <a:gradFill flip="none" rotWithShape="1">
            <a:gsLst>
              <a:gs pos="0">
                <a:schemeClr val="bg1"/>
              </a:gs>
              <a:gs pos="46000">
                <a:srgbClr val="039463"/>
              </a:gs>
              <a:gs pos="100000">
                <a:schemeClr val="bg1"/>
              </a:gs>
            </a:gsLst>
            <a:path path="circle">
              <a:fillToRect t="100000" r="100000"/>
            </a:path>
            <a:tileRect l="-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2" name="Rectangle 2"/>
          <p:cNvSpPr txBox="1">
            <a:spLocks noChangeArrowheads="1"/>
          </p:cNvSpPr>
          <p:nvPr/>
        </p:nvSpPr>
        <p:spPr>
          <a:xfrm>
            <a:off x="2533143" y="932433"/>
            <a:ext cx="2438400" cy="533400"/>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kumimoji="1" lang="zh-CN" altLang="en-US" sz="2900" b="1" dirty="0">
                <a:solidFill>
                  <a:srgbClr val="04926A"/>
                </a:solidFill>
                <a:latin typeface="微软雅黑" panose="020B0503020204020204" pitchFamily="34" charset="-122"/>
                <a:ea typeface="微软雅黑" panose="020B0503020204020204" pitchFamily="34" charset="-122"/>
                <a:cs typeface="+mn-cs"/>
                <a:sym typeface="+mn-lt"/>
              </a:rPr>
              <a:t>例</a:t>
            </a:r>
            <a:r>
              <a:rPr kumimoji="1" lang="en-US" altLang="zh-CN" sz="2900" b="1" dirty="0">
                <a:solidFill>
                  <a:srgbClr val="04926A"/>
                </a:solidFill>
                <a:latin typeface="微软雅黑" panose="020B0503020204020204" pitchFamily="34" charset="-122"/>
                <a:ea typeface="微软雅黑" panose="020B0503020204020204" pitchFamily="34" charset="-122"/>
                <a:cs typeface="+mn-cs"/>
                <a:sym typeface="+mn-lt"/>
              </a:rPr>
              <a:t>2  </a:t>
            </a:r>
            <a:r>
              <a:rPr kumimoji="1" lang="zh-CN" altLang="en-US" sz="2900" dirty="0">
                <a:solidFill>
                  <a:schemeClr val="tx1">
                    <a:lumMod val="95000"/>
                    <a:lumOff val="5000"/>
                  </a:schemeClr>
                </a:solidFill>
                <a:latin typeface="Cambria Math" panose="02040503050406030204" charset="0"/>
                <a:ea typeface="黑体" panose="02010609060101010101" pitchFamily="49" charset="-122"/>
                <a:cs typeface="+mn-cs"/>
                <a:sym typeface="+mn-lt"/>
              </a:rPr>
              <a:t>计算函数</a:t>
            </a:r>
            <a:endParaRPr kumimoji="1" lang="zh-CN" altLang="en-US" sz="2900" dirty="0">
              <a:solidFill>
                <a:schemeClr val="tx1">
                  <a:lumMod val="95000"/>
                  <a:lumOff val="5000"/>
                </a:schemeClr>
              </a:solidFill>
              <a:latin typeface="Cambria Math" panose="02040503050406030204" charset="0"/>
              <a:ea typeface="黑体" panose="02010609060101010101" pitchFamily="49" charset="-122"/>
              <a:cs typeface="+mn-cs"/>
              <a:sym typeface="+mn-lt"/>
            </a:endParaRPr>
          </a:p>
        </p:txBody>
      </p:sp>
      <p:sp>
        <p:nvSpPr>
          <p:cNvPr id="3" name="Text Box 4"/>
          <p:cNvSpPr txBox="1">
            <a:spLocks noChangeArrowheads="1"/>
          </p:cNvSpPr>
          <p:nvPr/>
        </p:nvSpPr>
        <p:spPr bwMode="auto">
          <a:xfrm>
            <a:off x="6027787" y="924098"/>
            <a:ext cx="3689271" cy="51911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square">
            <a:spAutoFit/>
          </a:bodyPr>
          <a:lstStyle/>
          <a:p>
            <a:pPr marL="0" marR="0" lvl="0" indent="0" algn="l" defTabSz="914400" rtl="0" eaLnBrk="1" fontAlgn="base" latinLnBrk="0" hangingPunct="1">
              <a:lnSpc>
                <a:spcPct val="100000"/>
              </a:lnSpc>
              <a:spcBef>
                <a:spcPct val="50000"/>
              </a:spcBef>
              <a:spcAft>
                <a:spcPct val="0"/>
              </a:spcAft>
              <a:buClrTx/>
              <a:buSzTx/>
              <a:buFontTx/>
              <a:buNone/>
              <a:defRPr/>
            </a:pPr>
            <a:r>
              <a:rPr kumimoji="1" lang="zh-CN" altLang="en-US" sz="2800" dirty="0">
                <a:solidFill>
                  <a:schemeClr val="tx1">
                    <a:lumMod val="95000"/>
                    <a:lumOff val="5000"/>
                  </a:schemeClr>
                </a:solidFill>
                <a:latin typeface="Cambria Math" panose="02040503050406030204" charset="0"/>
                <a:ea typeface="黑体" panose="02010609060101010101" pitchFamily="49" charset="-122"/>
                <a:sym typeface="+mn-lt"/>
              </a:rPr>
              <a:t>在点 </a:t>
            </a:r>
            <a:r>
              <a:rPr kumimoji="1" lang="en-US" altLang="zh-CN" sz="2800" dirty="0">
                <a:solidFill>
                  <a:schemeClr val="tx1">
                    <a:lumMod val="95000"/>
                    <a:lumOff val="5000"/>
                  </a:schemeClr>
                </a:solidFill>
                <a:latin typeface="Cambria Math" panose="02040503050406030204" charset="0"/>
                <a:ea typeface="黑体" panose="02010609060101010101" pitchFamily="49" charset="-122"/>
                <a:sym typeface="+mn-lt"/>
              </a:rPr>
              <a:t>(2,1) </a:t>
            </a:r>
            <a:r>
              <a:rPr kumimoji="1" lang="zh-CN" altLang="en-US" sz="2800" dirty="0">
                <a:solidFill>
                  <a:schemeClr val="tx1">
                    <a:lumMod val="95000"/>
                    <a:lumOff val="5000"/>
                  </a:schemeClr>
                </a:solidFill>
                <a:latin typeface="Cambria Math" panose="02040503050406030204" charset="0"/>
                <a:ea typeface="黑体" panose="02010609060101010101" pitchFamily="49" charset="-122"/>
                <a:sym typeface="+mn-lt"/>
              </a:rPr>
              <a:t>处的全微分</a:t>
            </a:r>
            <a:r>
              <a:rPr kumimoji="1" lang="en-US" altLang="zh-CN" sz="2800" dirty="0">
                <a:solidFill>
                  <a:schemeClr val="tx1">
                    <a:lumMod val="95000"/>
                    <a:lumOff val="5000"/>
                  </a:schemeClr>
                </a:solidFill>
                <a:latin typeface="Cambria Math" panose="02040503050406030204" charset="0"/>
                <a:ea typeface="黑体" panose="02010609060101010101" pitchFamily="49" charset="-122"/>
                <a:sym typeface="+mn-lt"/>
              </a:rPr>
              <a:t>. </a:t>
            </a:r>
            <a:endParaRPr kumimoji="1" lang="en-US" altLang="zh-CN" sz="2800" dirty="0">
              <a:solidFill>
                <a:schemeClr val="tx1">
                  <a:lumMod val="95000"/>
                  <a:lumOff val="5000"/>
                </a:schemeClr>
              </a:solidFill>
              <a:latin typeface="Cambria Math" panose="02040503050406030204" charset="0"/>
              <a:ea typeface="黑体" panose="02010609060101010101" pitchFamily="49" charset="-122"/>
              <a:sym typeface="+mn-lt"/>
            </a:endParaRPr>
          </a:p>
        </p:txBody>
      </p:sp>
      <mc:AlternateContent xmlns:mc="http://schemas.openxmlformats.org/markup-compatibility/2006">
        <mc:Choice xmlns:a14="http://schemas.microsoft.com/office/drawing/2010/main" Requires="a14">
          <p:sp>
            <p:nvSpPr>
              <p:cNvPr id="4" name="Object 5"/>
              <p:cNvSpPr txBox="1"/>
              <p:nvPr/>
            </p:nvSpPr>
            <p:spPr bwMode="auto">
              <a:xfrm>
                <a:off x="4807502" y="896105"/>
                <a:ext cx="1576587" cy="444500"/>
              </a:xfrm>
              <a:prstGeom prst="rect">
                <a:avLst/>
              </a:prstGeom>
              <a:noFill/>
              <a:ln>
                <a:noFill/>
              </a:ln>
              <a:effectLst/>
            </p:spPr>
            <p:txBody>
              <a:bodyPr>
                <a:noAutofit/>
              </a:bodyPr>
              <a:lstStyle/>
              <a:p>
                <a14:m>
                  <m:oMathPara xmlns:m="http://schemas.openxmlformats.org/officeDocument/2006/math">
                    <m:oMathParaPr>
                      <m:jc m:val="left"/>
                    </m:oMathParaPr>
                    <m:oMath xmlns:m="http://schemas.openxmlformats.org/officeDocument/2006/math">
                      <m:r>
                        <a:rPr kumimoji="1" lang="zh-CN" altLang="en-US" sz="2800">
                          <a:solidFill>
                            <a:schemeClr val="tx1">
                              <a:lumMod val="95000"/>
                              <a:lumOff val="5000"/>
                            </a:schemeClr>
                          </a:solidFill>
                          <a:latin typeface="Cambria Math" panose="02040503050406030204" charset="0"/>
                          <a:ea typeface="黑体" panose="02010609060101010101" pitchFamily="49" charset="-122"/>
                        </a:rPr>
                        <m:t>𝑧</m:t>
                      </m:r>
                      <m:r>
                        <a:rPr kumimoji="1" lang="zh-CN" altLang="en-US" sz="2800">
                          <a:solidFill>
                            <a:schemeClr val="tx1">
                              <a:lumMod val="95000"/>
                              <a:lumOff val="5000"/>
                            </a:schemeClr>
                          </a:solidFill>
                          <a:latin typeface="Cambria Math" panose="02040503050406030204" charset="0"/>
                          <a:ea typeface="黑体" panose="02010609060101010101" pitchFamily="49" charset="-122"/>
                        </a:rPr>
                        <m:t>=</m:t>
                      </m:r>
                      <m:sSup>
                        <m:sSupPr>
                          <m:ctrlPr>
                            <a:rPr kumimoji="1" lang="zh-CN" altLang="en-US" sz="2800" i="1">
                              <a:solidFill>
                                <a:schemeClr val="tx1">
                                  <a:lumMod val="95000"/>
                                  <a:lumOff val="5000"/>
                                </a:schemeClr>
                              </a:solidFill>
                              <a:latin typeface="Cambria Math" panose="02040503050406030204" charset="0"/>
                              <a:ea typeface="黑体" panose="02010609060101010101" pitchFamily="49" charset="-122"/>
                            </a:rPr>
                          </m:ctrlPr>
                        </m:sSupPr>
                        <m:e>
                          <m:r>
                            <m:rPr>
                              <m:sty m:val="p"/>
                            </m:rPr>
                            <a:rPr kumimoji="1" lang="zh-CN" altLang="en-US" sz="2800" i="0">
                              <a:solidFill>
                                <a:schemeClr val="tx1">
                                  <a:lumMod val="95000"/>
                                  <a:lumOff val="5000"/>
                                </a:schemeClr>
                              </a:solidFill>
                              <a:latin typeface="Cambria Math" panose="02040503050406030204" charset="0"/>
                              <a:ea typeface="黑体" panose="02010609060101010101" pitchFamily="49" charset="-122"/>
                            </a:rPr>
                            <m:t>e</m:t>
                          </m:r>
                        </m:e>
                        <m:sup>
                          <m:r>
                            <a:rPr kumimoji="1" lang="zh-CN" altLang="en-US" sz="2800">
                              <a:solidFill>
                                <a:schemeClr val="tx1">
                                  <a:lumMod val="95000"/>
                                  <a:lumOff val="5000"/>
                                </a:schemeClr>
                              </a:solidFill>
                              <a:latin typeface="Cambria Math" panose="02040503050406030204" charset="0"/>
                              <a:ea typeface="黑体" panose="02010609060101010101" pitchFamily="49" charset="-122"/>
                            </a:rPr>
                            <m:t>𝑥𝑦</m:t>
                          </m:r>
                        </m:sup>
                      </m:sSup>
                    </m:oMath>
                  </m:oMathPara>
                </a14:m>
                <a:endParaRPr kumimoji="1" lang="zh-CN" altLang="en-US" sz="2800" dirty="0">
                  <a:solidFill>
                    <a:schemeClr val="tx1">
                      <a:lumMod val="95000"/>
                      <a:lumOff val="5000"/>
                    </a:schemeClr>
                  </a:solidFill>
                  <a:latin typeface="Cambria Math" panose="02040503050406030204" charset="0"/>
                  <a:ea typeface="黑体" panose="02010609060101010101" pitchFamily="49" charset="-122"/>
                </a:endParaRPr>
              </a:p>
            </p:txBody>
          </p:sp>
        </mc:Choice>
        <mc:Fallback>
          <p:sp>
            <p:nvSpPr>
              <p:cNvPr id="4" name="Object 5"/>
              <p:cNvSpPr txBox="1">
                <a:spLocks noRot="1" noChangeAspect="1" noMove="1" noResize="1" noEditPoints="1" noAdjustHandles="1" noChangeArrowheads="1" noChangeShapeType="1" noTextEdit="1"/>
              </p:cNvSpPr>
              <p:nvPr/>
            </p:nvSpPr>
            <p:spPr bwMode="auto">
              <a:xfrm>
                <a:off x="4807502" y="896105"/>
                <a:ext cx="1576587" cy="444500"/>
              </a:xfrm>
              <a:prstGeom prst="rect">
                <a:avLst/>
              </a:prstGeom>
              <a:blipFill rotWithShape="1">
                <a:blip r:embed="rId2"/>
                <a:stretch>
                  <a:fillRect l="-35" t="-27" r="28" b="-6259"/>
                </a:stretch>
              </a:blipFill>
              <a:ln>
                <a:noFill/>
              </a:ln>
              <a:effectLst/>
            </p:spPr>
            <p:txBody>
              <a:bodyPr/>
              <a:lstStyle/>
              <a:p>
                <a:r>
                  <a:rPr lang="zh-CN" altLang="en-US">
                    <a:noFill/>
                  </a:rPr>
                  <a:t> </a:t>
                </a:r>
              </a:p>
            </p:txBody>
          </p:sp>
        </mc:Fallback>
      </mc:AlternateContent>
      <p:sp>
        <p:nvSpPr>
          <p:cNvPr id="5" name="Text Box 8"/>
          <p:cNvSpPr txBox="1">
            <a:spLocks noChangeArrowheads="1"/>
          </p:cNvSpPr>
          <p:nvPr/>
        </p:nvSpPr>
        <p:spPr bwMode="auto">
          <a:xfrm>
            <a:off x="2533143" y="1647603"/>
            <a:ext cx="914400" cy="51911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marL="0" marR="0" lvl="0" indent="0" algn="l" defTabSz="914400" rtl="0" eaLnBrk="1" fontAlgn="base" latinLnBrk="0" hangingPunct="1">
              <a:lnSpc>
                <a:spcPct val="100000"/>
              </a:lnSpc>
              <a:spcBef>
                <a:spcPct val="50000"/>
              </a:spcBef>
              <a:spcAft>
                <a:spcPct val="0"/>
              </a:spcAft>
              <a:buClrTx/>
              <a:buSzTx/>
              <a:buFontTx/>
              <a:buNone/>
              <a:defRPr/>
            </a:pPr>
            <a:r>
              <a:rPr kumimoji="1" lang="zh-CN" altLang="en-US" sz="2800" b="1" dirty="0">
                <a:solidFill>
                  <a:srgbClr val="04926A"/>
                </a:solidFill>
                <a:latin typeface="微软雅黑" panose="020B0503020204020204" pitchFamily="34" charset="-122"/>
                <a:ea typeface="微软雅黑" panose="020B0503020204020204" pitchFamily="34" charset="-122"/>
                <a:sym typeface="+mn-lt"/>
              </a:rPr>
              <a:t>解</a:t>
            </a:r>
            <a:endParaRPr kumimoji="1" lang="en-US" altLang="zh-CN" sz="2800" b="1" dirty="0">
              <a:solidFill>
                <a:srgbClr val="04926A"/>
              </a:solidFill>
              <a:latin typeface="微软雅黑" panose="020B0503020204020204" pitchFamily="34" charset="-122"/>
              <a:ea typeface="微软雅黑" panose="020B0503020204020204" pitchFamily="34" charset="-122"/>
              <a:sym typeface="+mn-lt"/>
            </a:endParaRPr>
          </a:p>
        </p:txBody>
      </p:sp>
      <mc:AlternateContent xmlns:mc="http://schemas.openxmlformats.org/markup-compatibility/2006">
        <mc:Choice xmlns:a14="http://schemas.microsoft.com/office/drawing/2010/main" Requires="a14">
          <p:sp>
            <p:nvSpPr>
              <p:cNvPr id="6" name="Object 9"/>
              <p:cNvSpPr txBox="1"/>
              <p:nvPr/>
            </p:nvSpPr>
            <p:spPr bwMode="auto">
              <a:xfrm>
                <a:off x="3337711" y="1568025"/>
                <a:ext cx="914400" cy="927100"/>
              </a:xfrm>
              <a:prstGeom prst="rect">
                <a:avLst/>
              </a:prstGeom>
              <a:noFill/>
              <a:ln>
                <a:noFill/>
              </a:ln>
              <a:effectLst/>
            </p:spPr>
            <p:txBody>
              <a:bodyPr>
                <a:noAutofit/>
              </a:bodyPr>
              <a:lstStyle/>
              <a:p>
                <a14:m>
                  <m:oMathPara xmlns:m="http://schemas.openxmlformats.org/officeDocument/2006/math">
                    <m:oMathParaPr>
                      <m:jc m:val="left"/>
                    </m:oMathParaPr>
                    <m:oMath xmlns:m="http://schemas.openxmlformats.org/officeDocument/2006/math">
                      <m:f>
                        <m:fPr>
                          <m:ctrlPr>
                            <a:rPr kumimoji="1" lang="zh-CN" altLang="en-US" sz="2200" i="1">
                              <a:solidFill>
                                <a:schemeClr val="tx1">
                                  <a:lumMod val="95000"/>
                                  <a:lumOff val="5000"/>
                                </a:schemeClr>
                              </a:solidFill>
                              <a:latin typeface="Cambria Math" panose="02040503050406030204" charset="0"/>
                              <a:ea typeface="黑体" panose="02010609060101010101" pitchFamily="49" charset="-122"/>
                            </a:rPr>
                          </m:ctrlPr>
                        </m:fPr>
                        <m:num>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𝑧</m:t>
                          </m:r>
                        </m:num>
                        <m:den>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𝑥</m:t>
                          </m:r>
                        </m:den>
                      </m:f>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oMath>
                  </m:oMathPara>
                </a14:m>
                <a:endParaRPr kumimoji="1" lang="zh-CN" altLang="en-US" sz="2200" dirty="0">
                  <a:solidFill>
                    <a:schemeClr val="tx1">
                      <a:lumMod val="95000"/>
                      <a:lumOff val="5000"/>
                    </a:schemeClr>
                  </a:solidFill>
                  <a:latin typeface="Cambria Math" panose="02040503050406030204" charset="0"/>
                  <a:ea typeface="黑体" panose="02010609060101010101" pitchFamily="49" charset="-122"/>
                </a:endParaRPr>
              </a:p>
            </p:txBody>
          </p:sp>
        </mc:Choice>
        <mc:Fallback>
          <p:sp>
            <p:nvSpPr>
              <p:cNvPr id="6" name="Object 9"/>
              <p:cNvSpPr txBox="1">
                <a:spLocks noRot="1" noChangeAspect="1" noMove="1" noResize="1" noEditPoints="1" noAdjustHandles="1" noChangeArrowheads="1" noChangeShapeType="1" noTextEdit="1"/>
              </p:cNvSpPr>
              <p:nvPr/>
            </p:nvSpPr>
            <p:spPr bwMode="auto">
              <a:xfrm>
                <a:off x="3337711" y="1568025"/>
                <a:ext cx="914400" cy="927100"/>
              </a:xfrm>
              <a:prstGeom prst="rect">
                <a:avLst/>
              </a:prstGeom>
              <a:blipFill rotWithShape="1">
                <a:blip r:embed="rId3"/>
                <a:stretch>
                  <a:fillRect l="-17" t="-23" r="17" b="23"/>
                </a:stretch>
              </a:blipFill>
              <a:ln>
                <a:noFill/>
              </a:ln>
              <a:effectLst/>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7" name="Object 10"/>
              <p:cNvSpPr txBox="1"/>
              <p:nvPr/>
            </p:nvSpPr>
            <p:spPr bwMode="auto">
              <a:xfrm>
                <a:off x="3337712" y="2442351"/>
                <a:ext cx="3962326" cy="981868"/>
              </a:xfrm>
              <a:prstGeom prst="rect">
                <a:avLst/>
              </a:prstGeom>
              <a:noFill/>
              <a:ln>
                <a:noFill/>
              </a:ln>
              <a:effectLst/>
            </p:spPr>
            <p:txBody>
              <a:bodyPr>
                <a:normAutofit fontScale="92500"/>
              </a:bodyPr>
              <a:lstStyle/>
              <a:p>
                <a14:m>
                  <m:oMathPara xmlns:m="http://schemas.openxmlformats.org/officeDocument/2006/math">
                    <m:oMathParaPr>
                      <m:jc m:val="left"/>
                    </m:oMathParaPr>
                    <m:oMath xmlns:m="http://schemas.openxmlformats.org/officeDocument/2006/math">
                      <m:sSub>
                        <m:sSubPr>
                          <m:ctrlPr>
                            <a:rPr kumimoji="1" lang="en-US" altLang="zh-CN" sz="2200" i="1" dirty="0" smtClean="0">
                              <a:solidFill>
                                <a:schemeClr val="tx1">
                                  <a:lumMod val="95000"/>
                                  <a:lumOff val="5000"/>
                                </a:schemeClr>
                              </a:solidFill>
                              <a:latin typeface="Cambria Math" panose="02040503050406030204" charset="0"/>
                              <a:sym typeface="Symbol" panose="05050102010706020507" pitchFamily="18" charset="2"/>
                            </a:rPr>
                          </m:ctrlPr>
                        </m:sSubPr>
                        <m:e>
                          <m:d>
                            <m:dPr>
                              <m:begChr m:val=""/>
                              <m:endChr m:val="|"/>
                              <m:ctrlPr>
                                <a:rPr kumimoji="1" lang="en-US" altLang="zh-CN" sz="2200" i="1" dirty="0">
                                  <a:solidFill>
                                    <a:schemeClr val="tx1">
                                      <a:lumMod val="95000"/>
                                      <a:lumOff val="5000"/>
                                    </a:schemeClr>
                                  </a:solidFill>
                                  <a:latin typeface="Cambria Math" panose="02040503050406030204" charset="0"/>
                                  <a:sym typeface="Symbol" panose="05050102010706020507" pitchFamily="18" charset="2"/>
                                </a:rPr>
                              </m:ctrlPr>
                            </m:dPr>
                            <m:e>
                              <m:f>
                                <m:fPr>
                                  <m:ctrlPr>
                                    <a:rPr kumimoji="1" lang="zh-CN" altLang="en-US" sz="2200" i="1">
                                      <a:solidFill>
                                        <a:schemeClr val="tx1">
                                          <a:lumMod val="95000"/>
                                          <a:lumOff val="5000"/>
                                        </a:schemeClr>
                                      </a:solidFill>
                                      <a:latin typeface="Cambria Math" panose="02040503050406030204" charset="0"/>
                                      <a:ea typeface="黑体" panose="02010609060101010101" pitchFamily="49" charset="-122"/>
                                    </a:rPr>
                                  </m:ctrlPr>
                                </m:fPr>
                                <m:num>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𝑧</m:t>
                                  </m:r>
                                </m:num>
                                <m:den>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𝑥</m:t>
                                  </m:r>
                                </m:den>
                              </m:f>
                            </m:e>
                          </m:d>
                        </m:e>
                        <m:sub>
                          <m:eqArr>
                            <m:eqArrPr>
                              <m:ctrlPr>
                                <a:rPr kumimoji="1" lang="en-US" altLang="zh-CN" sz="2400" i="1" dirty="0">
                                  <a:latin typeface="Cambria Math" panose="02040503050406030204" charset="0"/>
                                </a:rPr>
                              </m:ctrlPr>
                            </m:eqArrPr>
                            <m:e>
                              <m:r>
                                <a:rPr kumimoji="1" lang="en-US" altLang="zh-CN" sz="2400" i="1" dirty="0">
                                  <a:latin typeface="Cambria Math" panose="02040503050406030204" charset="0"/>
                                </a:rPr>
                                <m:t>𝑥</m:t>
                              </m:r>
                              <m:r>
                                <a:rPr kumimoji="1" lang="en-US" altLang="zh-CN" sz="2400" i="1" dirty="0">
                                  <a:latin typeface="Cambria Math" panose="02040503050406030204" charset="0"/>
                                </a:rPr>
                                <m:t>=</m:t>
                              </m:r>
                              <m:r>
                                <a:rPr kumimoji="1" lang="en-US" altLang="zh-CN" sz="2400" i="1" dirty="0">
                                  <a:latin typeface="Cambria Math" panose="02040503050406030204" charset="0"/>
                                </a:rPr>
                                <m:t>2</m:t>
                              </m:r>
                            </m:e>
                            <m:e>
                              <m:r>
                                <a:rPr kumimoji="1" lang="en-US" altLang="zh-CN" sz="2400" i="1">
                                  <a:solidFill>
                                    <a:schemeClr val="tx1">
                                      <a:lumMod val="95000"/>
                                      <a:lumOff val="5000"/>
                                    </a:schemeClr>
                                  </a:solidFill>
                                  <a:latin typeface="Cambria Math" panose="02040503050406030204" charset="0"/>
                                  <a:ea typeface="黑体" panose="02010609060101010101" pitchFamily="49" charset="-122"/>
                                </a:rPr>
                                <m:t>𝑦</m:t>
                              </m:r>
                              <m:r>
                                <a:rPr kumimoji="1" lang="en-US" altLang="zh-CN" sz="2400" i="1" dirty="0">
                                  <a:latin typeface="Cambria Math" panose="02040503050406030204" charset="0"/>
                                </a:rPr>
                                <m:t>=</m:t>
                              </m:r>
                              <m:r>
                                <a:rPr kumimoji="1" lang="en-US" altLang="zh-CN" sz="2400" b="0" i="1" smtClean="0">
                                  <a:solidFill>
                                    <a:schemeClr val="tx1">
                                      <a:lumMod val="95000"/>
                                      <a:lumOff val="5000"/>
                                    </a:schemeClr>
                                  </a:solidFill>
                                  <a:latin typeface="Cambria Math" panose="02040503050406030204" charset="0"/>
                                  <a:ea typeface="黑体" panose="02010609060101010101" pitchFamily="49" charset="-122"/>
                                </a:rPr>
                                <m:t>1</m:t>
                              </m:r>
                            </m:e>
                          </m:eqArr>
                        </m:sub>
                      </m:sSub>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sSup>
                        <m:sSupPr>
                          <m:ctrlPr>
                            <a:rPr kumimoji="1" lang="zh-CN" altLang="en-US" sz="2200" i="1">
                              <a:solidFill>
                                <a:schemeClr val="tx1">
                                  <a:lumMod val="95000"/>
                                  <a:lumOff val="5000"/>
                                </a:schemeClr>
                              </a:solidFill>
                              <a:latin typeface="Cambria Math" panose="02040503050406030204" charset="0"/>
                              <a:ea typeface="黑体" panose="02010609060101010101" pitchFamily="49" charset="-122"/>
                            </a:rPr>
                          </m:ctrlPr>
                        </m:sSupPr>
                        <m:e>
                          <m:r>
                            <m:rPr>
                              <m:sty m:val="p"/>
                            </m:rPr>
                            <a:rPr kumimoji="1" lang="zh-CN" altLang="en-US" sz="2200" i="0">
                              <a:solidFill>
                                <a:schemeClr val="tx1">
                                  <a:lumMod val="95000"/>
                                  <a:lumOff val="5000"/>
                                </a:schemeClr>
                              </a:solidFill>
                              <a:latin typeface="Cambria Math" panose="02040503050406030204" charset="0"/>
                              <a:ea typeface="黑体" panose="02010609060101010101" pitchFamily="49" charset="-122"/>
                            </a:rPr>
                            <m:t>e</m:t>
                          </m:r>
                        </m:e>
                        <m:sup>
                          <m:r>
                            <a:rPr kumimoji="1" lang="zh-CN" altLang="en-US" sz="2200">
                              <a:solidFill>
                                <a:schemeClr val="tx1">
                                  <a:lumMod val="95000"/>
                                  <a:lumOff val="5000"/>
                                </a:schemeClr>
                              </a:solidFill>
                              <a:latin typeface="Cambria Math" panose="02040503050406030204" charset="0"/>
                              <a:ea typeface="黑体" panose="02010609060101010101" pitchFamily="49" charset="-122"/>
                            </a:rPr>
                            <m:t>2</m:t>
                          </m:r>
                        </m:sup>
                      </m:sSup>
                      <m:r>
                        <a:rPr kumimoji="1" lang="zh-CN" altLang="en-US" sz="2200">
                          <a:solidFill>
                            <a:schemeClr val="tx1">
                              <a:lumMod val="95000"/>
                              <a:lumOff val="5000"/>
                            </a:schemeClr>
                          </a:solidFill>
                          <a:latin typeface="Cambria Math" panose="02040503050406030204" charset="0"/>
                          <a:ea typeface="黑体" panose="02010609060101010101" pitchFamily="49" charset="-122"/>
                        </a:rPr>
                        <m:t>,  </m:t>
                      </m:r>
                      <m:sSub>
                        <m:sSubPr>
                          <m:ctrlPr>
                            <a:rPr kumimoji="1" lang="en-US" altLang="zh-CN" sz="2200" i="1" dirty="0">
                              <a:solidFill>
                                <a:schemeClr val="tx1">
                                  <a:lumMod val="95000"/>
                                  <a:lumOff val="5000"/>
                                </a:schemeClr>
                              </a:solidFill>
                              <a:latin typeface="Cambria Math" panose="02040503050406030204" charset="0"/>
                              <a:sym typeface="Symbol" panose="05050102010706020507" pitchFamily="18" charset="2"/>
                            </a:rPr>
                          </m:ctrlPr>
                        </m:sSubPr>
                        <m:e>
                          <m:d>
                            <m:dPr>
                              <m:begChr m:val=""/>
                              <m:endChr m:val="|"/>
                              <m:ctrlPr>
                                <a:rPr kumimoji="1" lang="en-US" altLang="zh-CN" sz="2200" i="1" dirty="0">
                                  <a:solidFill>
                                    <a:schemeClr val="tx1">
                                      <a:lumMod val="95000"/>
                                      <a:lumOff val="5000"/>
                                    </a:schemeClr>
                                  </a:solidFill>
                                  <a:latin typeface="Cambria Math" panose="02040503050406030204" charset="0"/>
                                  <a:sym typeface="Symbol" panose="05050102010706020507" pitchFamily="18" charset="2"/>
                                </a:rPr>
                              </m:ctrlPr>
                            </m:dPr>
                            <m:e>
                              <m:f>
                                <m:fPr>
                                  <m:ctrlPr>
                                    <a:rPr kumimoji="1" lang="zh-CN" altLang="en-US" sz="2200" i="1">
                                      <a:solidFill>
                                        <a:schemeClr val="tx1">
                                          <a:lumMod val="95000"/>
                                          <a:lumOff val="5000"/>
                                        </a:schemeClr>
                                      </a:solidFill>
                                      <a:latin typeface="Cambria Math" panose="02040503050406030204" charset="0"/>
                                      <a:ea typeface="黑体" panose="02010609060101010101" pitchFamily="49" charset="-122"/>
                                    </a:rPr>
                                  </m:ctrlPr>
                                </m:fPr>
                                <m:num>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𝑧</m:t>
                                  </m:r>
                                </m:num>
                                <m:den>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𝑦</m:t>
                                  </m:r>
                                </m:den>
                              </m:f>
                            </m:e>
                          </m:d>
                        </m:e>
                        <m:sub>
                          <m:eqArr>
                            <m:eqArrPr>
                              <m:ctrlPr>
                                <a:rPr kumimoji="1" lang="en-US" altLang="zh-CN" sz="2400" i="1" dirty="0">
                                  <a:latin typeface="Cambria Math" panose="02040503050406030204" charset="0"/>
                                </a:rPr>
                              </m:ctrlPr>
                            </m:eqArrPr>
                            <m:e>
                              <m:r>
                                <a:rPr kumimoji="1" lang="en-US" altLang="zh-CN" sz="2400" i="1" dirty="0">
                                  <a:latin typeface="Cambria Math" panose="02040503050406030204" charset="0"/>
                                </a:rPr>
                                <m:t>𝑥</m:t>
                              </m:r>
                              <m:r>
                                <a:rPr kumimoji="1" lang="en-US" altLang="zh-CN" sz="2400" i="1" dirty="0">
                                  <a:latin typeface="Cambria Math" panose="02040503050406030204" charset="0"/>
                                </a:rPr>
                                <m:t>=</m:t>
                              </m:r>
                              <m:r>
                                <a:rPr kumimoji="1" lang="en-US" altLang="zh-CN" sz="2400" i="1" dirty="0">
                                  <a:latin typeface="Cambria Math" panose="02040503050406030204" charset="0"/>
                                </a:rPr>
                                <m:t>2</m:t>
                              </m:r>
                            </m:e>
                            <m:e>
                              <m:r>
                                <a:rPr kumimoji="1" lang="en-US" altLang="zh-CN" sz="2400" i="1">
                                  <a:solidFill>
                                    <a:schemeClr val="tx1">
                                      <a:lumMod val="95000"/>
                                      <a:lumOff val="5000"/>
                                    </a:schemeClr>
                                  </a:solidFill>
                                  <a:latin typeface="Cambria Math" panose="02040503050406030204" charset="0"/>
                                  <a:ea typeface="黑体" panose="02010609060101010101" pitchFamily="49" charset="-122"/>
                                </a:rPr>
                                <m:t>𝑦</m:t>
                              </m:r>
                              <m:r>
                                <a:rPr kumimoji="1" lang="en-US" altLang="zh-CN" sz="2400" i="1" dirty="0">
                                  <a:latin typeface="Cambria Math" panose="02040503050406030204" charset="0"/>
                                </a:rPr>
                                <m:t>=</m:t>
                              </m:r>
                              <m:r>
                                <a:rPr kumimoji="1" lang="en-US" altLang="zh-CN" sz="2400" b="0" i="1" smtClean="0">
                                  <a:solidFill>
                                    <a:schemeClr val="tx1">
                                      <a:lumMod val="95000"/>
                                      <a:lumOff val="5000"/>
                                    </a:schemeClr>
                                  </a:solidFill>
                                  <a:latin typeface="Cambria Math" panose="02040503050406030204" charset="0"/>
                                  <a:ea typeface="黑体" panose="02010609060101010101" pitchFamily="49" charset="-122"/>
                                </a:rPr>
                                <m:t>1</m:t>
                              </m:r>
                            </m:e>
                          </m:eqArr>
                        </m:sub>
                      </m:sSub>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rPr>
                        <m:t>2</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sSup>
                        <m:sSupPr>
                          <m:ctrlPr>
                            <a:rPr kumimoji="1" lang="zh-CN" altLang="en-US" sz="2200" i="1">
                              <a:solidFill>
                                <a:schemeClr val="tx1">
                                  <a:lumMod val="95000"/>
                                  <a:lumOff val="5000"/>
                                </a:schemeClr>
                              </a:solidFill>
                              <a:latin typeface="Cambria Math" panose="02040503050406030204" charset="0"/>
                              <a:ea typeface="黑体" panose="02010609060101010101" pitchFamily="49" charset="-122"/>
                            </a:rPr>
                          </m:ctrlPr>
                        </m:sSupPr>
                        <m:e>
                          <m:r>
                            <m:rPr>
                              <m:sty m:val="p"/>
                            </m:rPr>
                            <a:rPr kumimoji="1" lang="zh-CN" altLang="en-US" sz="2200" i="0">
                              <a:solidFill>
                                <a:schemeClr val="tx1">
                                  <a:lumMod val="95000"/>
                                  <a:lumOff val="5000"/>
                                </a:schemeClr>
                              </a:solidFill>
                              <a:latin typeface="Cambria Math" panose="02040503050406030204" charset="0"/>
                              <a:ea typeface="黑体" panose="02010609060101010101" pitchFamily="49" charset="-122"/>
                            </a:rPr>
                            <m:t>e</m:t>
                          </m:r>
                        </m:e>
                        <m:sup>
                          <m:r>
                            <a:rPr kumimoji="1" lang="zh-CN" altLang="en-US" sz="2200">
                              <a:solidFill>
                                <a:schemeClr val="tx1">
                                  <a:lumMod val="95000"/>
                                  <a:lumOff val="5000"/>
                                </a:schemeClr>
                              </a:solidFill>
                              <a:latin typeface="Cambria Math" panose="02040503050406030204" charset="0"/>
                              <a:ea typeface="黑体" panose="02010609060101010101" pitchFamily="49" charset="-122"/>
                            </a:rPr>
                            <m:t>2</m:t>
                          </m:r>
                        </m:sup>
                      </m:sSup>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oMath>
                  </m:oMathPara>
                </a14:m>
                <a:endParaRPr kumimoji="1" lang="zh-CN" altLang="en-US" sz="2200" dirty="0">
                  <a:solidFill>
                    <a:schemeClr val="tx1">
                      <a:lumMod val="95000"/>
                      <a:lumOff val="5000"/>
                    </a:schemeClr>
                  </a:solidFill>
                  <a:latin typeface="Cambria Math" panose="02040503050406030204" charset="0"/>
                  <a:ea typeface="黑体" panose="02010609060101010101" pitchFamily="49" charset="-122"/>
                </a:endParaRPr>
              </a:p>
            </p:txBody>
          </p:sp>
        </mc:Choice>
        <mc:Fallback>
          <p:sp>
            <p:nvSpPr>
              <p:cNvPr id="7" name="Object 10"/>
              <p:cNvSpPr txBox="1">
                <a:spLocks noRot="1" noChangeAspect="1" noMove="1" noResize="1" noEditPoints="1" noAdjustHandles="1" noChangeArrowheads="1" noChangeShapeType="1" noTextEdit="1"/>
              </p:cNvSpPr>
              <p:nvPr/>
            </p:nvSpPr>
            <p:spPr bwMode="auto">
              <a:xfrm>
                <a:off x="3337712" y="2442351"/>
                <a:ext cx="3962326" cy="981868"/>
              </a:xfrm>
              <a:prstGeom prst="rect">
                <a:avLst/>
              </a:prstGeom>
              <a:blipFill rotWithShape="1">
                <a:blip r:embed="rId4"/>
                <a:stretch>
                  <a:fillRect l="-4" t="-14" r="2" b="30"/>
                </a:stretch>
              </a:blipFill>
              <a:ln>
                <a:noFill/>
              </a:ln>
              <a:effectLst/>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8" name="Object 11"/>
              <p:cNvSpPr txBox="1"/>
              <p:nvPr/>
            </p:nvSpPr>
            <p:spPr bwMode="auto">
              <a:xfrm>
                <a:off x="3317013" y="3497507"/>
                <a:ext cx="3962326" cy="731044"/>
              </a:xfrm>
              <a:prstGeom prst="rect">
                <a:avLst/>
              </a:prstGeom>
              <a:noFill/>
              <a:ln>
                <a:noFill/>
              </a:ln>
              <a:effectLst/>
            </p:spPr>
            <p:txBody>
              <a:bodyPr>
                <a:normAutofit fontScale="92500"/>
              </a:bodyPr>
              <a:lstStyle/>
              <a:p>
                <a14:m>
                  <m:oMathPara xmlns:m="http://schemas.openxmlformats.org/officeDocument/2006/math">
                    <m:oMathParaPr>
                      <m:jc m:val="left"/>
                    </m:oMathParaPr>
                    <m:oMath xmlns:m="http://schemas.openxmlformats.org/officeDocument/2006/math">
                      <m:r>
                        <a:rPr kumimoji="1" lang="zh-CN" altLang="en-US" sz="2200" smtClean="0">
                          <a:solidFill>
                            <a:schemeClr val="tx1">
                              <a:lumMod val="95000"/>
                              <a:lumOff val="5000"/>
                            </a:schemeClr>
                          </a:solidFill>
                          <a:latin typeface="Cambria Math" panose="02040503050406030204" charset="0"/>
                          <a:ea typeface="黑体" panose="02010609060101010101" pitchFamily="49" charset="-122"/>
                        </a:rPr>
                        <m:t>∴ </m:t>
                      </m:r>
                      <m:sSub>
                        <m:sSubPr>
                          <m:ctrlPr>
                            <a:rPr kumimoji="1" lang="en-US" altLang="zh-CN" sz="2200" i="1" dirty="0">
                              <a:solidFill>
                                <a:schemeClr val="tx1">
                                  <a:lumMod val="95000"/>
                                  <a:lumOff val="5000"/>
                                </a:schemeClr>
                              </a:solidFill>
                              <a:latin typeface="Cambria Math" panose="02040503050406030204" charset="0"/>
                              <a:sym typeface="Symbol" panose="05050102010706020507" pitchFamily="18" charset="2"/>
                            </a:rPr>
                          </m:ctrlPr>
                        </m:sSubPr>
                        <m:e>
                          <m:d>
                            <m:dPr>
                              <m:begChr m:val=""/>
                              <m:endChr m:val="|"/>
                              <m:ctrlPr>
                                <a:rPr kumimoji="1" lang="en-US" altLang="zh-CN" sz="2200" i="1" dirty="0">
                                  <a:solidFill>
                                    <a:schemeClr val="tx1">
                                      <a:lumMod val="95000"/>
                                      <a:lumOff val="5000"/>
                                    </a:schemeClr>
                                  </a:solidFill>
                                  <a:latin typeface="Cambria Math" panose="02040503050406030204" charset="0"/>
                                  <a:sym typeface="Symbol" panose="05050102010706020507" pitchFamily="18" charset="2"/>
                                </a:rPr>
                              </m:ctrlPr>
                            </m:dPr>
                            <m:e>
                              <m:r>
                                <m:rPr>
                                  <m:sty m:val="p"/>
                                </m:rPr>
                                <a:rPr kumimoji="1" lang="zh-CN" altLang="en-US" sz="2200">
                                  <a:solidFill>
                                    <a:schemeClr val="tx1">
                                      <a:lumMod val="95000"/>
                                      <a:lumOff val="5000"/>
                                    </a:schemeClr>
                                  </a:solidFill>
                                  <a:latin typeface="Cambria Math" panose="02040503050406030204" charset="0"/>
                                  <a:ea typeface="黑体" panose="02010609060101010101" pitchFamily="49" charset="-122"/>
                                </a:rPr>
                                <m:t>d</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𝑧</m:t>
                              </m:r>
                            </m:e>
                          </m:d>
                        </m:e>
                        <m:sub>
                          <m:eqArr>
                            <m:eqArrPr>
                              <m:ctrlPr>
                                <a:rPr kumimoji="1" lang="en-US" altLang="zh-CN" sz="2400" i="1" dirty="0">
                                  <a:latin typeface="Cambria Math" panose="02040503050406030204" charset="0"/>
                                </a:rPr>
                              </m:ctrlPr>
                            </m:eqArrPr>
                            <m:e>
                              <m:r>
                                <a:rPr kumimoji="1" lang="en-US" altLang="zh-CN" sz="2400" i="1" dirty="0">
                                  <a:latin typeface="Cambria Math" panose="02040503050406030204" charset="0"/>
                                </a:rPr>
                                <m:t>𝑥</m:t>
                              </m:r>
                              <m:r>
                                <a:rPr kumimoji="1" lang="en-US" altLang="zh-CN" sz="2400" i="1" dirty="0">
                                  <a:latin typeface="Cambria Math" panose="02040503050406030204" charset="0"/>
                                </a:rPr>
                                <m:t>=</m:t>
                              </m:r>
                              <m:r>
                                <a:rPr kumimoji="1" lang="en-US" altLang="zh-CN" sz="2400" i="1" dirty="0">
                                  <a:latin typeface="Cambria Math" panose="02040503050406030204" charset="0"/>
                                </a:rPr>
                                <m:t>2</m:t>
                              </m:r>
                            </m:e>
                            <m:e>
                              <m:r>
                                <a:rPr kumimoji="1" lang="en-US" altLang="zh-CN" sz="2400" i="1">
                                  <a:solidFill>
                                    <a:schemeClr val="tx1">
                                      <a:lumMod val="95000"/>
                                      <a:lumOff val="5000"/>
                                    </a:schemeClr>
                                  </a:solidFill>
                                  <a:latin typeface="Cambria Math" panose="02040503050406030204" charset="0"/>
                                  <a:ea typeface="黑体" panose="02010609060101010101" pitchFamily="49" charset="-122"/>
                                </a:rPr>
                                <m:t>𝑦</m:t>
                              </m:r>
                              <m:r>
                                <a:rPr kumimoji="1" lang="en-US" altLang="zh-CN" sz="2400" i="1" dirty="0">
                                  <a:latin typeface="Cambria Math" panose="02040503050406030204" charset="0"/>
                                </a:rPr>
                                <m:t>=</m:t>
                              </m:r>
                              <m:r>
                                <a:rPr kumimoji="1" lang="en-US" altLang="zh-CN" sz="2400" b="0" i="1" smtClean="0">
                                  <a:solidFill>
                                    <a:schemeClr val="tx1">
                                      <a:lumMod val="95000"/>
                                      <a:lumOff val="5000"/>
                                    </a:schemeClr>
                                  </a:solidFill>
                                  <a:latin typeface="Cambria Math" panose="02040503050406030204" charset="0"/>
                                  <a:ea typeface="黑体" panose="02010609060101010101" pitchFamily="49" charset="-122"/>
                                </a:rPr>
                                <m:t>1</m:t>
                              </m:r>
                            </m:e>
                          </m:eqArr>
                        </m:sub>
                      </m:sSub>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sSup>
                        <m:sSupPr>
                          <m:ctrlPr>
                            <a:rPr kumimoji="1" lang="zh-CN" altLang="en-US" sz="2200" i="1">
                              <a:solidFill>
                                <a:schemeClr val="tx1">
                                  <a:lumMod val="95000"/>
                                  <a:lumOff val="5000"/>
                                </a:schemeClr>
                              </a:solidFill>
                              <a:latin typeface="Cambria Math" panose="02040503050406030204" charset="0"/>
                              <a:ea typeface="黑体" panose="02010609060101010101" pitchFamily="49" charset="-122"/>
                            </a:rPr>
                          </m:ctrlPr>
                        </m:sSupPr>
                        <m:e>
                          <m:r>
                            <m:rPr>
                              <m:sty m:val="p"/>
                            </m:rPr>
                            <a:rPr kumimoji="1" lang="zh-CN" altLang="en-US" sz="2200" i="0">
                              <a:solidFill>
                                <a:schemeClr val="tx1">
                                  <a:lumMod val="95000"/>
                                  <a:lumOff val="5000"/>
                                </a:schemeClr>
                              </a:solidFill>
                              <a:latin typeface="Cambria Math" panose="02040503050406030204" charset="0"/>
                              <a:ea typeface="黑体" panose="02010609060101010101" pitchFamily="49" charset="-122"/>
                            </a:rPr>
                            <m:t>e</m:t>
                          </m:r>
                        </m:e>
                        <m:sup>
                          <m:r>
                            <a:rPr kumimoji="1" lang="zh-CN" altLang="en-US" sz="2200">
                              <a:solidFill>
                                <a:schemeClr val="tx1">
                                  <a:lumMod val="95000"/>
                                  <a:lumOff val="5000"/>
                                </a:schemeClr>
                              </a:solidFill>
                              <a:latin typeface="Cambria Math" panose="02040503050406030204" charset="0"/>
                              <a:ea typeface="黑体" panose="02010609060101010101" pitchFamily="49" charset="-122"/>
                            </a:rPr>
                            <m:t>2</m:t>
                          </m:r>
                        </m:sup>
                      </m:sSup>
                      <m:r>
                        <m:rPr>
                          <m:sty m:val="p"/>
                        </m:rPr>
                        <a:rPr kumimoji="1" lang="zh-CN" altLang="en-US" sz="2200">
                          <a:solidFill>
                            <a:schemeClr val="tx1">
                              <a:lumMod val="95000"/>
                              <a:lumOff val="5000"/>
                            </a:schemeClr>
                          </a:solidFill>
                          <a:latin typeface="Cambria Math" panose="02040503050406030204" charset="0"/>
                          <a:ea typeface="黑体" panose="02010609060101010101" pitchFamily="49" charset="-122"/>
                        </a:rPr>
                        <m:t>d</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𝑥</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rPr>
                        <m:t>2</m:t>
                      </m:r>
                      <m:sSup>
                        <m:sSupPr>
                          <m:ctrlPr>
                            <a:rPr kumimoji="1" lang="zh-CN" altLang="en-US" sz="2200" i="1">
                              <a:solidFill>
                                <a:schemeClr val="tx1">
                                  <a:lumMod val="95000"/>
                                  <a:lumOff val="5000"/>
                                </a:schemeClr>
                              </a:solidFill>
                              <a:latin typeface="Cambria Math" panose="02040503050406030204" charset="0"/>
                              <a:ea typeface="黑体" panose="02010609060101010101" pitchFamily="49" charset="-122"/>
                            </a:rPr>
                          </m:ctrlPr>
                        </m:sSupPr>
                        <m:e>
                          <m:r>
                            <m:rPr>
                              <m:sty m:val="p"/>
                            </m:rPr>
                            <a:rPr kumimoji="1" lang="zh-CN" altLang="en-US" sz="2200" i="0">
                              <a:solidFill>
                                <a:schemeClr val="tx1">
                                  <a:lumMod val="95000"/>
                                  <a:lumOff val="5000"/>
                                </a:schemeClr>
                              </a:solidFill>
                              <a:latin typeface="Cambria Math" panose="02040503050406030204" charset="0"/>
                              <a:ea typeface="黑体" panose="02010609060101010101" pitchFamily="49" charset="-122"/>
                            </a:rPr>
                            <m:t>e</m:t>
                          </m:r>
                        </m:e>
                        <m:sup>
                          <m:r>
                            <a:rPr kumimoji="1" lang="zh-CN" altLang="en-US" sz="2200">
                              <a:solidFill>
                                <a:schemeClr val="tx1">
                                  <a:lumMod val="95000"/>
                                  <a:lumOff val="5000"/>
                                </a:schemeClr>
                              </a:solidFill>
                              <a:latin typeface="Cambria Math" panose="02040503050406030204" charset="0"/>
                              <a:ea typeface="黑体" panose="02010609060101010101" pitchFamily="49" charset="-122"/>
                            </a:rPr>
                            <m:t>2</m:t>
                          </m:r>
                        </m:sup>
                      </m:sSup>
                      <m:r>
                        <m:rPr>
                          <m:sty m:val="p"/>
                        </m:rPr>
                        <a:rPr kumimoji="1" lang="zh-CN" altLang="en-US" sz="2200">
                          <a:solidFill>
                            <a:schemeClr val="tx1">
                              <a:lumMod val="95000"/>
                              <a:lumOff val="5000"/>
                            </a:schemeClr>
                          </a:solidFill>
                          <a:latin typeface="Cambria Math" panose="02040503050406030204" charset="0"/>
                          <a:ea typeface="黑体" panose="02010609060101010101" pitchFamily="49" charset="-122"/>
                        </a:rPr>
                        <m:t>d</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𝑦</m:t>
                      </m:r>
                    </m:oMath>
                  </m:oMathPara>
                </a14:m>
                <a:endParaRPr kumimoji="1" lang="zh-CN" altLang="en-US" sz="2200" dirty="0">
                  <a:solidFill>
                    <a:schemeClr val="tx1">
                      <a:lumMod val="95000"/>
                      <a:lumOff val="5000"/>
                    </a:schemeClr>
                  </a:solidFill>
                  <a:latin typeface="Cambria Math" panose="02040503050406030204" charset="0"/>
                  <a:ea typeface="黑体" panose="02010609060101010101" pitchFamily="49" charset="-122"/>
                </a:endParaRPr>
              </a:p>
            </p:txBody>
          </p:sp>
        </mc:Choice>
        <mc:Fallback>
          <p:sp>
            <p:nvSpPr>
              <p:cNvPr id="8" name="Object 11"/>
              <p:cNvSpPr txBox="1">
                <a:spLocks noRot="1" noChangeAspect="1" noMove="1" noResize="1" noEditPoints="1" noAdjustHandles="1" noChangeArrowheads="1" noChangeShapeType="1" noTextEdit="1"/>
              </p:cNvSpPr>
              <p:nvPr/>
            </p:nvSpPr>
            <p:spPr bwMode="auto">
              <a:xfrm>
                <a:off x="3317013" y="3497507"/>
                <a:ext cx="3962326" cy="731044"/>
              </a:xfrm>
              <a:prstGeom prst="rect">
                <a:avLst/>
              </a:prstGeom>
              <a:blipFill rotWithShape="1">
                <a:blip r:embed="rId5"/>
                <a:stretch>
                  <a:fillRect l="-10" t="-77" r="8" b="12"/>
                </a:stretch>
              </a:blipFill>
              <a:ln>
                <a:noFill/>
              </a:ln>
              <a:effectLst/>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9" name="Object 23"/>
              <p:cNvSpPr txBox="1"/>
              <p:nvPr/>
            </p:nvSpPr>
            <p:spPr bwMode="auto">
              <a:xfrm>
                <a:off x="4947313" y="1568025"/>
                <a:ext cx="1094014" cy="927100"/>
              </a:xfrm>
              <a:prstGeom prst="rect">
                <a:avLst/>
              </a:prstGeom>
              <a:noFill/>
              <a:ln>
                <a:noFill/>
              </a:ln>
              <a:effectLst/>
            </p:spPr>
            <p:txBody>
              <a:bodyPr>
                <a:noAutofit/>
              </a:bodyPr>
              <a:lstStyle/>
              <a:p>
                <a14:m>
                  <m:oMathPara xmlns:m="http://schemas.openxmlformats.org/officeDocument/2006/math">
                    <m:oMathParaPr>
                      <m:jc m:val="left"/>
                    </m:oMathParaPr>
                    <m:oMath xmlns:m="http://schemas.openxmlformats.org/officeDocument/2006/math">
                      <m:r>
                        <a:rPr kumimoji="1" lang="zh-CN" altLang="en-US" sz="2200">
                          <a:solidFill>
                            <a:schemeClr val="tx1">
                              <a:lumMod val="95000"/>
                              <a:lumOff val="5000"/>
                            </a:schemeClr>
                          </a:solidFill>
                          <a:latin typeface="Cambria Math" panose="02040503050406030204" charset="0"/>
                          <a:ea typeface="黑体" panose="02010609060101010101" pitchFamily="49" charset="-122"/>
                        </a:rPr>
                        <m:t> </m:t>
                      </m:r>
                      <m:f>
                        <m:fPr>
                          <m:ctrlPr>
                            <a:rPr kumimoji="1" lang="zh-CN" altLang="en-US" sz="2200" i="1">
                              <a:solidFill>
                                <a:schemeClr val="tx1">
                                  <a:lumMod val="95000"/>
                                  <a:lumOff val="5000"/>
                                </a:schemeClr>
                              </a:solidFill>
                              <a:latin typeface="Cambria Math" panose="02040503050406030204" charset="0"/>
                              <a:ea typeface="黑体" panose="02010609060101010101" pitchFamily="49" charset="-122"/>
                            </a:rPr>
                          </m:ctrlPr>
                        </m:fPr>
                        <m:num>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𝑧</m:t>
                          </m:r>
                        </m:num>
                        <m:den>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𝑦</m:t>
                          </m:r>
                        </m:den>
                      </m:f>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oMath>
                  </m:oMathPara>
                </a14:m>
                <a:endParaRPr kumimoji="1" lang="zh-CN" altLang="en-US" sz="2200" dirty="0">
                  <a:solidFill>
                    <a:schemeClr val="tx1">
                      <a:lumMod val="95000"/>
                      <a:lumOff val="5000"/>
                    </a:schemeClr>
                  </a:solidFill>
                  <a:latin typeface="Cambria Math" panose="02040503050406030204" charset="0"/>
                  <a:ea typeface="黑体" panose="02010609060101010101" pitchFamily="49" charset="-122"/>
                </a:endParaRPr>
              </a:p>
            </p:txBody>
          </p:sp>
        </mc:Choice>
        <mc:Fallback>
          <p:sp>
            <p:nvSpPr>
              <p:cNvPr id="9" name="Object 23"/>
              <p:cNvSpPr txBox="1">
                <a:spLocks noRot="1" noChangeAspect="1" noMove="1" noResize="1" noEditPoints="1" noAdjustHandles="1" noChangeArrowheads="1" noChangeShapeType="1" noTextEdit="1"/>
              </p:cNvSpPr>
              <p:nvPr/>
            </p:nvSpPr>
            <p:spPr bwMode="auto">
              <a:xfrm>
                <a:off x="4947313" y="1568025"/>
                <a:ext cx="1094014" cy="927100"/>
              </a:xfrm>
              <a:prstGeom prst="rect">
                <a:avLst/>
              </a:prstGeom>
              <a:blipFill rotWithShape="1">
                <a:blip r:embed="rId6"/>
                <a:stretch>
                  <a:fillRect l="-3" t="-23" r="52" b="23"/>
                </a:stretch>
              </a:blipFill>
              <a:ln>
                <a:noFill/>
              </a:ln>
              <a:effectLst/>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0" name="Object 25"/>
              <p:cNvSpPr txBox="1"/>
              <p:nvPr/>
            </p:nvSpPr>
            <p:spPr bwMode="auto">
              <a:xfrm>
                <a:off x="5754391" y="1710899"/>
                <a:ext cx="876300" cy="520700"/>
              </a:xfrm>
              <a:prstGeom prst="rect">
                <a:avLst/>
              </a:prstGeom>
              <a:noFill/>
              <a:ln>
                <a:noFill/>
              </a:ln>
              <a:effectLst/>
            </p:spPr>
            <p:txBody>
              <a:bodyPr>
                <a:normAutofit/>
              </a:bodyPr>
              <a:lstStyle/>
              <a:p>
                <a14:m>
                  <m:oMathPara xmlns:m="http://schemas.openxmlformats.org/officeDocument/2006/math">
                    <m:oMathParaPr>
                      <m:jc m:val="left"/>
                    </m:oMathParaPr>
                    <m:oMath xmlns:m="http://schemas.openxmlformats.org/officeDocument/2006/math">
                      <m:r>
                        <a:rPr kumimoji="1" lang="zh-CN" altLang="en-US" sz="2200">
                          <a:solidFill>
                            <a:schemeClr val="tx1">
                              <a:lumMod val="95000"/>
                              <a:lumOff val="5000"/>
                            </a:schemeClr>
                          </a:solidFill>
                          <a:latin typeface="Cambria Math" panose="02040503050406030204" charset="0"/>
                          <a:ea typeface="黑体" panose="02010609060101010101" pitchFamily="49" charset="-122"/>
                        </a:rPr>
                        <m:t>𝑥</m:t>
                      </m:r>
                      <m:sSup>
                        <m:sSupPr>
                          <m:ctrlPr>
                            <a:rPr kumimoji="1" lang="zh-CN" altLang="en-US" sz="2200" i="1">
                              <a:solidFill>
                                <a:schemeClr val="tx1">
                                  <a:lumMod val="95000"/>
                                  <a:lumOff val="5000"/>
                                </a:schemeClr>
                              </a:solidFill>
                              <a:latin typeface="Cambria Math" panose="02040503050406030204" charset="0"/>
                              <a:ea typeface="黑体" panose="02010609060101010101" pitchFamily="49" charset="-122"/>
                            </a:rPr>
                          </m:ctrlPr>
                        </m:sSupPr>
                        <m:e>
                          <m:r>
                            <m:rPr>
                              <m:sty m:val="p"/>
                            </m:rPr>
                            <a:rPr kumimoji="1" lang="zh-CN" altLang="en-US" sz="2200" i="0">
                              <a:solidFill>
                                <a:schemeClr val="tx1">
                                  <a:lumMod val="95000"/>
                                  <a:lumOff val="5000"/>
                                </a:schemeClr>
                              </a:solidFill>
                              <a:latin typeface="Cambria Math" panose="02040503050406030204" charset="0"/>
                              <a:ea typeface="黑体" panose="02010609060101010101" pitchFamily="49" charset="-122"/>
                            </a:rPr>
                            <m:t>e</m:t>
                          </m:r>
                        </m:e>
                        <m:sup>
                          <m:r>
                            <a:rPr kumimoji="1" lang="zh-CN" altLang="en-US" sz="2200">
                              <a:solidFill>
                                <a:schemeClr val="tx1">
                                  <a:lumMod val="95000"/>
                                  <a:lumOff val="5000"/>
                                </a:schemeClr>
                              </a:solidFill>
                              <a:latin typeface="Cambria Math" panose="02040503050406030204" charset="0"/>
                              <a:ea typeface="黑体" panose="02010609060101010101" pitchFamily="49" charset="-122"/>
                            </a:rPr>
                            <m:t>𝑥𝑦</m:t>
                          </m:r>
                        </m:sup>
                      </m:sSup>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oMath>
                  </m:oMathPara>
                </a14:m>
                <a:endParaRPr kumimoji="1" lang="zh-CN" altLang="en-US" sz="2200" dirty="0">
                  <a:solidFill>
                    <a:schemeClr val="tx1">
                      <a:lumMod val="95000"/>
                      <a:lumOff val="5000"/>
                    </a:schemeClr>
                  </a:solidFill>
                  <a:latin typeface="Cambria Math" panose="02040503050406030204" charset="0"/>
                  <a:ea typeface="黑体" panose="02010609060101010101" pitchFamily="49" charset="-122"/>
                </a:endParaRPr>
              </a:p>
            </p:txBody>
          </p:sp>
        </mc:Choice>
        <mc:Fallback>
          <p:sp>
            <p:nvSpPr>
              <p:cNvPr id="10" name="Object 25"/>
              <p:cNvSpPr txBox="1">
                <a:spLocks noRot="1" noChangeAspect="1" noMove="1" noResize="1" noEditPoints="1" noAdjustHandles="1" noChangeArrowheads="1" noChangeShapeType="1" noTextEdit="1"/>
              </p:cNvSpPr>
              <p:nvPr/>
            </p:nvSpPr>
            <p:spPr bwMode="auto">
              <a:xfrm>
                <a:off x="5754391" y="1710899"/>
                <a:ext cx="876300" cy="520700"/>
              </a:xfrm>
              <a:prstGeom prst="rect">
                <a:avLst/>
              </a:prstGeom>
              <a:blipFill rotWithShape="1">
                <a:blip r:embed="rId7"/>
                <a:stretch>
                  <a:fillRect l="-2" t="-40" r="2" b="40"/>
                </a:stretch>
              </a:blipFill>
              <a:ln>
                <a:noFill/>
              </a:ln>
              <a:effectLst/>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1" name="Object 26"/>
              <p:cNvSpPr txBox="1"/>
              <p:nvPr/>
            </p:nvSpPr>
            <p:spPr bwMode="auto">
              <a:xfrm>
                <a:off x="4032913" y="1702961"/>
                <a:ext cx="1045029" cy="469900"/>
              </a:xfrm>
              <a:prstGeom prst="rect">
                <a:avLst/>
              </a:prstGeom>
              <a:noFill/>
              <a:ln>
                <a:noFill/>
              </a:ln>
              <a:effectLst/>
            </p:spPr>
            <p:txBody>
              <a:bodyPr>
                <a:normAutofit/>
              </a:bodyPr>
              <a:lstStyle/>
              <a:p>
                <a14:m>
                  <m:oMathPara xmlns:m="http://schemas.openxmlformats.org/officeDocument/2006/math">
                    <m:oMathParaPr>
                      <m:jc m:val="left"/>
                    </m:oMathParaPr>
                    <m:oMath xmlns:m="http://schemas.openxmlformats.org/officeDocument/2006/math">
                      <m:r>
                        <a:rPr kumimoji="1" lang="zh-CN" altLang="en-US" sz="2200">
                          <a:solidFill>
                            <a:schemeClr val="tx1">
                              <a:lumMod val="95000"/>
                              <a:lumOff val="5000"/>
                            </a:schemeClr>
                          </a:solidFill>
                          <a:latin typeface="Cambria Math" panose="02040503050406030204" charset="0"/>
                          <a:ea typeface="黑体" panose="02010609060101010101" pitchFamily="49" charset="-122"/>
                        </a:rPr>
                        <m:t>𝑦</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sSup>
                        <m:sSupPr>
                          <m:ctrlPr>
                            <a:rPr kumimoji="1" lang="zh-CN" altLang="en-US" sz="2200" i="1">
                              <a:solidFill>
                                <a:schemeClr val="tx1">
                                  <a:lumMod val="95000"/>
                                  <a:lumOff val="5000"/>
                                </a:schemeClr>
                              </a:solidFill>
                              <a:latin typeface="Cambria Math" panose="02040503050406030204" charset="0"/>
                              <a:ea typeface="黑体" panose="02010609060101010101" pitchFamily="49" charset="-122"/>
                            </a:rPr>
                          </m:ctrlPr>
                        </m:sSupPr>
                        <m:e>
                          <m:r>
                            <m:rPr>
                              <m:sty m:val="p"/>
                            </m:rPr>
                            <a:rPr kumimoji="1" lang="zh-CN" altLang="en-US" sz="2200" i="0">
                              <a:solidFill>
                                <a:schemeClr val="tx1">
                                  <a:lumMod val="95000"/>
                                  <a:lumOff val="5000"/>
                                </a:schemeClr>
                              </a:solidFill>
                              <a:latin typeface="Cambria Math" panose="02040503050406030204" charset="0"/>
                              <a:ea typeface="黑体" panose="02010609060101010101" pitchFamily="49" charset="-122"/>
                            </a:rPr>
                            <m:t>e</m:t>
                          </m:r>
                        </m:e>
                        <m:sup>
                          <m:r>
                            <a:rPr kumimoji="1" lang="zh-CN" altLang="en-US" sz="2200">
                              <a:solidFill>
                                <a:schemeClr val="tx1">
                                  <a:lumMod val="95000"/>
                                  <a:lumOff val="5000"/>
                                </a:schemeClr>
                              </a:solidFill>
                              <a:latin typeface="Cambria Math" panose="02040503050406030204" charset="0"/>
                              <a:ea typeface="黑体" panose="02010609060101010101" pitchFamily="49" charset="-122"/>
                            </a:rPr>
                            <m:t>𝑥</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𝑦</m:t>
                          </m:r>
                        </m:sup>
                      </m:sSup>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oMath>
                  </m:oMathPara>
                </a14:m>
                <a:endParaRPr kumimoji="1" lang="zh-CN" altLang="en-US" sz="2200" dirty="0">
                  <a:solidFill>
                    <a:schemeClr val="tx1">
                      <a:lumMod val="95000"/>
                      <a:lumOff val="5000"/>
                    </a:schemeClr>
                  </a:solidFill>
                  <a:latin typeface="Cambria Math" panose="02040503050406030204" charset="0"/>
                  <a:ea typeface="黑体" panose="02010609060101010101" pitchFamily="49" charset="-122"/>
                </a:endParaRPr>
              </a:p>
            </p:txBody>
          </p:sp>
        </mc:Choice>
        <mc:Fallback>
          <p:sp>
            <p:nvSpPr>
              <p:cNvPr id="11" name="Object 26"/>
              <p:cNvSpPr txBox="1">
                <a:spLocks noRot="1" noChangeAspect="1" noMove="1" noResize="1" noEditPoints="1" noAdjustHandles="1" noChangeArrowheads="1" noChangeShapeType="1" noTextEdit="1"/>
              </p:cNvSpPr>
              <p:nvPr/>
            </p:nvSpPr>
            <p:spPr bwMode="auto">
              <a:xfrm>
                <a:off x="4032913" y="1702961"/>
                <a:ext cx="1045029" cy="469900"/>
              </a:xfrm>
              <a:prstGeom prst="rect">
                <a:avLst/>
              </a:prstGeom>
              <a:blipFill rotWithShape="1">
                <a:blip r:embed="rId8"/>
                <a:stretch>
                  <a:fillRect l="-3" t="-112" r="46" b="112"/>
                </a:stretch>
              </a:blipFill>
              <a:ln>
                <a:noFill/>
              </a:ln>
              <a:effectLst/>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2" name="Object 27"/>
              <p:cNvSpPr txBox="1"/>
              <p:nvPr/>
            </p:nvSpPr>
            <p:spPr bwMode="auto">
              <a:xfrm>
                <a:off x="6483974" y="3562391"/>
                <a:ext cx="2202498" cy="473075"/>
              </a:xfrm>
              <a:prstGeom prst="rect">
                <a:avLst/>
              </a:prstGeom>
              <a:noFill/>
              <a:ln>
                <a:noFill/>
              </a:ln>
              <a:effectLst/>
            </p:spPr>
            <p:txBody>
              <a:bodyPr>
                <a:noAutofit/>
              </a:bodyPr>
              <a:lstStyle/>
              <a:p>
                <a14:m>
                  <m:oMathPara xmlns:m="http://schemas.openxmlformats.org/officeDocument/2006/math">
                    <m:oMathParaPr>
                      <m:jc m:val="left"/>
                    </m:oMathParaPr>
                    <m:oMath xmlns:m="http://schemas.openxmlformats.org/officeDocument/2006/math">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sSup>
                        <m:sSupPr>
                          <m:ctrlPr>
                            <a:rPr kumimoji="1" lang="zh-CN" altLang="en-US" sz="2200" i="1">
                              <a:solidFill>
                                <a:schemeClr val="tx1">
                                  <a:lumMod val="95000"/>
                                  <a:lumOff val="5000"/>
                                </a:schemeClr>
                              </a:solidFill>
                              <a:latin typeface="Cambria Math" panose="02040503050406030204" charset="0"/>
                              <a:ea typeface="黑体" panose="02010609060101010101" pitchFamily="49" charset="-122"/>
                            </a:rPr>
                          </m:ctrlPr>
                        </m:sSupPr>
                        <m:e>
                          <m:r>
                            <m:rPr>
                              <m:sty m:val="p"/>
                            </m:rPr>
                            <a:rPr kumimoji="1" lang="zh-CN" altLang="en-US" sz="2200" i="0">
                              <a:solidFill>
                                <a:schemeClr val="tx1">
                                  <a:lumMod val="95000"/>
                                  <a:lumOff val="5000"/>
                                </a:schemeClr>
                              </a:solidFill>
                              <a:latin typeface="Cambria Math" panose="02040503050406030204" charset="0"/>
                              <a:ea typeface="黑体" panose="02010609060101010101" pitchFamily="49" charset="-122"/>
                            </a:rPr>
                            <m:t>e</m:t>
                          </m:r>
                        </m:e>
                        <m:sup>
                          <m:r>
                            <a:rPr kumimoji="1" lang="zh-CN" altLang="en-US" sz="2200">
                              <a:solidFill>
                                <a:schemeClr val="tx1">
                                  <a:lumMod val="95000"/>
                                  <a:lumOff val="5000"/>
                                </a:schemeClr>
                              </a:solidFill>
                              <a:latin typeface="Cambria Math" panose="02040503050406030204" charset="0"/>
                              <a:ea typeface="黑体" panose="02010609060101010101" pitchFamily="49" charset="-122"/>
                            </a:rPr>
                            <m:t>2</m:t>
                          </m:r>
                        </m:sup>
                      </m:sSup>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m:rPr>
                          <m:sty m:val="p"/>
                        </m:rPr>
                        <a:rPr kumimoji="1" lang="zh-CN" altLang="en-US" sz="2200">
                          <a:solidFill>
                            <a:schemeClr val="tx1">
                              <a:lumMod val="95000"/>
                              <a:lumOff val="5000"/>
                            </a:schemeClr>
                          </a:solidFill>
                          <a:latin typeface="Cambria Math" panose="02040503050406030204" charset="0"/>
                          <a:ea typeface="黑体" panose="02010609060101010101" pitchFamily="49" charset="-122"/>
                        </a:rPr>
                        <m:t>d</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𝑥</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rPr>
                        <m:t>2</m:t>
                      </m:r>
                      <m:r>
                        <m:rPr>
                          <m:sty m:val="p"/>
                        </m:rPr>
                        <a:rPr kumimoji="1" lang="zh-CN" altLang="en-US" sz="2200">
                          <a:solidFill>
                            <a:schemeClr val="tx1">
                              <a:lumMod val="95000"/>
                              <a:lumOff val="5000"/>
                            </a:schemeClr>
                          </a:solidFill>
                          <a:latin typeface="Cambria Math" panose="02040503050406030204" charset="0"/>
                          <a:ea typeface="黑体" panose="02010609060101010101" pitchFamily="49" charset="-122"/>
                        </a:rPr>
                        <m:t>d</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𝑦</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oMath>
                  </m:oMathPara>
                </a14:m>
                <a:endParaRPr kumimoji="1" lang="zh-CN" altLang="en-US" sz="2200" dirty="0">
                  <a:solidFill>
                    <a:schemeClr val="tx1">
                      <a:lumMod val="95000"/>
                      <a:lumOff val="5000"/>
                    </a:schemeClr>
                  </a:solidFill>
                  <a:latin typeface="Cambria Math" panose="02040503050406030204" charset="0"/>
                  <a:ea typeface="黑体" panose="02010609060101010101" pitchFamily="49" charset="-122"/>
                </a:endParaRPr>
              </a:p>
            </p:txBody>
          </p:sp>
        </mc:Choice>
        <mc:Fallback>
          <p:sp>
            <p:nvSpPr>
              <p:cNvPr id="12" name="Object 27"/>
              <p:cNvSpPr txBox="1">
                <a:spLocks noRot="1" noChangeAspect="1" noMove="1" noResize="1" noEditPoints="1" noAdjustHandles="1" noChangeArrowheads="1" noChangeShapeType="1" noTextEdit="1"/>
              </p:cNvSpPr>
              <p:nvPr/>
            </p:nvSpPr>
            <p:spPr bwMode="auto">
              <a:xfrm>
                <a:off x="6483974" y="3562391"/>
                <a:ext cx="2202498" cy="473075"/>
              </a:xfrm>
              <a:prstGeom prst="rect">
                <a:avLst/>
              </a:prstGeom>
              <a:blipFill rotWithShape="1">
                <a:blip r:embed="rId9"/>
                <a:stretch>
                  <a:fillRect l="-28" t="-9" r="14" b="9"/>
                </a:stretch>
              </a:blipFill>
              <a:ln>
                <a:noFill/>
              </a:ln>
              <a:effectLst/>
            </p:spPr>
            <p:txBody>
              <a:bodyPr/>
              <a:lstStyle/>
              <a:p>
                <a:r>
                  <a:rPr lang="zh-CN" altLang="en-US">
                    <a:noFill/>
                  </a:rPr>
                  <a:t> </a:t>
                </a:r>
              </a:p>
            </p:txBody>
          </p:sp>
        </mc:Fallback>
      </mc:AlternateContent>
      <p:sp>
        <p:nvSpPr>
          <p:cNvPr id="13" name="对象 12"/>
          <p:cNvSpPr txBox="1"/>
          <p:nvPr/>
        </p:nvSpPr>
        <p:spPr>
          <a:xfrm>
            <a:off x="6851143" y="3742309"/>
            <a:ext cx="914400" cy="198438"/>
          </a:xfrm>
          <a:prstGeom prst="rect">
            <a:avLst/>
          </a:prstGeom>
        </p:spPr>
        <p:txBody>
          <a:bodyPr>
            <a:normAutofit fontScale="40000" lnSpcReduction="20000"/>
          </a:bodyPr>
          <a:lstStyle/>
          <a:p>
            <a:endParaRPr lang="zh-CN" altLang="en-US"/>
          </a:p>
        </p:txBody>
      </p:sp>
      <p:sp>
        <p:nvSpPr>
          <p:cNvPr id="14" name="Text Box 12"/>
          <p:cNvSpPr txBox="1">
            <a:spLocks noChangeArrowheads="1"/>
          </p:cNvSpPr>
          <p:nvPr/>
        </p:nvSpPr>
        <p:spPr bwMode="auto">
          <a:xfrm>
            <a:off x="2533143" y="4562234"/>
            <a:ext cx="2743200" cy="51911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marL="0" marR="0" lvl="0" indent="0" algn="l" defTabSz="914400" rtl="0" eaLnBrk="1" fontAlgn="base" latinLnBrk="0" hangingPunct="1">
              <a:lnSpc>
                <a:spcPct val="100000"/>
              </a:lnSpc>
              <a:spcBef>
                <a:spcPct val="50000"/>
              </a:spcBef>
              <a:spcAft>
                <a:spcPct val="0"/>
              </a:spcAft>
              <a:buClrTx/>
              <a:buSzTx/>
              <a:buFontTx/>
              <a:buNone/>
              <a:defRPr/>
            </a:pPr>
            <a:r>
              <a:rPr kumimoji="1" lang="zh-CN" altLang="en-US" sz="2800" b="1" dirty="0">
                <a:solidFill>
                  <a:srgbClr val="04926A"/>
                </a:solidFill>
                <a:latin typeface="微软雅黑" panose="020B0503020204020204" pitchFamily="34" charset="-122"/>
                <a:ea typeface="微软雅黑" panose="020B0503020204020204" pitchFamily="34" charset="-122"/>
                <a:sym typeface="+mn-lt"/>
              </a:rPr>
              <a:t>例</a:t>
            </a:r>
            <a:r>
              <a:rPr kumimoji="1" lang="en-US" altLang="zh-CN" sz="2800" b="1" dirty="0">
                <a:solidFill>
                  <a:srgbClr val="04926A"/>
                </a:solidFill>
                <a:latin typeface="微软雅黑" panose="020B0503020204020204" pitchFamily="34" charset="-122"/>
                <a:ea typeface="微软雅黑" panose="020B0503020204020204" pitchFamily="34" charset="-122"/>
                <a:sym typeface="+mn-lt"/>
              </a:rPr>
              <a:t>3  </a:t>
            </a:r>
            <a:r>
              <a:rPr kumimoji="1" lang="zh-CN" altLang="en-US" sz="2800" b="0" i="0" u="none" strike="noStrike" kern="1200" cap="none" spc="0" normalizeH="0" baseline="0" noProof="0" dirty="0">
                <a:ln>
                  <a:noFill/>
                </a:ln>
                <a:solidFill>
                  <a:prstClr val="black"/>
                </a:solidFill>
                <a:effectLst/>
                <a:uLnTx/>
                <a:uFillTx/>
                <a:latin typeface="Times New Roman" panose="02020603050405020304"/>
                <a:ea typeface="黑体" panose="02010609060101010101" pitchFamily="49" charset="-122"/>
                <a:cs typeface="+mn-ea"/>
                <a:sym typeface="+mn-lt"/>
              </a:rPr>
              <a:t>计算函数</a:t>
            </a:r>
            <a:endParaRPr kumimoji="1" lang="zh-CN" altLang="en-US" sz="2800" b="0" i="0" u="none" strike="noStrike" kern="1200" cap="none" spc="0" normalizeH="0" baseline="0" noProof="0" dirty="0">
              <a:ln>
                <a:noFill/>
              </a:ln>
              <a:solidFill>
                <a:prstClr val="black"/>
              </a:solidFill>
              <a:effectLst/>
              <a:uLnTx/>
              <a:uFillTx/>
              <a:latin typeface="Times New Roman" panose="02020603050405020304"/>
              <a:ea typeface="黑体" panose="02010609060101010101" pitchFamily="49" charset="-122"/>
              <a:cs typeface="+mn-ea"/>
              <a:sym typeface="+mn-lt"/>
            </a:endParaRPr>
          </a:p>
        </p:txBody>
      </p:sp>
      <p:sp>
        <p:nvSpPr>
          <p:cNvPr id="15" name="Text Box 13"/>
          <p:cNvSpPr txBox="1">
            <a:spLocks noChangeArrowheads="1"/>
          </p:cNvSpPr>
          <p:nvPr/>
        </p:nvSpPr>
        <p:spPr bwMode="auto">
          <a:xfrm>
            <a:off x="7802225" y="4547947"/>
            <a:ext cx="1720033" cy="5191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square">
            <a:spAutoFit/>
          </a:bodyPr>
          <a:lstStyle/>
          <a:p>
            <a:pPr marL="0" marR="0" lvl="0" indent="0" algn="l" defTabSz="914400" rtl="0" eaLnBrk="1" fontAlgn="base" latinLnBrk="0" hangingPunct="1">
              <a:lnSpc>
                <a:spcPct val="100000"/>
              </a:lnSpc>
              <a:spcBef>
                <a:spcPct val="50000"/>
              </a:spcBef>
              <a:spcAft>
                <a:spcPct val="0"/>
              </a:spcAft>
              <a:buClrTx/>
              <a:buSzTx/>
              <a:buFontTx/>
              <a:buNone/>
              <a:defRPr/>
            </a:pPr>
            <a:r>
              <a:rPr kumimoji="1" lang="zh-CN" altLang="en-US" sz="2800" b="0" i="0" u="none" strike="noStrike" kern="1200" cap="none" spc="0" normalizeH="0" baseline="0" noProof="0" dirty="0">
                <a:ln>
                  <a:noFill/>
                </a:ln>
                <a:solidFill>
                  <a:prstClr val="black"/>
                </a:solidFill>
                <a:effectLst/>
                <a:uLnTx/>
                <a:uFillTx/>
                <a:latin typeface="Times New Roman" panose="02020603050405020304"/>
                <a:ea typeface="黑体" panose="02010609060101010101" pitchFamily="49" charset="-122"/>
                <a:cs typeface="+mn-ea"/>
                <a:sym typeface="+mn-lt"/>
              </a:rPr>
              <a:t>的全微分</a:t>
            </a:r>
            <a:r>
              <a:rPr kumimoji="1" lang="en-US" altLang="zh-CN" sz="2800" b="0" i="0" u="none" strike="noStrike" kern="1200" cap="none" spc="0" normalizeH="0" baseline="0" noProof="0" dirty="0">
                <a:ln>
                  <a:noFill/>
                </a:ln>
                <a:solidFill>
                  <a:prstClr val="black"/>
                </a:solidFill>
                <a:effectLst/>
                <a:uLnTx/>
                <a:uFillTx/>
                <a:latin typeface="Times New Roman" panose="02020603050405020304"/>
                <a:ea typeface="黑体" panose="02010609060101010101" pitchFamily="49" charset="-122"/>
                <a:cs typeface="+mn-ea"/>
                <a:sym typeface="+mn-lt"/>
              </a:rPr>
              <a:t>. </a:t>
            </a:r>
            <a:endParaRPr kumimoji="1" lang="en-US" altLang="zh-CN" sz="2400" b="0" i="0" u="none" strike="noStrike" kern="1200" cap="none" spc="0" normalizeH="0" baseline="0" noProof="0" dirty="0">
              <a:ln>
                <a:noFill/>
              </a:ln>
              <a:solidFill>
                <a:srgbClr val="ED7D31"/>
              </a:solidFill>
              <a:effectLst/>
              <a:uLnTx/>
              <a:uFillTx/>
              <a:latin typeface="Times New Roman" panose="02020603050405020304"/>
              <a:ea typeface="黑体" panose="02010609060101010101" pitchFamily="49" charset="-122"/>
              <a:cs typeface="+mn-ea"/>
              <a:sym typeface="+mn-lt"/>
            </a:endParaRPr>
          </a:p>
        </p:txBody>
      </p:sp>
      <mc:AlternateContent xmlns:mc="http://schemas.openxmlformats.org/markup-compatibility/2006">
        <mc:Choice xmlns:a14="http://schemas.microsoft.com/office/drawing/2010/main" Requires="a14">
          <p:sp>
            <p:nvSpPr>
              <p:cNvPr id="16" name="Object 14"/>
              <p:cNvSpPr txBox="1"/>
              <p:nvPr/>
            </p:nvSpPr>
            <p:spPr bwMode="auto">
              <a:xfrm>
                <a:off x="4798101" y="4386021"/>
                <a:ext cx="3174267" cy="850900"/>
              </a:xfrm>
              <a:prstGeom prst="rect">
                <a:avLst/>
              </a:prstGeom>
              <a:noFill/>
              <a:ln>
                <a:noFill/>
              </a:ln>
              <a:effectLst/>
            </p:spPr>
            <p:txBody>
              <a:bodyPr>
                <a:noAutofit/>
              </a:bodyPr>
              <a:lstStyle/>
              <a:p>
                <a14:m>
                  <m:oMathPara xmlns:m="http://schemas.openxmlformats.org/officeDocument/2006/math">
                    <m:oMathParaPr>
                      <m:jc m:val="left"/>
                    </m:oMathParaPr>
                    <m:oMath xmlns:m="http://schemas.openxmlformats.org/officeDocument/2006/math">
                      <m:r>
                        <a:rPr kumimoji="1" lang="zh-CN" altLang="en-US" sz="2800">
                          <a:solidFill>
                            <a:schemeClr val="tx1">
                              <a:lumMod val="95000"/>
                              <a:lumOff val="5000"/>
                            </a:schemeClr>
                          </a:solidFill>
                          <a:latin typeface="Cambria Math" panose="02040503050406030204" charset="0"/>
                          <a:ea typeface="黑体" panose="02010609060101010101" pitchFamily="49" charset="-122"/>
                        </a:rPr>
                        <m:t>𝑢</m:t>
                      </m:r>
                      <m:r>
                        <a:rPr kumimoji="1" lang="zh-CN" altLang="en-US" sz="2800">
                          <a:solidFill>
                            <a:schemeClr val="tx1">
                              <a:lumMod val="95000"/>
                              <a:lumOff val="5000"/>
                            </a:schemeClr>
                          </a:solidFill>
                          <a:latin typeface="Cambria Math" panose="02040503050406030204" charset="0"/>
                          <a:ea typeface="黑体" panose="02010609060101010101" pitchFamily="49" charset="-122"/>
                        </a:rPr>
                        <m:t>=</m:t>
                      </m:r>
                      <m:r>
                        <a:rPr kumimoji="1" lang="zh-CN" altLang="en-US" sz="2800">
                          <a:solidFill>
                            <a:schemeClr val="tx1">
                              <a:lumMod val="95000"/>
                              <a:lumOff val="5000"/>
                            </a:schemeClr>
                          </a:solidFill>
                          <a:latin typeface="Cambria Math" panose="02040503050406030204" charset="0"/>
                          <a:ea typeface="黑体" panose="02010609060101010101" pitchFamily="49" charset="-122"/>
                        </a:rPr>
                        <m:t>𝑥</m:t>
                      </m:r>
                      <m:r>
                        <a:rPr kumimoji="1" lang="zh-CN" altLang="en-US" sz="2800">
                          <a:solidFill>
                            <a:schemeClr val="tx1">
                              <a:lumMod val="95000"/>
                              <a:lumOff val="5000"/>
                            </a:schemeClr>
                          </a:solidFill>
                          <a:latin typeface="Cambria Math" panose="02040503050406030204" charset="0"/>
                          <a:ea typeface="黑体" panose="02010609060101010101" pitchFamily="49" charset="-122"/>
                        </a:rPr>
                        <m:t>+</m:t>
                      </m:r>
                      <m:func>
                        <m:funcPr>
                          <m:ctrlPr>
                            <a:rPr kumimoji="1" lang="zh-CN" altLang="en-US" sz="2800" i="1">
                              <a:solidFill>
                                <a:schemeClr val="tx1">
                                  <a:lumMod val="95000"/>
                                  <a:lumOff val="5000"/>
                                </a:schemeClr>
                              </a:solidFill>
                              <a:latin typeface="Cambria Math" panose="02040503050406030204" charset="0"/>
                              <a:ea typeface="黑体" panose="02010609060101010101" pitchFamily="49" charset="-122"/>
                            </a:rPr>
                          </m:ctrlPr>
                        </m:funcPr>
                        <m:fName>
                          <m:r>
                            <m:rPr>
                              <m:sty m:val="p"/>
                            </m:rPr>
                            <a:rPr kumimoji="1" lang="zh-CN" altLang="en-US" sz="2800">
                              <a:solidFill>
                                <a:schemeClr val="tx1">
                                  <a:lumMod val="95000"/>
                                  <a:lumOff val="5000"/>
                                </a:schemeClr>
                              </a:solidFill>
                              <a:latin typeface="Cambria Math" panose="02040503050406030204" charset="0"/>
                              <a:ea typeface="黑体" panose="02010609060101010101" pitchFamily="49" charset="-122"/>
                            </a:rPr>
                            <m:t>sin</m:t>
                          </m:r>
                        </m:fName>
                        <m:e>
                          <m:f>
                            <m:fPr>
                              <m:ctrlPr>
                                <a:rPr kumimoji="1" lang="zh-CN" altLang="en-US" sz="2800" i="1">
                                  <a:solidFill>
                                    <a:schemeClr val="tx1">
                                      <a:lumMod val="95000"/>
                                      <a:lumOff val="5000"/>
                                    </a:schemeClr>
                                  </a:solidFill>
                                  <a:latin typeface="Cambria Math" panose="02040503050406030204" charset="0"/>
                                  <a:ea typeface="黑体" panose="02010609060101010101" pitchFamily="49" charset="-122"/>
                                </a:rPr>
                              </m:ctrlPr>
                            </m:fPr>
                            <m:num>
                              <m:r>
                                <a:rPr kumimoji="1" lang="zh-CN" altLang="en-US" sz="2800">
                                  <a:solidFill>
                                    <a:schemeClr val="tx1">
                                      <a:lumMod val="95000"/>
                                      <a:lumOff val="5000"/>
                                    </a:schemeClr>
                                  </a:solidFill>
                                  <a:latin typeface="Cambria Math" panose="02040503050406030204" charset="0"/>
                                  <a:ea typeface="黑体" panose="02010609060101010101" pitchFamily="49" charset="-122"/>
                                </a:rPr>
                                <m:t>𝑦</m:t>
                              </m:r>
                            </m:num>
                            <m:den>
                              <m:r>
                                <a:rPr kumimoji="1" lang="zh-CN" altLang="en-US" sz="2800">
                                  <a:solidFill>
                                    <a:schemeClr val="tx1">
                                      <a:lumMod val="95000"/>
                                      <a:lumOff val="5000"/>
                                    </a:schemeClr>
                                  </a:solidFill>
                                  <a:latin typeface="Cambria Math" panose="02040503050406030204" charset="0"/>
                                  <a:ea typeface="黑体" panose="02010609060101010101" pitchFamily="49" charset="-122"/>
                                </a:rPr>
                                <m:t>2</m:t>
                              </m:r>
                            </m:den>
                          </m:f>
                        </m:e>
                      </m:func>
                      <m:r>
                        <a:rPr kumimoji="1" lang="zh-CN" altLang="en-US" sz="2800">
                          <a:solidFill>
                            <a:schemeClr val="tx1">
                              <a:lumMod val="95000"/>
                              <a:lumOff val="5000"/>
                            </a:schemeClr>
                          </a:solidFill>
                          <a:latin typeface="Cambria Math" panose="02040503050406030204" charset="0"/>
                          <a:ea typeface="黑体" panose="02010609060101010101" pitchFamily="49" charset="-122"/>
                        </a:rPr>
                        <m:t>+</m:t>
                      </m:r>
                      <m:sSup>
                        <m:sSupPr>
                          <m:ctrlPr>
                            <a:rPr kumimoji="1" lang="zh-CN" altLang="en-US" sz="2800" i="1">
                              <a:solidFill>
                                <a:schemeClr val="tx1">
                                  <a:lumMod val="95000"/>
                                  <a:lumOff val="5000"/>
                                </a:schemeClr>
                              </a:solidFill>
                              <a:latin typeface="Cambria Math" panose="02040503050406030204" charset="0"/>
                              <a:ea typeface="黑体" panose="02010609060101010101" pitchFamily="49" charset="-122"/>
                            </a:rPr>
                          </m:ctrlPr>
                        </m:sSupPr>
                        <m:e>
                          <m:r>
                            <m:rPr>
                              <m:sty m:val="p"/>
                            </m:rPr>
                            <a:rPr kumimoji="1" lang="zh-CN" altLang="en-US" sz="2800" i="0">
                              <a:solidFill>
                                <a:schemeClr val="tx1">
                                  <a:lumMod val="95000"/>
                                  <a:lumOff val="5000"/>
                                </a:schemeClr>
                              </a:solidFill>
                              <a:latin typeface="Cambria Math" panose="02040503050406030204" charset="0"/>
                              <a:ea typeface="黑体" panose="02010609060101010101" pitchFamily="49" charset="-122"/>
                            </a:rPr>
                            <m:t>e</m:t>
                          </m:r>
                        </m:e>
                        <m:sup>
                          <m:r>
                            <a:rPr kumimoji="1" lang="zh-CN" altLang="en-US" sz="2800">
                              <a:solidFill>
                                <a:schemeClr val="tx1">
                                  <a:lumMod val="95000"/>
                                  <a:lumOff val="5000"/>
                                </a:schemeClr>
                              </a:solidFill>
                              <a:latin typeface="Cambria Math" panose="02040503050406030204" charset="0"/>
                              <a:ea typeface="黑体" panose="02010609060101010101" pitchFamily="49" charset="-122"/>
                            </a:rPr>
                            <m:t>𝑦𝑧</m:t>
                          </m:r>
                        </m:sup>
                      </m:sSup>
                    </m:oMath>
                  </m:oMathPara>
                </a14:m>
                <a:endParaRPr kumimoji="1" lang="zh-CN" altLang="en-US" sz="2800" dirty="0">
                  <a:solidFill>
                    <a:schemeClr val="tx1">
                      <a:lumMod val="95000"/>
                      <a:lumOff val="5000"/>
                    </a:schemeClr>
                  </a:solidFill>
                  <a:latin typeface="Cambria Math" panose="02040503050406030204" charset="0"/>
                  <a:ea typeface="黑体" panose="02010609060101010101" pitchFamily="49" charset="-122"/>
                </a:endParaRPr>
              </a:p>
            </p:txBody>
          </p:sp>
        </mc:Choice>
        <mc:Fallback>
          <p:sp>
            <p:nvSpPr>
              <p:cNvPr id="16" name="Object 14"/>
              <p:cNvSpPr txBox="1">
                <a:spLocks noRot="1" noChangeAspect="1" noMove="1" noResize="1" noEditPoints="1" noAdjustHandles="1" noChangeArrowheads="1" noChangeShapeType="1" noTextEdit="1"/>
              </p:cNvSpPr>
              <p:nvPr/>
            </p:nvSpPr>
            <p:spPr bwMode="auto">
              <a:xfrm>
                <a:off x="4798101" y="4386021"/>
                <a:ext cx="3174267" cy="850900"/>
              </a:xfrm>
              <a:prstGeom prst="rect">
                <a:avLst/>
              </a:prstGeom>
              <a:blipFill rotWithShape="1">
                <a:blip r:embed="rId10"/>
                <a:stretch>
                  <a:fillRect l="-1" t="-9" r="18" b="9"/>
                </a:stretch>
              </a:blipFill>
              <a:ln>
                <a:noFill/>
              </a:ln>
              <a:effectLst/>
            </p:spPr>
            <p:txBody>
              <a:bodyPr/>
              <a:lstStyle/>
              <a:p>
                <a:r>
                  <a:rPr lang="zh-CN" altLang="en-US">
                    <a:noFill/>
                  </a:rPr>
                  <a:t> </a:t>
                </a:r>
              </a:p>
            </p:txBody>
          </p:sp>
        </mc:Fallback>
      </mc:AlternateContent>
      <p:sp>
        <p:nvSpPr>
          <p:cNvPr id="17" name="Text Box 15"/>
          <p:cNvSpPr txBox="1">
            <a:spLocks noChangeArrowheads="1"/>
          </p:cNvSpPr>
          <p:nvPr/>
        </p:nvSpPr>
        <p:spPr bwMode="auto">
          <a:xfrm>
            <a:off x="2533143" y="5346216"/>
            <a:ext cx="838200" cy="5191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marL="0" marR="0" lvl="0" indent="0" algn="l" defTabSz="914400" rtl="0" eaLnBrk="1" fontAlgn="base" latinLnBrk="0" hangingPunct="1">
              <a:lnSpc>
                <a:spcPct val="100000"/>
              </a:lnSpc>
              <a:spcBef>
                <a:spcPct val="50000"/>
              </a:spcBef>
              <a:spcAft>
                <a:spcPct val="0"/>
              </a:spcAft>
              <a:buClrTx/>
              <a:buSzTx/>
              <a:buFontTx/>
              <a:buNone/>
              <a:defRPr/>
            </a:pPr>
            <a:r>
              <a:rPr kumimoji="1" lang="zh-CN" altLang="en-US" sz="2800" b="1" dirty="0">
                <a:solidFill>
                  <a:srgbClr val="04926A"/>
                </a:solidFill>
                <a:latin typeface="微软雅黑" panose="020B0503020204020204" pitchFamily="34" charset="-122"/>
                <a:ea typeface="微软雅黑" panose="020B0503020204020204" pitchFamily="34" charset="-122"/>
                <a:sym typeface="+mn-lt"/>
              </a:rPr>
              <a:t>解</a:t>
            </a:r>
            <a:r>
              <a:rPr kumimoji="1" lang="en-US" altLang="zh-CN" sz="2800" b="1" dirty="0">
                <a:solidFill>
                  <a:srgbClr val="04926A"/>
                </a:solidFill>
                <a:latin typeface="微软雅黑" panose="020B0503020204020204" pitchFamily="34" charset="-122"/>
                <a:ea typeface="微软雅黑" panose="020B0503020204020204" pitchFamily="34" charset="-122"/>
                <a:sym typeface="+mn-lt"/>
              </a:rPr>
              <a:t> </a:t>
            </a:r>
            <a:endParaRPr kumimoji="1" lang="en-US" altLang="zh-CN" sz="2800" b="1" dirty="0">
              <a:solidFill>
                <a:srgbClr val="04926A"/>
              </a:solidFill>
              <a:latin typeface="微软雅黑" panose="020B0503020204020204" pitchFamily="34" charset="-122"/>
              <a:ea typeface="微软雅黑" panose="020B0503020204020204" pitchFamily="34" charset="-122"/>
              <a:sym typeface="+mn-lt"/>
            </a:endParaRPr>
          </a:p>
        </p:txBody>
      </p:sp>
      <p:grpSp>
        <p:nvGrpSpPr>
          <p:cNvPr id="20" name="组合 19"/>
          <p:cNvGrpSpPr/>
          <p:nvPr/>
        </p:nvGrpSpPr>
        <p:grpSpPr>
          <a:xfrm>
            <a:off x="3335611" y="5210400"/>
            <a:ext cx="5292414" cy="834304"/>
            <a:chOff x="3335611" y="5210400"/>
            <a:chExt cx="5292414" cy="834304"/>
          </a:xfrm>
        </p:grpSpPr>
        <mc:AlternateContent xmlns:mc="http://schemas.openxmlformats.org/markup-compatibility/2006">
          <mc:Choice xmlns:a14="http://schemas.microsoft.com/office/drawing/2010/main" Requires="a14">
            <p:sp>
              <p:nvSpPr>
                <p:cNvPr id="55" name="Object 19"/>
                <p:cNvSpPr txBox="1"/>
                <p:nvPr/>
              </p:nvSpPr>
              <p:spPr bwMode="auto">
                <a:xfrm>
                  <a:off x="5161475" y="5210400"/>
                  <a:ext cx="2443963" cy="834304"/>
                </a:xfrm>
                <a:prstGeom prst="rect">
                  <a:avLst/>
                </a:prstGeom>
                <a:noFill/>
                <a:ln>
                  <a:noFill/>
                </a:ln>
                <a:effectLst/>
              </p:spPr>
              <p:txBody>
                <a:bodyPr>
                  <a:normAutofit fontScale="92500"/>
                </a:bodyPr>
                <a:lstStyle/>
                <a:p>
                  <a14:m>
                    <m:oMathPara xmlns:m="http://schemas.openxmlformats.org/officeDocument/2006/math">
                      <m:oMathParaPr>
                        <m:jc m:val="left"/>
                      </m:oMathParaPr>
                      <m:oMath xmlns:m="http://schemas.openxmlformats.org/officeDocument/2006/math">
                        <m:d>
                          <m:dPr>
                            <m:ctrlPr>
                              <a:rPr kumimoji="1" lang="zh-CN" altLang="en-US" sz="2200" i="1" smtClean="0">
                                <a:solidFill>
                                  <a:schemeClr val="tx1">
                                    <a:lumMod val="95000"/>
                                    <a:lumOff val="5000"/>
                                  </a:schemeClr>
                                </a:solidFill>
                                <a:latin typeface="Cambria Math" panose="02040503050406030204" charset="0"/>
                                <a:ea typeface="黑体" panose="02010609060101010101" pitchFamily="49" charset="-122"/>
                              </a:rPr>
                            </m:ctrlPr>
                          </m:dPr>
                          <m:e>
                            <m:f>
                              <m:fPr>
                                <m:ctrlPr>
                                  <a:rPr kumimoji="1" lang="zh-CN" altLang="en-US" sz="2200" i="1">
                                    <a:solidFill>
                                      <a:schemeClr val="tx1">
                                        <a:lumMod val="95000"/>
                                        <a:lumOff val="5000"/>
                                      </a:schemeClr>
                                    </a:solidFill>
                                    <a:latin typeface="Cambria Math" panose="02040503050406030204" charset="0"/>
                                    <a:ea typeface="黑体" panose="02010609060101010101" pitchFamily="49" charset="-122"/>
                                  </a:rPr>
                                </m:ctrlPr>
                              </m:fPr>
                              <m:num>
                                <m:r>
                                  <a:rPr kumimoji="1" lang="zh-CN" altLang="en-US" sz="2200">
                                    <a:solidFill>
                                      <a:schemeClr val="tx1">
                                        <a:lumMod val="95000"/>
                                        <a:lumOff val="5000"/>
                                      </a:schemeClr>
                                    </a:solidFill>
                                    <a:latin typeface="Cambria Math" panose="02040503050406030204" charset="0"/>
                                    <a:ea typeface="黑体" panose="02010609060101010101" pitchFamily="49" charset="-122"/>
                                  </a:rPr>
                                  <m:t>1</m:t>
                                </m:r>
                              </m:num>
                              <m:den>
                                <m:r>
                                  <a:rPr kumimoji="1" lang="zh-CN" altLang="en-US" sz="2200">
                                    <a:solidFill>
                                      <a:schemeClr val="tx1">
                                        <a:lumMod val="95000"/>
                                        <a:lumOff val="5000"/>
                                      </a:schemeClr>
                                    </a:solidFill>
                                    <a:latin typeface="Cambria Math" panose="02040503050406030204" charset="0"/>
                                    <a:ea typeface="黑体" panose="02010609060101010101" pitchFamily="49" charset="-122"/>
                                  </a:rPr>
                                  <m:t>2</m:t>
                                </m:r>
                              </m:den>
                            </m:f>
                            <m:func>
                              <m:funcPr>
                                <m:ctrlPr>
                                  <a:rPr kumimoji="1" lang="zh-CN" altLang="en-US" sz="2200" i="1">
                                    <a:solidFill>
                                      <a:schemeClr val="tx1">
                                        <a:lumMod val="95000"/>
                                        <a:lumOff val="5000"/>
                                      </a:schemeClr>
                                    </a:solidFill>
                                    <a:latin typeface="Cambria Math" panose="02040503050406030204" charset="0"/>
                                    <a:ea typeface="黑体" panose="02010609060101010101" pitchFamily="49" charset="-122"/>
                                  </a:rPr>
                                </m:ctrlPr>
                              </m:funcPr>
                              <m:fName>
                                <m:r>
                                  <m:rPr>
                                    <m:sty m:val="p"/>
                                  </m:rPr>
                                  <a:rPr kumimoji="1" lang="zh-CN" altLang="en-US" sz="2200">
                                    <a:solidFill>
                                      <a:schemeClr val="tx1">
                                        <a:lumMod val="95000"/>
                                        <a:lumOff val="5000"/>
                                      </a:schemeClr>
                                    </a:solidFill>
                                    <a:latin typeface="Cambria Math" panose="02040503050406030204" charset="0"/>
                                    <a:ea typeface="黑体" panose="02010609060101010101" pitchFamily="49" charset="-122"/>
                                  </a:rPr>
                                  <m:t>cos</m:t>
                                </m:r>
                              </m:fName>
                              <m:e>
                                <m:f>
                                  <m:fPr>
                                    <m:ctrlPr>
                                      <a:rPr kumimoji="1" lang="zh-CN" altLang="en-US" sz="2200" i="1">
                                        <a:solidFill>
                                          <a:schemeClr val="tx1">
                                            <a:lumMod val="95000"/>
                                            <a:lumOff val="5000"/>
                                          </a:schemeClr>
                                        </a:solidFill>
                                        <a:latin typeface="Cambria Math" panose="02040503050406030204" charset="0"/>
                                        <a:ea typeface="黑体" panose="02010609060101010101" pitchFamily="49" charset="-122"/>
                                      </a:rPr>
                                    </m:ctrlPr>
                                  </m:fPr>
                                  <m:num>
                                    <m:r>
                                      <a:rPr kumimoji="1" lang="zh-CN" altLang="en-US" sz="2200">
                                        <a:solidFill>
                                          <a:schemeClr val="tx1">
                                            <a:lumMod val="95000"/>
                                            <a:lumOff val="5000"/>
                                          </a:schemeClr>
                                        </a:solidFill>
                                        <a:latin typeface="Cambria Math" panose="02040503050406030204" charset="0"/>
                                        <a:ea typeface="黑体" panose="02010609060101010101" pitchFamily="49" charset="-122"/>
                                      </a:rPr>
                                      <m:t>𝑦</m:t>
                                    </m:r>
                                  </m:num>
                                  <m:den>
                                    <m:r>
                                      <a:rPr kumimoji="1" lang="zh-CN" altLang="en-US" sz="2200">
                                        <a:solidFill>
                                          <a:schemeClr val="tx1">
                                            <a:lumMod val="95000"/>
                                            <a:lumOff val="5000"/>
                                          </a:schemeClr>
                                        </a:solidFill>
                                        <a:latin typeface="Cambria Math" panose="02040503050406030204" charset="0"/>
                                        <a:ea typeface="黑体" panose="02010609060101010101" pitchFamily="49" charset="-122"/>
                                      </a:rPr>
                                      <m:t>2</m:t>
                                    </m:r>
                                  </m:den>
                                </m:f>
                              </m:e>
                            </m:func>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en-US" altLang="zh-CN" sz="2200" b="0" i="1" smtClean="0">
                                <a:solidFill>
                                  <a:schemeClr val="tx1">
                                    <a:lumMod val="95000"/>
                                    <a:lumOff val="5000"/>
                                  </a:schemeClr>
                                </a:solidFill>
                                <a:latin typeface="Cambria Math" panose="02040503050406030204" charset="0"/>
                                <a:ea typeface="黑体" panose="02010609060101010101" pitchFamily="49" charset="-122"/>
                              </a:rPr>
                              <m:t>          </m:t>
                            </m:r>
                          </m:e>
                        </m:d>
                        <m:r>
                          <m:rPr>
                            <m:sty m:val="p"/>
                          </m:rPr>
                          <a:rPr kumimoji="1" lang="zh-CN" altLang="en-US" sz="2200">
                            <a:solidFill>
                              <a:schemeClr val="tx1">
                                <a:lumMod val="95000"/>
                                <a:lumOff val="5000"/>
                              </a:schemeClr>
                            </a:solidFill>
                            <a:latin typeface="Cambria Math" panose="02040503050406030204" charset="0"/>
                            <a:ea typeface="黑体" panose="02010609060101010101" pitchFamily="49" charset="-122"/>
                          </a:rPr>
                          <m:t>d</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𝑦</m:t>
                        </m:r>
                      </m:oMath>
                    </m:oMathPara>
                  </a14:m>
                  <a:endParaRPr kumimoji="1" lang="zh-CN" altLang="en-US" sz="2200" dirty="0">
                    <a:solidFill>
                      <a:schemeClr val="tx1">
                        <a:lumMod val="95000"/>
                        <a:lumOff val="5000"/>
                      </a:schemeClr>
                    </a:solidFill>
                    <a:latin typeface="Cambria Math" panose="02040503050406030204" charset="0"/>
                    <a:ea typeface="黑体" panose="02010609060101010101" pitchFamily="49" charset="-122"/>
                  </a:endParaRPr>
                </a:p>
              </p:txBody>
            </p:sp>
          </mc:Choice>
          <mc:Fallback>
            <p:sp>
              <p:nvSpPr>
                <p:cNvPr id="55" name="Object 19"/>
                <p:cNvSpPr txBox="1">
                  <a:spLocks noRot="1" noChangeAspect="1" noMove="1" noResize="1" noEditPoints="1" noAdjustHandles="1" noChangeArrowheads="1" noChangeShapeType="1" noTextEdit="1"/>
                </p:cNvSpPr>
                <p:nvPr/>
              </p:nvSpPr>
              <p:spPr bwMode="auto">
                <a:xfrm>
                  <a:off x="5161475" y="5210400"/>
                  <a:ext cx="2443963" cy="834304"/>
                </a:xfrm>
                <a:prstGeom prst="rect">
                  <a:avLst/>
                </a:prstGeom>
                <a:blipFill rotWithShape="1">
                  <a:blip r:embed="rId11"/>
                </a:blipFill>
                <a:ln>
                  <a:noFill/>
                </a:ln>
                <a:effectLst/>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8" name="Object 16"/>
                <p:cNvSpPr txBox="1"/>
                <p:nvPr/>
              </p:nvSpPr>
              <p:spPr bwMode="auto">
                <a:xfrm>
                  <a:off x="3335611" y="5376559"/>
                  <a:ext cx="803277" cy="406400"/>
                </a:xfrm>
                <a:prstGeom prst="rect">
                  <a:avLst/>
                </a:prstGeom>
                <a:noFill/>
                <a:ln>
                  <a:noFill/>
                </a:ln>
                <a:effectLst/>
              </p:spPr>
              <p:txBody>
                <a:bodyPr>
                  <a:noAutofit/>
                </a:bodyPr>
                <a:lstStyle/>
                <a:p>
                  <a14:m>
                    <m:oMathPara xmlns:m="http://schemas.openxmlformats.org/officeDocument/2006/math">
                      <m:oMathParaPr>
                        <m:jc m:val="left"/>
                      </m:oMathParaPr>
                      <m:oMath xmlns:m="http://schemas.openxmlformats.org/officeDocument/2006/math">
                        <m:r>
                          <m:rPr>
                            <m:sty m:val="p"/>
                          </m:rPr>
                          <a:rPr kumimoji="1" lang="zh-CN" altLang="en-US" sz="2200">
                            <a:solidFill>
                              <a:schemeClr val="tx1">
                                <a:lumMod val="95000"/>
                                <a:lumOff val="5000"/>
                              </a:schemeClr>
                            </a:solidFill>
                            <a:latin typeface="Cambria Math" panose="02040503050406030204" charset="0"/>
                            <a:ea typeface="黑体" panose="02010609060101010101" pitchFamily="49" charset="-122"/>
                          </a:rPr>
                          <m:t>d</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𝑢</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oMath>
                    </m:oMathPara>
                  </a14:m>
                  <a:endParaRPr kumimoji="1" lang="zh-CN" altLang="en-US" sz="2200" dirty="0">
                    <a:solidFill>
                      <a:schemeClr val="tx1">
                        <a:lumMod val="95000"/>
                        <a:lumOff val="5000"/>
                      </a:schemeClr>
                    </a:solidFill>
                    <a:latin typeface="Cambria Math" panose="02040503050406030204" charset="0"/>
                    <a:ea typeface="黑体" panose="02010609060101010101" pitchFamily="49" charset="-122"/>
                  </a:endParaRPr>
                </a:p>
              </p:txBody>
            </p:sp>
          </mc:Choice>
          <mc:Fallback>
            <p:sp>
              <p:nvSpPr>
                <p:cNvPr id="18" name="Object 16"/>
                <p:cNvSpPr txBox="1">
                  <a:spLocks noRot="1" noChangeAspect="1" noMove="1" noResize="1" noEditPoints="1" noAdjustHandles="1" noChangeArrowheads="1" noChangeShapeType="1" noTextEdit="1"/>
                </p:cNvSpPr>
                <p:nvPr/>
              </p:nvSpPr>
              <p:spPr bwMode="auto">
                <a:xfrm>
                  <a:off x="3335611" y="5376559"/>
                  <a:ext cx="803277" cy="406400"/>
                </a:xfrm>
                <a:prstGeom prst="rect">
                  <a:avLst/>
                </a:prstGeom>
                <a:blipFill rotWithShape="1">
                  <a:blip r:embed="rId12"/>
                </a:blipFill>
                <a:ln>
                  <a:noFill/>
                </a:ln>
                <a:effectLst/>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9" name="Object 17"/>
                <p:cNvSpPr txBox="1"/>
                <p:nvPr/>
              </p:nvSpPr>
              <p:spPr bwMode="auto">
                <a:xfrm>
                  <a:off x="4153175" y="5373384"/>
                  <a:ext cx="1195388" cy="406400"/>
                </a:xfrm>
                <a:prstGeom prst="rect">
                  <a:avLst/>
                </a:prstGeom>
                <a:noFill/>
                <a:ln>
                  <a:noFill/>
                </a:ln>
                <a:effectLst/>
              </p:spPr>
              <p:txBody>
                <a:bodyPr>
                  <a:noAutofit/>
                </a:bodyPr>
                <a:lstStyle/>
                <a:p>
                  <a14:m>
                    <m:oMathPara xmlns:m="http://schemas.openxmlformats.org/officeDocument/2006/math">
                      <m:oMathParaPr>
                        <m:jc m:val="left"/>
                      </m:oMathParaPr>
                      <m:oMath xmlns:m="http://schemas.openxmlformats.org/officeDocument/2006/math">
                        <m:r>
                          <a:rPr kumimoji="1" lang="zh-CN" altLang="en-US" sz="2200">
                            <a:solidFill>
                              <a:schemeClr val="tx1">
                                <a:lumMod val="95000"/>
                                <a:lumOff val="5000"/>
                              </a:schemeClr>
                            </a:solidFill>
                            <a:latin typeface="Cambria Math" panose="02040503050406030204" charset="0"/>
                            <a:ea typeface="黑体" panose="02010609060101010101" pitchFamily="49" charset="-122"/>
                          </a:rPr>
                          <m:t>1</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m:rPr>
                            <m:sty m:val="p"/>
                          </m:rPr>
                          <a:rPr kumimoji="1" lang="zh-CN" altLang="en-US" sz="2200">
                            <a:solidFill>
                              <a:schemeClr val="tx1">
                                <a:lumMod val="95000"/>
                                <a:lumOff val="5000"/>
                              </a:schemeClr>
                            </a:solidFill>
                            <a:latin typeface="Cambria Math" panose="02040503050406030204" charset="0"/>
                            <a:ea typeface="黑体" panose="02010609060101010101" pitchFamily="49" charset="-122"/>
                          </a:rPr>
                          <m:t>d</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𝑥</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oMath>
                    </m:oMathPara>
                  </a14:m>
                  <a:endParaRPr kumimoji="1" lang="zh-CN" altLang="en-US" sz="2200" dirty="0">
                    <a:solidFill>
                      <a:schemeClr val="tx1">
                        <a:lumMod val="95000"/>
                        <a:lumOff val="5000"/>
                      </a:schemeClr>
                    </a:solidFill>
                    <a:latin typeface="Cambria Math" panose="02040503050406030204" charset="0"/>
                    <a:ea typeface="黑体" panose="02010609060101010101" pitchFamily="49" charset="-122"/>
                  </a:endParaRPr>
                </a:p>
              </p:txBody>
            </p:sp>
          </mc:Choice>
          <mc:Fallback>
            <p:sp>
              <p:nvSpPr>
                <p:cNvPr id="19" name="Object 17"/>
                <p:cNvSpPr txBox="1">
                  <a:spLocks noRot="1" noChangeAspect="1" noMove="1" noResize="1" noEditPoints="1" noAdjustHandles="1" noChangeArrowheads="1" noChangeShapeType="1" noTextEdit="1"/>
                </p:cNvSpPr>
                <p:nvPr/>
              </p:nvSpPr>
              <p:spPr bwMode="auto">
                <a:xfrm>
                  <a:off x="4153175" y="5373384"/>
                  <a:ext cx="1195388" cy="406400"/>
                </a:xfrm>
                <a:prstGeom prst="rect">
                  <a:avLst/>
                </a:prstGeom>
                <a:blipFill rotWithShape="1">
                  <a:blip r:embed="rId13"/>
                </a:blipFill>
                <a:ln>
                  <a:noFill/>
                </a:ln>
                <a:effectLst/>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21" name="Object 19"/>
                <p:cNvSpPr txBox="1"/>
                <p:nvPr/>
              </p:nvSpPr>
              <p:spPr bwMode="auto">
                <a:xfrm>
                  <a:off x="7375145" y="5371204"/>
                  <a:ext cx="1252880" cy="469900"/>
                </a:xfrm>
                <a:prstGeom prst="rect">
                  <a:avLst/>
                </a:prstGeom>
                <a:noFill/>
                <a:ln>
                  <a:noFill/>
                </a:ln>
                <a:effectLst/>
              </p:spPr>
              <p:txBody>
                <a:bodyPr>
                  <a:normAutofit/>
                </a:bodyPr>
                <a:lstStyle/>
                <a:p>
                  <a14:m>
                    <m:oMathPara xmlns:m="http://schemas.openxmlformats.org/officeDocument/2006/math">
                      <m:oMathParaPr>
                        <m:jc m:val="left"/>
                      </m:oMathParaPr>
                      <m:oMath xmlns:m="http://schemas.openxmlformats.org/officeDocument/2006/math">
                        <m:r>
                          <a:rPr kumimoji="1" lang="zh-CN" altLang="en-US" sz="2200" smtClean="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smtClean="0">
                            <a:solidFill>
                              <a:schemeClr val="tx1">
                                <a:lumMod val="95000"/>
                                <a:lumOff val="5000"/>
                              </a:schemeClr>
                            </a:solidFill>
                            <a:latin typeface="Cambria Math" panose="02040503050406030204" charset="0"/>
                            <a:ea typeface="黑体" panose="02010609060101010101" pitchFamily="49" charset="-122"/>
                          </a:rPr>
                          <m:t>𝑦</m:t>
                        </m:r>
                        <m:sSup>
                          <m:sSupPr>
                            <m:ctrlPr>
                              <a:rPr kumimoji="1" lang="zh-CN" altLang="en-US" sz="2200" i="1">
                                <a:solidFill>
                                  <a:schemeClr val="tx1">
                                    <a:lumMod val="95000"/>
                                    <a:lumOff val="5000"/>
                                  </a:schemeClr>
                                </a:solidFill>
                                <a:latin typeface="Cambria Math" panose="02040503050406030204" charset="0"/>
                                <a:ea typeface="黑体" panose="02010609060101010101" pitchFamily="49" charset="-122"/>
                              </a:rPr>
                            </m:ctrlPr>
                          </m:sSupPr>
                          <m:e>
                            <m:r>
                              <m:rPr>
                                <m:sty m:val="p"/>
                              </m:rPr>
                              <a:rPr kumimoji="1" lang="zh-CN" altLang="en-US" sz="2200" i="0">
                                <a:solidFill>
                                  <a:schemeClr val="tx1">
                                    <a:lumMod val="95000"/>
                                    <a:lumOff val="5000"/>
                                  </a:schemeClr>
                                </a:solidFill>
                                <a:latin typeface="Cambria Math" panose="02040503050406030204" charset="0"/>
                                <a:ea typeface="黑体" panose="02010609060101010101" pitchFamily="49" charset="-122"/>
                              </a:rPr>
                              <m:t>e</m:t>
                            </m:r>
                          </m:e>
                          <m:sup>
                            <m:r>
                              <a:rPr kumimoji="1" lang="zh-CN" altLang="en-US" sz="2200">
                                <a:solidFill>
                                  <a:schemeClr val="tx1">
                                    <a:lumMod val="95000"/>
                                    <a:lumOff val="5000"/>
                                  </a:schemeClr>
                                </a:solidFill>
                                <a:latin typeface="Cambria Math" panose="02040503050406030204" charset="0"/>
                                <a:ea typeface="黑体" panose="02010609060101010101" pitchFamily="49" charset="-122"/>
                              </a:rPr>
                              <m:t>𝑦</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𝑧</m:t>
                            </m:r>
                          </m:sup>
                        </m:sSup>
                        <m:r>
                          <m:rPr>
                            <m:sty m:val="p"/>
                          </m:rPr>
                          <a:rPr kumimoji="1" lang="zh-CN" altLang="en-US" sz="2200">
                            <a:solidFill>
                              <a:schemeClr val="tx1">
                                <a:lumMod val="95000"/>
                                <a:lumOff val="5000"/>
                              </a:schemeClr>
                            </a:solidFill>
                            <a:latin typeface="Cambria Math" panose="02040503050406030204" charset="0"/>
                            <a:ea typeface="黑体" panose="02010609060101010101" pitchFamily="49" charset="-122"/>
                          </a:rPr>
                          <m:t>d</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𝑧</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oMath>
                    </m:oMathPara>
                  </a14:m>
                  <a:endParaRPr kumimoji="1" lang="zh-CN" altLang="en-US" sz="2200" dirty="0">
                    <a:solidFill>
                      <a:schemeClr val="tx1">
                        <a:lumMod val="95000"/>
                        <a:lumOff val="5000"/>
                      </a:schemeClr>
                    </a:solidFill>
                    <a:latin typeface="Cambria Math" panose="02040503050406030204" charset="0"/>
                    <a:ea typeface="黑体" panose="02010609060101010101" pitchFamily="49" charset="-122"/>
                  </a:endParaRPr>
                </a:p>
              </p:txBody>
            </p:sp>
          </mc:Choice>
          <mc:Fallback>
            <p:sp>
              <p:nvSpPr>
                <p:cNvPr id="21" name="Object 19"/>
                <p:cNvSpPr txBox="1">
                  <a:spLocks noRot="1" noChangeAspect="1" noMove="1" noResize="1" noEditPoints="1" noAdjustHandles="1" noChangeArrowheads="1" noChangeShapeType="1" noTextEdit="1"/>
                </p:cNvSpPr>
                <p:nvPr/>
              </p:nvSpPr>
              <p:spPr bwMode="auto">
                <a:xfrm>
                  <a:off x="7375145" y="5371204"/>
                  <a:ext cx="1252880" cy="469900"/>
                </a:xfrm>
                <a:prstGeom prst="rect">
                  <a:avLst/>
                </a:prstGeom>
                <a:blipFill rotWithShape="1">
                  <a:blip r:embed="rId14"/>
                </a:blipFill>
                <a:ln>
                  <a:noFill/>
                </a:ln>
                <a:effectLst/>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22" name="Object 28"/>
                <p:cNvSpPr txBox="1"/>
                <p:nvPr/>
              </p:nvSpPr>
              <p:spPr bwMode="auto">
                <a:xfrm>
                  <a:off x="6312991" y="5371204"/>
                  <a:ext cx="802576" cy="469900"/>
                </a:xfrm>
                <a:prstGeom prst="rect">
                  <a:avLst/>
                </a:prstGeom>
                <a:noFill/>
                <a:ln>
                  <a:noFill/>
                </a:ln>
                <a:effectLst/>
              </p:spPr>
              <p:txBody>
                <a:bodyPr>
                  <a:normAutofit/>
                </a:bodyPr>
                <a:lstStyle/>
                <a:p>
                  <a14:m>
                    <m:oMathPara xmlns:m="http://schemas.openxmlformats.org/officeDocument/2006/math">
                      <m:oMathParaPr>
                        <m:jc m:val="left"/>
                      </m:oMathParaPr>
                      <m:oMath xmlns:m="http://schemas.openxmlformats.org/officeDocument/2006/math">
                        <m:r>
                          <a:rPr kumimoji="1" lang="zh-CN" altLang="en-US" sz="2200">
                            <a:solidFill>
                              <a:schemeClr val="tx1">
                                <a:lumMod val="95000"/>
                                <a:lumOff val="5000"/>
                              </a:schemeClr>
                            </a:solidFill>
                            <a:latin typeface="Cambria Math" panose="02040503050406030204" charset="0"/>
                            <a:ea typeface="黑体" panose="02010609060101010101" pitchFamily="49" charset="-122"/>
                          </a:rPr>
                          <m:t>𝑧</m:t>
                        </m:r>
                        <m:sSup>
                          <m:sSupPr>
                            <m:ctrlPr>
                              <a:rPr kumimoji="1" lang="zh-CN" altLang="en-US" sz="2200" i="1">
                                <a:solidFill>
                                  <a:schemeClr val="tx1">
                                    <a:lumMod val="95000"/>
                                    <a:lumOff val="5000"/>
                                  </a:schemeClr>
                                </a:solidFill>
                                <a:latin typeface="Cambria Math" panose="02040503050406030204" charset="0"/>
                                <a:ea typeface="黑体" panose="02010609060101010101" pitchFamily="49" charset="-122"/>
                              </a:rPr>
                            </m:ctrlPr>
                          </m:sSupPr>
                          <m:e>
                            <m:r>
                              <m:rPr>
                                <m:sty m:val="p"/>
                              </m:rPr>
                              <a:rPr kumimoji="1" lang="zh-CN" altLang="en-US" sz="2200">
                                <a:solidFill>
                                  <a:schemeClr val="tx1">
                                    <a:lumMod val="95000"/>
                                    <a:lumOff val="5000"/>
                                  </a:schemeClr>
                                </a:solidFill>
                                <a:latin typeface="Cambria Math" panose="02040503050406030204" charset="0"/>
                                <a:ea typeface="黑体" panose="02010609060101010101" pitchFamily="49" charset="-122"/>
                              </a:rPr>
                              <m:t>e</m:t>
                            </m:r>
                          </m:e>
                          <m:sup>
                            <m:r>
                              <a:rPr kumimoji="1" lang="zh-CN" altLang="en-US" sz="2200">
                                <a:solidFill>
                                  <a:schemeClr val="tx1">
                                    <a:lumMod val="95000"/>
                                    <a:lumOff val="5000"/>
                                  </a:schemeClr>
                                </a:solidFill>
                                <a:latin typeface="Cambria Math" panose="02040503050406030204" charset="0"/>
                                <a:ea typeface="黑体" panose="02010609060101010101" pitchFamily="49" charset="-122"/>
                              </a:rPr>
                              <m:t>𝑦𝑧</m:t>
                            </m:r>
                          </m:sup>
                        </m:sSup>
                      </m:oMath>
                    </m:oMathPara>
                  </a14:m>
                  <a:endParaRPr kumimoji="1" lang="zh-CN" altLang="en-US" sz="2200" dirty="0">
                    <a:solidFill>
                      <a:schemeClr val="tx1">
                        <a:lumMod val="95000"/>
                        <a:lumOff val="5000"/>
                      </a:schemeClr>
                    </a:solidFill>
                    <a:latin typeface="Cambria Math" panose="02040503050406030204" charset="0"/>
                    <a:ea typeface="黑体" panose="02010609060101010101" pitchFamily="49" charset="-122"/>
                  </a:endParaRPr>
                </a:p>
              </p:txBody>
            </p:sp>
          </mc:Choice>
          <mc:Fallback>
            <p:sp>
              <p:nvSpPr>
                <p:cNvPr id="22" name="Object 28"/>
                <p:cNvSpPr txBox="1">
                  <a:spLocks noRot="1" noChangeAspect="1" noMove="1" noResize="1" noEditPoints="1" noAdjustHandles="1" noChangeArrowheads="1" noChangeShapeType="1" noTextEdit="1"/>
                </p:cNvSpPr>
                <p:nvPr/>
              </p:nvSpPr>
              <p:spPr bwMode="auto">
                <a:xfrm>
                  <a:off x="6312991" y="5371204"/>
                  <a:ext cx="802576" cy="469900"/>
                </a:xfrm>
                <a:prstGeom prst="rect">
                  <a:avLst/>
                </a:prstGeom>
                <a:blipFill rotWithShape="1">
                  <a:blip r:embed="rId15"/>
                </a:blipFill>
                <a:ln>
                  <a:noFill/>
                </a:ln>
                <a:effectLst/>
              </p:spPr>
              <p:txBody>
                <a:bodyPr/>
                <a:lstStyle/>
                <a:p>
                  <a:r>
                    <a:rPr lang="zh-CN" altLang="en-US">
                      <a:noFill/>
                    </a:rPr>
                    <a:t> </a:t>
                  </a:r>
                </a:p>
              </p:txBody>
            </p:sp>
          </mc:Fallback>
        </mc:AlternateContent>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wipe(left)">
                                      <p:cBhvr>
                                        <p:cTn id="10" dur="500"/>
                                        <p:tgtEl>
                                          <p:spTgt spid="4"/>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3"/>
                                        </p:tgtEl>
                                        <p:attrNameLst>
                                          <p:attrName>style.visibility</p:attrName>
                                        </p:attrNameLst>
                                      </p:cBhvr>
                                      <p:to>
                                        <p:strVal val="visible"/>
                                      </p:to>
                                    </p:set>
                                    <p:animEffect transition="in" filter="wipe(left)">
                                      <p:cBhvr>
                                        <p:cTn id="13" dur="500"/>
                                        <p:tgtEl>
                                          <p:spTgt spid="3"/>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5"/>
                                        </p:tgtEl>
                                        <p:attrNameLst>
                                          <p:attrName>style.visibility</p:attrName>
                                        </p:attrNameLst>
                                      </p:cBhvr>
                                      <p:to>
                                        <p:strVal val="visible"/>
                                      </p:to>
                                    </p:set>
                                    <p:animEffect transition="in" filter="wipe(left)">
                                      <p:cBhvr>
                                        <p:cTn id="18" dur="500"/>
                                        <p:tgtEl>
                                          <p:spTgt spid="5"/>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6"/>
                                        </p:tgtEl>
                                        <p:attrNameLst>
                                          <p:attrName>style.visibility</p:attrName>
                                        </p:attrNameLst>
                                      </p:cBhvr>
                                      <p:to>
                                        <p:strVal val="visible"/>
                                      </p:to>
                                    </p:set>
                                    <p:animEffect transition="in" filter="wipe(left)">
                                      <p:cBhvr>
                                        <p:cTn id="23" dur="500"/>
                                        <p:tgtEl>
                                          <p:spTgt spid="6"/>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11"/>
                                        </p:tgtEl>
                                        <p:attrNameLst>
                                          <p:attrName>style.visibility</p:attrName>
                                        </p:attrNameLst>
                                      </p:cBhvr>
                                      <p:to>
                                        <p:strVal val="visible"/>
                                      </p:to>
                                    </p:set>
                                    <p:animEffect transition="in" filter="wipe(left)">
                                      <p:cBhvr>
                                        <p:cTn id="28" dur="500"/>
                                        <p:tgtEl>
                                          <p:spTgt spid="11"/>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8" fill="hold" grpId="0" nodeType="clickEffect">
                                  <p:stCondLst>
                                    <p:cond delay="0"/>
                                  </p:stCondLst>
                                  <p:childTnLst>
                                    <p:set>
                                      <p:cBhvr>
                                        <p:cTn id="32" dur="1" fill="hold">
                                          <p:stCondLst>
                                            <p:cond delay="0"/>
                                          </p:stCondLst>
                                        </p:cTn>
                                        <p:tgtEl>
                                          <p:spTgt spid="9"/>
                                        </p:tgtEl>
                                        <p:attrNameLst>
                                          <p:attrName>style.visibility</p:attrName>
                                        </p:attrNameLst>
                                      </p:cBhvr>
                                      <p:to>
                                        <p:strVal val="visible"/>
                                      </p:to>
                                    </p:set>
                                    <p:animEffect transition="in" filter="wipe(left)">
                                      <p:cBhvr>
                                        <p:cTn id="33" dur="500"/>
                                        <p:tgtEl>
                                          <p:spTgt spid="9"/>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8" fill="hold" grpId="0" nodeType="clickEffect">
                                  <p:stCondLst>
                                    <p:cond delay="0"/>
                                  </p:stCondLst>
                                  <p:childTnLst>
                                    <p:set>
                                      <p:cBhvr>
                                        <p:cTn id="37" dur="1" fill="hold">
                                          <p:stCondLst>
                                            <p:cond delay="0"/>
                                          </p:stCondLst>
                                        </p:cTn>
                                        <p:tgtEl>
                                          <p:spTgt spid="10"/>
                                        </p:tgtEl>
                                        <p:attrNameLst>
                                          <p:attrName>style.visibility</p:attrName>
                                        </p:attrNameLst>
                                      </p:cBhvr>
                                      <p:to>
                                        <p:strVal val="visible"/>
                                      </p:to>
                                    </p:set>
                                    <p:animEffect transition="in" filter="wipe(left)">
                                      <p:cBhvr>
                                        <p:cTn id="38" dur="500"/>
                                        <p:tgtEl>
                                          <p:spTgt spid="10"/>
                                        </p:tgtEl>
                                      </p:cBhvr>
                                    </p:animEffect>
                                  </p:childTnLst>
                                </p:cTn>
                              </p:par>
                            </p:childTnLst>
                          </p:cTn>
                        </p:par>
                      </p:childTnLst>
                    </p:cTn>
                  </p:par>
                  <p:par>
                    <p:cTn id="39" fill="hold">
                      <p:stCondLst>
                        <p:cond delay="indefinite"/>
                      </p:stCondLst>
                      <p:childTnLst>
                        <p:par>
                          <p:cTn id="40" fill="hold">
                            <p:stCondLst>
                              <p:cond delay="0"/>
                            </p:stCondLst>
                            <p:childTnLst>
                              <p:par>
                                <p:cTn id="41" presetID="22" presetClass="entr" presetSubtype="8" fill="hold" grpId="0" nodeType="clickEffect">
                                  <p:stCondLst>
                                    <p:cond delay="0"/>
                                  </p:stCondLst>
                                  <p:childTnLst>
                                    <p:set>
                                      <p:cBhvr>
                                        <p:cTn id="42" dur="1" fill="hold">
                                          <p:stCondLst>
                                            <p:cond delay="0"/>
                                          </p:stCondLst>
                                        </p:cTn>
                                        <p:tgtEl>
                                          <p:spTgt spid="7"/>
                                        </p:tgtEl>
                                        <p:attrNameLst>
                                          <p:attrName>style.visibility</p:attrName>
                                        </p:attrNameLst>
                                      </p:cBhvr>
                                      <p:to>
                                        <p:strVal val="visible"/>
                                      </p:to>
                                    </p:set>
                                    <p:animEffect transition="in" filter="wipe(left)">
                                      <p:cBhvr>
                                        <p:cTn id="43" dur="500"/>
                                        <p:tgtEl>
                                          <p:spTgt spid="7"/>
                                        </p:tgtEl>
                                      </p:cBhvr>
                                    </p:animEffect>
                                  </p:childTnLst>
                                </p:cTn>
                              </p:par>
                            </p:childTnLst>
                          </p:cTn>
                        </p:par>
                      </p:childTnLst>
                    </p:cTn>
                  </p:par>
                  <p:par>
                    <p:cTn id="44" fill="hold">
                      <p:stCondLst>
                        <p:cond delay="indefinite"/>
                      </p:stCondLst>
                      <p:childTnLst>
                        <p:par>
                          <p:cTn id="45" fill="hold">
                            <p:stCondLst>
                              <p:cond delay="0"/>
                            </p:stCondLst>
                            <p:childTnLst>
                              <p:par>
                                <p:cTn id="46" presetID="22" presetClass="entr" presetSubtype="8" fill="hold" grpId="0" nodeType="clickEffect">
                                  <p:stCondLst>
                                    <p:cond delay="0"/>
                                  </p:stCondLst>
                                  <p:childTnLst>
                                    <p:set>
                                      <p:cBhvr>
                                        <p:cTn id="47" dur="1" fill="hold">
                                          <p:stCondLst>
                                            <p:cond delay="0"/>
                                          </p:stCondLst>
                                        </p:cTn>
                                        <p:tgtEl>
                                          <p:spTgt spid="8"/>
                                        </p:tgtEl>
                                        <p:attrNameLst>
                                          <p:attrName>style.visibility</p:attrName>
                                        </p:attrNameLst>
                                      </p:cBhvr>
                                      <p:to>
                                        <p:strVal val="visible"/>
                                      </p:to>
                                    </p:set>
                                    <p:animEffect transition="in" filter="wipe(left)">
                                      <p:cBhvr>
                                        <p:cTn id="48" dur="500"/>
                                        <p:tgtEl>
                                          <p:spTgt spid="8"/>
                                        </p:tgtEl>
                                      </p:cBhvr>
                                    </p:animEffect>
                                  </p:childTnLst>
                                </p:cTn>
                              </p:par>
                            </p:childTnLst>
                          </p:cTn>
                        </p:par>
                      </p:childTnLst>
                    </p:cTn>
                  </p:par>
                  <p:par>
                    <p:cTn id="49" fill="hold">
                      <p:stCondLst>
                        <p:cond delay="indefinite"/>
                      </p:stCondLst>
                      <p:childTnLst>
                        <p:par>
                          <p:cTn id="50" fill="hold">
                            <p:stCondLst>
                              <p:cond delay="0"/>
                            </p:stCondLst>
                            <p:childTnLst>
                              <p:par>
                                <p:cTn id="51" presetID="22" presetClass="entr" presetSubtype="8" fill="hold" grpId="0" nodeType="clickEffect">
                                  <p:stCondLst>
                                    <p:cond delay="0"/>
                                  </p:stCondLst>
                                  <p:childTnLst>
                                    <p:set>
                                      <p:cBhvr>
                                        <p:cTn id="52" dur="1" fill="hold">
                                          <p:stCondLst>
                                            <p:cond delay="0"/>
                                          </p:stCondLst>
                                        </p:cTn>
                                        <p:tgtEl>
                                          <p:spTgt spid="12"/>
                                        </p:tgtEl>
                                        <p:attrNameLst>
                                          <p:attrName>style.visibility</p:attrName>
                                        </p:attrNameLst>
                                      </p:cBhvr>
                                      <p:to>
                                        <p:strVal val="visible"/>
                                      </p:to>
                                    </p:set>
                                    <p:animEffect transition="in" filter="wipe(left)">
                                      <p:cBhvr>
                                        <p:cTn id="53" dur="500"/>
                                        <p:tgtEl>
                                          <p:spTgt spid="12"/>
                                        </p:tgtEl>
                                      </p:cBhvr>
                                    </p:animEffect>
                                  </p:childTnLst>
                                </p:cTn>
                              </p:par>
                            </p:childTnLst>
                          </p:cTn>
                        </p:par>
                      </p:childTnLst>
                    </p:cTn>
                  </p:par>
                  <p:par>
                    <p:cTn id="54" fill="hold">
                      <p:stCondLst>
                        <p:cond delay="indefinite"/>
                      </p:stCondLst>
                      <p:childTnLst>
                        <p:par>
                          <p:cTn id="55" fill="hold">
                            <p:stCondLst>
                              <p:cond delay="0"/>
                            </p:stCondLst>
                            <p:childTnLst>
                              <p:par>
                                <p:cTn id="56" presetID="22" presetClass="entr" presetSubtype="8" fill="hold" grpId="0" nodeType="clickEffect">
                                  <p:stCondLst>
                                    <p:cond delay="0"/>
                                  </p:stCondLst>
                                  <p:childTnLst>
                                    <p:set>
                                      <p:cBhvr>
                                        <p:cTn id="57" dur="1" fill="hold">
                                          <p:stCondLst>
                                            <p:cond delay="0"/>
                                          </p:stCondLst>
                                        </p:cTn>
                                        <p:tgtEl>
                                          <p:spTgt spid="14"/>
                                        </p:tgtEl>
                                        <p:attrNameLst>
                                          <p:attrName>style.visibility</p:attrName>
                                        </p:attrNameLst>
                                      </p:cBhvr>
                                      <p:to>
                                        <p:strVal val="visible"/>
                                      </p:to>
                                    </p:set>
                                    <p:animEffect transition="in" filter="wipe(left)">
                                      <p:cBhvr>
                                        <p:cTn id="58" dur="500"/>
                                        <p:tgtEl>
                                          <p:spTgt spid="14"/>
                                        </p:tgtEl>
                                      </p:cBhvr>
                                    </p:animEffect>
                                  </p:childTnLst>
                                </p:cTn>
                              </p:par>
                            </p:childTnLst>
                          </p:cTn>
                        </p:par>
                        <p:par>
                          <p:cTn id="59" fill="hold">
                            <p:stCondLst>
                              <p:cond delay="500"/>
                            </p:stCondLst>
                            <p:childTnLst>
                              <p:par>
                                <p:cTn id="60" presetID="22" presetClass="entr" presetSubtype="8" fill="hold" grpId="0" nodeType="afterEffect">
                                  <p:stCondLst>
                                    <p:cond delay="0"/>
                                  </p:stCondLst>
                                  <p:childTnLst>
                                    <p:set>
                                      <p:cBhvr>
                                        <p:cTn id="61" dur="1" fill="hold">
                                          <p:stCondLst>
                                            <p:cond delay="0"/>
                                          </p:stCondLst>
                                        </p:cTn>
                                        <p:tgtEl>
                                          <p:spTgt spid="16"/>
                                        </p:tgtEl>
                                        <p:attrNameLst>
                                          <p:attrName>style.visibility</p:attrName>
                                        </p:attrNameLst>
                                      </p:cBhvr>
                                      <p:to>
                                        <p:strVal val="visible"/>
                                      </p:to>
                                    </p:set>
                                    <p:animEffect transition="in" filter="wipe(left)">
                                      <p:cBhvr>
                                        <p:cTn id="62" dur="500"/>
                                        <p:tgtEl>
                                          <p:spTgt spid="16"/>
                                        </p:tgtEl>
                                      </p:cBhvr>
                                    </p:animEffect>
                                  </p:childTnLst>
                                </p:cTn>
                              </p:par>
                            </p:childTnLst>
                          </p:cTn>
                        </p:par>
                        <p:par>
                          <p:cTn id="63" fill="hold">
                            <p:stCondLst>
                              <p:cond delay="1000"/>
                            </p:stCondLst>
                            <p:childTnLst>
                              <p:par>
                                <p:cTn id="64" presetID="22" presetClass="entr" presetSubtype="8" fill="hold" grpId="0" nodeType="afterEffect">
                                  <p:stCondLst>
                                    <p:cond delay="0"/>
                                  </p:stCondLst>
                                  <p:childTnLst>
                                    <p:set>
                                      <p:cBhvr>
                                        <p:cTn id="65" dur="1" fill="hold">
                                          <p:stCondLst>
                                            <p:cond delay="0"/>
                                          </p:stCondLst>
                                        </p:cTn>
                                        <p:tgtEl>
                                          <p:spTgt spid="15"/>
                                        </p:tgtEl>
                                        <p:attrNameLst>
                                          <p:attrName>style.visibility</p:attrName>
                                        </p:attrNameLst>
                                      </p:cBhvr>
                                      <p:to>
                                        <p:strVal val="visible"/>
                                      </p:to>
                                    </p:set>
                                    <p:animEffect transition="in" filter="wipe(left)">
                                      <p:cBhvr>
                                        <p:cTn id="66" dur="500"/>
                                        <p:tgtEl>
                                          <p:spTgt spid="15"/>
                                        </p:tgtEl>
                                      </p:cBhvr>
                                    </p:animEffect>
                                  </p:childTnLst>
                                </p:cTn>
                              </p:par>
                            </p:childTnLst>
                          </p:cTn>
                        </p:par>
                      </p:childTnLst>
                    </p:cTn>
                  </p:par>
                  <p:par>
                    <p:cTn id="67" fill="hold">
                      <p:stCondLst>
                        <p:cond delay="indefinite"/>
                      </p:stCondLst>
                      <p:childTnLst>
                        <p:par>
                          <p:cTn id="68" fill="hold">
                            <p:stCondLst>
                              <p:cond delay="0"/>
                            </p:stCondLst>
                            <p:childTnLst>
                              <p:par>
                                <p:cTn id="69" presetID="22" presetClass="entr" presetSubtype="8" fill="hold" grpId="0" nodeType="clickEffect">
                                  <p:stCondLst>
                                    <p:cond delay="0"/>
                                  </p:stCondLst>
                                  <p:childTnLst>
                                    <p:set>
                                      <p:cBhvr>
                                        <p:cTn id="70" dur="1" fill="hold">
                                          <p:stCondLst>
                                            <p:cond delay="0"/>
                                          </p:stCondLst>
                                        </p:cTn>
                                        <p:tgtEl>
                                          <p:spTgt spid="17"/>
                                        </p:tgtEl>
                                        <p:attrNameLst>
                                          <p:attrName>style.visibility</p:attrName>
                                        </p:attrNameLst>
                                      </p:cBhvr>
                                      <p:to>
                                        <p:strVal val="visible"/>
                                      </p:to>
                                    </p:set>
                                    <p:animEffect transition="in" filter="wipe(left)">
                                      <p:cBhvr>
                                        <p:cTn id="71" dur="500"/>
                                        <p:tgtEl>
                                          <p:spTgt spid="17"/>
                                        </p:tgtEl>
                                      </p:cBhvr>
                                    </p:animEffect>
                                  </p:childTnLst>
                                </p:cTn>
                              </p:par>
                            </p:childTnLst>
                          </p:cTn>
                        </p:par>
                      </p:childTnLst>
                    </p:cTn>
                  </p:par>
                  <p:par>
                    <p:cTn id="72" fill="hold">
                      <p:stCondLst>
                        <p:cond delay="indefinite"/>
                      </p:stCondLst>
                      <p:childTnLst>
                        <p:par>
                          <p:cTn id="73" fill="hold">
                            <p:stCondLst>
                              <p:cond delay="0"/>
                            </p:stCondLst>
                            <p:childTnLst>
                              <p:par>
                                <p:cTn id="74" presetID="22" presetClass="entr" presetSubtype="8" fill="hold" nodeType="clickEffect">
                                  <p:stCondLst>
                                    <p:cond delay="0"/>
                                  </p:stCondLst>
                                  <p:childTnLst>
                                    <p:set>
                                      <p:cBhvr>
                                        <p:cTn id="75" dur="1" fill="hold">
                                          <p:stCondLst>
                                            <p:cond delay="0"/>
                                          </p:stCondLst>
                                        </p:cTn>
                                        <p:tgtEl>
                                          <p:spTgt spid="20"/>
                                        </p:tgtEl>
                                        <p:attrNameLst>
                                          <p:attrName>style.visibility</p:attrName>
                                        </p:attrNameLst>
                                      </p:cBhvr>
                                      <p:to>
                                        <p:strVal val="visible"/>
                                      </p:to>
                                    </p:set>
                                    <p:animEffect transition="in" filter="wipe(left)">
                                      <p:cBhvr>
                                        <p:cTn id="76"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4" grpId="0"/>
      <p:bldP spid="5" grpId="0"/>
      <p:bldP spid="6" grpId="0"/>
      <p:bldP spid="7" grpId="0"/>
      <p:bldP spid="8" grpId="0"/>
      <p:bldP spid="9" grpId="0"/>
      <p:bldP spid="10" grpId="0"/>
      <p:bldP spid="11" grpId="0"/>
      <p:bldP spid="12" grpId="0"/>
      <p:bldP spid="14" grpId="0"/>
      <p:bldP spid="15" grpId="0"/>
      <p:bldP spid="16" grpId="0"/>
      <p:bldP spid="17"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7" name="组合 36"/>
          <p:cNvGrpSpPr/>
          <p:nvPr/>
        </p:nvGrpSpPr>
        <p:grpSpPr>
          <a:xfrm>
            <a:off x="0" y="0"/>
            <a:ext cx="12192000" cy="6858000"/>
            <a:chOff x="0" y="0"/>
            <a:chExt cx="12192000" cy="6858000"/>
          </a:xfrm>
        </p:grpSpPr>
        <p:sp>
          <p:nvSpPr>
            <p:cNvPr id="38" name="Rectangle 1"/>
            <p:cNvSpPr/>
            <p:nvPr/>
          </p:nvSpPr>
          <p:spPr>
            <a:xfrm>
              <a:off x="0" y="0"/>
              <a:ext cx="12192000" cy="6858000"/>
            </a:xfrm>
            <a:prstGeom prst="rect">
              <a:avLst/>
            </a:prstGeom>
            <a:gradFill flip="none" rotWithShape="1">
              <a:gsLst>
                <a:gs pos="0">
                  <a:srgbClr val="009E47">
                    <a:alpha val="88000"/>
                  </a:srgbClr>
                </a:gs>
                <a:gs pos="55000">
                  <a:srgbClr val="039463"/>
                </a:gs>
                <a:gs pos="100000">
                  <a:srgbClr val="068885"/>
                </a:gs>
              </a:gsLst>
              <a:path path="circle">
                <a:fillToRect t="100000" r="100000"/>
              </a:path>
              <a:tileRect l="-100000" b="-100000"/>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rgbClr val="FFFFFF"/>
                </a:solidFill>
                <a:effectLst/>
                <a:uLnTx/>
                <a:uFillTx/>
                <a:latin typeface="Calibri" panose="020F0502020204030204"/>
                <a:ea typeface="+mn-ea"/>
                <a:cs typeface="+mn-cs"/>
              </a:endParaRPr>
            </a:p>
          </p:txBody>
        </p:sp>
        <p:sp>
          <p:nvSpPr>
            <p:cNvPr id="39" name="圆角矩形 2"/>
            <p:cNvSpPr/>
            <p:nvPr/>
          </p:nvSpPr>
          <p:spPr>
            <a:xfrm>
              <a:off x="224790" y="196850"/>
              <a:ext cx="11743055" cy="6456045"/>
            </a:xfrm>
            <a:prstGeom prst="roundRect">
              <a:avLst>
                <a:gd name="adj" fmla="val 3499"/>
              </a:avLst>
            </a:prstGeom>
            <a:solidFill>
              <a:schemeClr val="bg1"/>
            </a:solidFill>
            <a:ln>
              <a:solidFill>
                <a:srgbClr val="17908C"/>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nvGrpSpPr>
            <p:cNvPr id="40" name="组合 39"/>
            <p:cNvGrpSpPr/>
            <p:nvPr/>
          </p:nvGrpSpPr>
          <p:grpSpPr>
            <a:xfrm>
              <a:off x="228600" y="236182"/>
              <a:ext cx="11771970" cy="6421275"/>
              <a:chOff x="228600" y="236182"/>
              <a:chExt cx="11771970" cy="6421275"/>
            </a:xfrm>
          </p:grpSpPr>
          <p:sp>
            <p:nvSpPr>
              <p:cNvPr id="41" name="Rectangle 1"/>
              <p:cNvSpPr/>
              <p:nvPr/>
            </p:nvSpPr>
            <p:spPr>
              <a:xfrm>
                <a:off x="364173" y="6462830"/>
                <a:ext cx="82948" cy="81477"/>
              </a:xfrm>
              <a:prstGeom prst="rect">
                <a:avLst/>
              </a:prstGeom>
              <a:gradFill flip="none" rotWithShape="1">
                <a:gsLst>
                  <a:gs pos="0">
                    <a:srgbClr val="009E47">
                      <a:alpha val="73000"/>
                    </a:srgbClr>
                  </a:gs>
                  <a:gs pos="61000">
                    <a:srgbClr val="039463"/>
                  </a:gs>
                  <a:gs pos="100000">
                    <a:srgbClr val="068885"/>
                  </a:gs>
                </a:gsLst>
                <a:path path="circle">
                  <a:fillToRect t="100000" r="100000"/>
                </a:path>
                <a:tileRect l="-100000" b="-100000"/>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rgbClr val="FFFFFF"/>
                  </a:solidFill>
                  <a:effectLst/>
                  <a:uLnTx/>
                  <a:uFillTx/>
                  <a:latin typeface="Calibri" panose="020F0502020204030204"/>
                  <a:ea typeface="+mn-ea"/>
                  <a:cs typeface="+mn-cs"/>
                </a:endParaRPr>
              </a:p>
            </p:txBody>
          </p:sp>
          <p:sp>
            <p:nvSpPr>
              <p:cNvPr id="42" name="Rectangle 1"/>
              <p:cNvSpPr/>
              <p:nvPr/>
            </p:nvSpPr>
            <p:spPr>
              <a:xfrm rot="2659048">
                <a:off x="8838055" y="320052"/>
                <a:ext cx="147664" cy="140036"/>
              </a:xfrm>
              <a:prstGeom prst="rect">
                <a:avLst/>
              </a:prstGeom>
              <a:gradFill flip="none" rotWithShape="1">
                <a:gsLst>
                  <a:gs pos="0">
                    <a:srgbClr val="009E47">
                      <a:alpha val="73000"/>
                    </a:srgbClr>
                  </a:gs>
                  <a:gs pos="61000">
                    <a:srgbClr val="039463"/>
                  </a:gs>
                  <a:gs pos="100000">
                    <a:srgbClr val="068885"/>
                  </a:gs>
                </a:gsLst>
                <a:path path="circle">
                  <a:fillToRect t="100000" r="100000"/>
                </a:path>
                <a:tileRect l="-100000" b="-100000"/>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dirty="0">
                  <a:ln>
                    <a:noFill/>
                  </a:ln>
                  <a:solidFill>
                    <a:srgbClr val="FFFFFF"/>
                  </a:solidFill>
                  <a:effectLst/>
                  <a:uLnTx/>
                  <a:uFillTx/>
                  <a:latin typeface="Calibri" panose="020F0502020204030204"/>
                  <a:ea typeface="+mn-ea"/>
                  <a:cs typeface="+mn-cs"/>
                </a:endParaRPr>
              </a:p>
            </p:txBody>
          </p:sp>
          <p:sp>
            <p:nvSpPr>
              <p:cNvPr id="43" name="矩形 42"/>
              <p:cNvSpPr/>
              <p:nvPr/>
            </p:nvSpPr>
            <p:spPr>
              <a:xfrm>
                <a:off x="543503" y="6349680"/>
                <a:ext cx="1420582" cy="307777"/>
              </a:xfrm>
              <a:prstGeom prst="rect">
                <a:avLst/>
              </a:prstGeom>
            </p:spPr>
            <p:txBody>
              <a:bodyPr wrap="none">
                <a:spAutoFit/>
              </a:bodyPr>
              <a:lstStyle/>
              <a:p>
                <a:r>
                  <a:rPr lang="zh-CN" altLang="en-US" sz="1400" dirty="0">
                    <a:solidFill>
                      <a:schemeClr val="bg1">
                        <a:lumMod val="50000"/>
                      </a:schemeClr>
                    </a:solidFill>
                    <a:latin typeface="微软雅黑" panose="020B0503020204020204" pitchFamily="34" charset="-122"/>
                    <a:ea typeface="微软雅黑" panose="020B0503020204020204" pitchFamily="34" charset="-122"/>
                  </a:rPr>
                  <a:t>第三节   全微分</a:t>
                </a:r>
                <a:endParaRPr lang="zh-CN" altLang="en-US" sz="1400" dirty="0">
                  <a:solidFill>
                    <a:schemeClr val="bg1">
                      <a:lumMod val="50000"/>
                    </a:schemeClr>
                  </a:solidFill>
                  <a:latin typeface="微软雅黑" panose="020B0503020204020204" pitchFamily="34" charset="-122"/>
                  <a:ea typeface="微软雅黑" panose="020B0503020204020204" pitchFamily="34" charset="-122"/>
                </a:endParaRPr>
              </a:p>
            </p:txBody>
          </p:sp>
          <p:sp>
            <p:nvSpPr>
              <p:cNvPr id="44" name="矩形 43"/>
              <p:cNvSpPr/>
              <p:nvPr/>
            </p:nvSpPr>
            <p:spPr>
              <a:xfrm>
                <a:off x="9055533" y="236182"/>
                <a:ext cx="2945037" cy="307777"/>
              </a:xfrm>
              <a:prstGeom prst="rect">
                <a:avLst/>
              </a:prstGeom>
            </p:spPr>
            <p:txBody>
              <a:bodyPr wrap="none">
                <a:spAutoFit/>
              </a:bodyPr>
              <a:lstStyle/>
              <a:p>
                <a:r>
                  <a:rPr lang="zh-CN" altLang="en-US" sz="1400" dirty="0">
                    <a:solidFill>
                      <a:schemeClr val="bg1">
                        <a:lumMod val="50000"/>
                      </a:schemeClr>
                    </a:solidFill>
                    <a:latin typeface="微软雅黑" panose="020B0503020204020204" pitchFamily="34" charset="-122"/>
                    <a:ea typeface="微软雅黑" panose="020B0503020204020204" pitchFamily="34" charset="-122"/>
                  </a:rPr>
                  <a:t>第九章   多元函数微分法及其应用</a:t>
                </a:r>
                <a:endParaRPr lang="zh-CN" altLang="en-US" sz="1400" dirty="0">
                  <a:solidFill>
                    <a:schemeClr val="bg1">
                      <a:lumMod val="50000"/>
                    </a:schemeClr>
                  </a:solidFill>
                  <a:latin typeface="微软雅黑" panose="020B0503020204020204" pitchFamily="34" charset="-122"/>
                  <a:ea typeface="微软雅黑" panose="020B0503020204020204" pitchFamily="34" charset="-122"/>
                </a:endParaRPr>
              </a:p>
            </p:txBody>
          </p:sp>
          <p:cxnSp>
            <p:nvCxnSpPr>
              <p:cNvPr id="45" name="直接连接符 44"/>
              <p:cNvCxnSpPr/>
              <p:nvPr/>
            </p:nvCxnSpPr>
            <p:spPr>
              <a:xfrm>
                <a:off x="228600" y="390070"/>
                <a:ext cx="8388000" cy="0"/>
              </a:xfrm>
              <a:prstGeom prst="line">
                <a:avLst/>
              </a:prstGeom>
              <a:ln>
                <a:solidFill>
                  <a:srgbClr val="04926A"/>
                </a:solidFill>
              </a:ln>
            </p:spPr>
            <p:style>
              <a:lnRef idx="1">
                <a:schemeClr val="accent1"/>
              </a:lnRef>
              <a:fillRef idx="0">
                <a:schemeClr val="accent1"/>
              </a:fillRef>
              <a:effectRef idx="0">
                <a:schemeClr val="accent1"/>
              </a:effectRef>
              <a:fontRef idx="minor">
                <a:schemeClr val="tx1"/>
              </a:fontRef>
            </p:style>
          </p:cxnSp>
          <p:cxnSp>
            <p:nvCxnSpPr>
              <p:cNvPr id="46" name="直接连接符 45"/>
              <p:cNvCxnSpPr/>
              <p:nvPr/>
            </p:nvCxnSpPr>
            <p:spPr>
              <a:xfrm>
                <a:off x="2047875" y="6503568"/>
                <a:ext cx="9894022"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grpSp>
      </p:grpSp>
      <p:sp>
        <p:nvSpPr>
          <p:cNvPr id="2" name="Text Box 29"/>
          <p:cNvSpPr txBox="1">
            <a:spLocks noChangeArrowheads="1"/>
          </p:cNvSpPr>
          <p:nvPr/>
        </p:nvSpPr>
        <p:spPr bwMode="auto">
          <a:xfrm>
            <a:off x="2446655" y="3352065"/>
            <a:ext cx="1308102" cy="51911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square">
            <a:spAutoFit/>
          </a:bodyPr>
          <a:lstStyle/>
          <a:p>
            <a:pPr marL="0" marR="0" lvl="0" indent="0" algn="l" defTabSz="914400" rtl="0" eaLnBrk="1" fontAlgn="base" latinLnBrk="0" hangingPunct="1">
              <a:lnSpc>
                <a:spcPct val="100000"/>
              </a:lnSpc>
              <a:spcBef>
                <a:spcPct val="50000"/>
              </a:spcBef>
              <a:spcAft>
                <a:spcPct val="0"/>
              </a:spcAft>
              <a:buClrTx/>
              <a:buSzTx/>
              <a:buFontTx/>
              <a:buNone/>
              <a:defRPr/>
            </a:pPr>
            <a:r>
              <a:rPr kumimoji="1" lang="zh-CN" altLang="en-US" sz="2800" dirty="0">
                <a:solidFill>
                  <a:prstClr val="black"/>
                </a:solidFill>
                <a:latin typeface="Times New Roman" panose="02020603050405020304"/>
                <a:ea typeface="黑体" panose="02010609060101010101" pitchFamily="49" charset="-122"/>
                <a:cs typeface="+mn-ea"/>
                <a:sym typeface="+mn-lt"/>
              </a:rPr>
              <a:t>可知当</a:t>
            </a:r>
            <a:endParaRPr kumimoji="1" lang="zh-CN" altLang="en-US" sz="2800" dirty="0">
              <a:solidFill>
                <a:prstClr val="black"/>
              </a:solidFill>
              <a:latin typeface="Times New Roman" panose="02020603050405020304"/>
              <a:ea typeface="黑体" panose="02010609060101010101" pitchFamily="49" charset="-122"/>
              <a:cs typeface="+mn-ea"/>
              <a:sym typeface="+mn-lt"/>
            </a:endParaRPr>
          </a:p>
        </p:txBody>
      </p:sp>
      <p:sp>
        <p:nvSpPr>
          <p:cNvPr id="3" name="Rectangle 2"/>
          <p:cNvSpPr txBox="1">
            <a:spLocks noChangeArrowheads="1"/>
          </p:cNvSpPr>
          <p:nvPr/>
        </p:nvSpPr>
        <p:spPr>
          <a:xfrm>
            <a:off x="1435100" y="658014"/>
            <a:ext cx="6172200" cy="60960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sz="3200" b="1" dirty="0">
                <a:solidFill>
                  <a:srgbClr val="04926A"/>
                </a:solidFill>
                <a:latin typeface="微软雅黑" panose="020B0503020204020204" pitchFamily="34" charset="-122"/>
                <a:ea typeface="微软雅黑" panose="020B0503020204020204" pitchFamily="34" charset="-122"/>
                <a:cs typeface="+mn-cs"/>
                <a:sym typeface="+mn-lt"/>
              </a:rPr>
              <a:t>*</a:t>
            </a:r>
            <a:r>
              <a:rPr lang="zh-CN" altLang="en-US" sz="3200" b="1" dirty="0">
                <a:solidFill>
                  <a:srgbClr val="04926A"/>
                </a:solidFill>
                <a:latin typeface="微软雅黑" panose="020B0503020204020204" pitchFamily="34" charset="-122"/>
                <a:ea typeface="微软雅黑" panose="020B0503020204020204" pitchFamily="34" charset="-122"/>
                <a:cs typeface="+mn-cs"/>
                <a:sym typeface="+mn-lt"/>
              </a:rPr>
              <a:t>二、全微分在数值计算中的应用</a:t>
            </a:r>
            <a:endParaRPr lang="zh-CN" altLang="en-US" sz="3200" b="1" dirty="0">
              <a:solidFill>
                <a:srgbClr val="04926A"/>
              </a:solidFill>
              <a:latin typeface="微软雅黑" panose="020B0503020204020204" pitchFamily="34" charset="-122"/>
              <a:ea typeface="微软雅黑" panose="020B0503020204020204" pitchFamily="34" charset="-122"/>
              <a:cs typeface="+mn-cs"/>
              <a:sym typeface="+mn-lt"/>
            </a:endParaRPr>
          </a:p>
        </p:txBody>
      </p:sp>
      <p:sp>
        <p:nvSpPr>
          <p:cNvPr id="4" name="Text Box 4"/>
          <p:cNvSpPr txBox="1">
            <a:spLocks noChangeArrowheads="1"/>
          </p:cNvSpPr>
          <p:nvPr/>
        </p:nvSpPr>
        <p:spPr bwMode="auto">
          <a:xfrm>
            <a:off x="2446655" y="1839177"/>
            <a:ext cx="2371725" cy="51911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square">
            <a:spAutoFit/>
          </a:bodyPr>
          <a:lstStyle/>
          <a:p>
            <a:pPr marL="0" marR="0" lvl="0" indent="0" algn="l" defTabSz="914400" rtl="0" eaLnBrk="1" fontAlgn="base" latinLnBrk="0" hangingPunct="1">
              <a:lnSpc>
                <a:spcPct val="100000"/>
              </a:lnSpc>
              <a:spcBef>
                <a:spcPct val="50000"/>
              </a:spcBef>
              <a:spcAft>
                <a:spcPct val="0"/>
              </a:spcAft>
              <a:buClrTx/>
              <a:buSzTx/>
              <a:buFontTx/>
              <a:buNone/>
              <a:defRPr/>
            </a:pPr>
            <a:r>
              <a:rPr kumimoji="1" lang="zh-CN" altLang="en-US" sz="2800" dirty="0">
                <a:solidFill>
                  <a:prstClr val="black"/>
                </a:solidFill>
                <a:latin typeface="Times New Roman" panose="02020603050405020304"/>
                <a:ea typeface="黑体" panose="02010609060101010101" pitchFamily="49" charset="-122"/>
                <a:cs typeface="+mn-ea"/>
                <a:sym typeface="+mn-lt"/>
              </a:rPr>
              <a:t>由全微分定义</a:t>
            </a:r>
            <a:endParaRPr kumimoji="1" lang="zh-CN" altLang="en-US" sz="2800" dirty="0">
              <a:solidFill>
                <a:prstClr val="black"/>
              </a:solidFill>
              <a:latin typeface="Times New Roman" panose="02020603050405020304"/>
              <a:ea typeface="黑体" panose="02010609060101010101" pitchFamily="49" charset="-122"/>
              <a:cs typeface="+mn-ea"/>
              <a:sym typeface="+mn-lt"/>
            </a:endParaRPr>
          </a:p>
        </p:txBody>
      </p:sp>
      <mc:AlternateContent xmlns:mc="http://schemas.openxmlformats.org/markup-compatibility/2006">
        <mc:Choice xmlns:a14="http://schemas.microsoft.com/office/drawing/2010/main" Requires="a14">
          <p:sp>
            <p:nvSpPr>
              <p:cNvPr id="5" name="Object 5"/>
              <p:cNvSpPr txBox="1"/>
              <p:nvPr/>
            </p:nvSpPr>
            <p:spPr bwMode="auto">
              <a:xfrm>
                <a:off x="3519807" y="3325481"/>
                <a:ext cx="654048" cy="482600"/>
              </a:xfrm>
              <a:prstGeom prst="rect">
                <a:avLst/>
              </a:prstGeom>
              <a:noFill/>
              <a:ln>
                <a:noFill/>
              </a:ln>
              <a:effectLst/>
            </p:spPr>
            <p:txBody>
              <a:bodyPr>
                <a:noAutofit/>
              </a:bodyPr>
              <a:lstStyle/>
              <a:p>
                <a14:m>
                  <m:oMathPara xmlns:m="http://schemas.openxmlformats.org/officeDocument/2006/math">
                    <m:oMathParaPr>
                      <m:jc m:val="left"/>
                    </m:oMathParaPr>
                    <m:oMath xmlns:m="http://schemas.openxmlformats.org/officeDocument/2006/math">
                      <m:d>
                        <m:dPr>
                          <m:begChr m:val="|"/>
                          <m:endChr m:val="|"/>
                          <m:ctrlPr>
                            <a:rPr kumimoji="1" lang="zh-CN" altLang="en-US" sz="2800" i="1">
                              <a:solidFill>
                                <a:prstClr val="black"/>
                              </a:solidFill>
                              <a:latin typeface="Cambria Math" panose="02040503050406030204" charset="0"/>
                              <a:ea typeface="黑体" panose="02010609060101010101" pitchFamily="49" charset="-122"/>
                              <a:cs typeface="+mn-ea"/>
                            </a:rPr>
                          </m:ctrlPr>
                        </m:dPr>
                        <m:e>
                          <m:r>
                            <m:rPr>
                              <m:sty m:val="p"/>
                            </m:rPr>
                            <a:rPr kumimoji="1" lang="zh-CN" altLang="en-US" sz="2800">
                              <a:solidFill>
                                <a:prstClr val="black"/>
                              </a:solidFill>
                              <a:latin typeface="Cambria Math" panose="02040503050406030204" charset="0"/>
                              <a:ea typeface="黑体" panose="02010609060101010101" pitchFamily="49" charset="-122"/>
                              <a:cs typeface="+mn-ea"/>
                            </a:rPr>
                            <m:t>Δ</m:t>
                          </m:r>
                          <m:r>
                            <a:rPr kumimoji="1" lang="zh-CN" altLang="en-US" sz="2800">
                              <a:solidFill>
                                <a:prstClr val="black"/>
                              </a:solidFill>
                              <a:latin typeface="Cambria Math" panose="02040503050406030204" charset="0"/>
                              <a:ea typeface="黑体" panose="02010609060101010101" pitchFamily="49" charset="-122"/>
                              <a:cs typeface="+mn-ea"/>
                            </a:rPr>
                            <m:t>𝑥</m:t>
                          </m:r>
                        </m:e>
                      </m:d>
                    </m:oMath>
                  </m:oMathPara>
                </a14:m>
                <a:endParaRPr kumimoji="1" lang="zh-CN" altLang="en-US" sz="2800" dirty="0">
                  <a:solidFill>
                    <a:prstClr val="black"/>
                  </a:solidFill>
                  <a:latin typeface="Times New Roman" panose="02020603050405020304"/>
                  <a:ea typeface="黑体" panose="02010609060101010101" pitchFamily="49" charset="-122"/>
                  <a:cs typeface="+mn-ea"/>
                </a:endParaRPr>
              </a:p>
            </p:txBody>
          </p:sp>
        </mc:Choice>
        <mc:Fallback>
          <p:sp>
            <p:nvSpPr>
              <p:cNvPr id="5" name="Object 5"/>
              <p:cNvSpPr txBox="1">
                <a:spLocks noRot="1" noChangeAspect="1" noMove="1" noResize="1" noEditPoints="1" noAdjustHandles="1" noChangeArrowheads="1" noChangeShapeType="1" noTextEdit="1"/>
              </p:cNvSpPr>
              <p:nvPr/>
            </p:nvSpPr>
            <p:spPr bwMode="auto">
              <a:xfrm>
                <a:off x="3519807" y="3325481"/>
                <a:ext cx="654048" cy="482600"/>
              </a:xfrm>
              <a:prstGeom prst="rect">
                <a:avLst/>
              </a:prstGeom>
              <a:blipFill rotWithShape="1">
                <a:blip r:embed="rId1"/>
                <a:stretch>
                  <a:fillRect t="-129" r="-9709" b="129"/>
                </a:stretch>
              </a:blipFill>
              <a:ln>
                <a:noFill/>
              </a:ln>
              <a:effectLst/>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6" name="Object 6"/>
              <p:cNvSpPr txBox="1"/>
              <p:nvPr/>
            </p:nvSpPr>
            <p:spPr bwMode="auto">
              <a:xfrm>
                <a:off x="4516757" y="3325480"/>
                <a:ext cx="768350" cy="515535"/>
              </a:xfrm>
              <a:prstGeom prst="rect">
                <a:avLst/>
              </a:prstGeom>
              <a:noFill/>
              <a:ln>
                <a:noFill/>
              </a:ln>
              <a:effectLst/>
            </p:spPr>
            <p:txBody>
              <a:bodyPr>
                <a:noAutofit/>
              </a:bodyPr>
              <a:lstStyle/>
              <a:p>
                <a14:m>
                  <m:oMathPara xmlns:m="http://schemas.openxmlformats.org/officeDocument/2006/math">
                    <m:oMathParaPr>
                      <m:jc m:val="left"/>
                    </m:oMathParaPr>
                    <m:oMath xmlns:m="http://schemas.openxmlformats.org/officeDocument/2006/math">
                      <m:d>
                        <m:dPr>
                          <m:begChr m:val="|"/>
                          <m:endChr m:val="|"/>
                          <m:ctrlPr>
                            <a:rPr kumimoji="1" lang="zh-CN" altLang="en-US" sz="2800" i="1">
                              <a:solidFill>
                                <a:prstClr val="black"/>
                              </a:solidFill>
                              <a:latin typeface="Cambria Math" panose="02040503050406030204" charset="0"/>
                              <a:ea typeface="黑体" panose="02010609060101010101" pitchFamily="49" charset="-122"/>
                              <a:cs typeface="+mn-ea"/>
                            </a:rPr>
                          </m:ctrlPr>
                        </m:dPr>
                        <m:e>
                          <m:r>
                            <m:rPr>
                              <m:sty m:val="p"/>
                            </m:rPr>
                            <a:rPr kumimoji="1" lang="zh-CN" altLang="en-US" sz="2800">
                              <a:solidFill>
                                <a:prstClr val="black"/>
                              </a:solidFill>
                              <a:latin typeface="Cambria Math" panose="02040503050406030204" charset="0"/>
                              <a:ea typeface="黑体" panose="02010609060101010101" pitchFamily="49" charset="-122"/>
                              <a:cs typeface="+mn-ea"/>
                            </a:rPr>
                            <m:t>Δ</m:t>
                          </m:r>
                          <m:r>
                            <a:rPr kumimoji="1" lang="zh-CN" altLang="en-US" sz="2800">
                              <a:solidFill>
                                <a:prstClr val="black"/>
                              </a:solidFill>
                              <a:latin typeface="Cambria Math" panose="02040503050406030204" charset="0"/>
                              <a:ea typeface="黑体" panose="02010609060101010101" pitchFamily="49" charset="-122"/>
                              <a:cs typeface="+mn-ea"/>
                            </a:rPr>
                            <m:t>𝑦</m:t>
                          </m:r>
                        </m:e>
                      </m:d>
                    </m:oMath>
                  </m:oMathPara>
                </a14:m>
                <a:endParaRPr kumimoji="1" lang="zh-CN" altLang="en-US" sz="2800" dirty="0">
                  <a:solidFill>
                    <a:prstClr val="black"/>
                  </a:solidFill>
                  <a:latin typeface="Times New Roman" panose="02020603050405020304"/>
                  <a:ea typeface="黑体" panose="02010609060101010101" pitchFamily="49" charset="-122"/>
                  <a:cs typeface="+mn-ea"/>
                </a:endParaRPr>
              </a:p>
            </p:txBody>
          </p:sp>
        </mc:Choice>
        <mc:Fallback>
          <p:sp>
            <p:nvSpPr>
              <p:cNvPr id="6" name="Object 6"/>
              <p:cNvSpPr txBox="1">
                <a:spLocks noRot="1" noChangeAspect="1" noMove="1" noResize="1" noEditPoints="1" noAdjustHandles="1" noChangeArrowheads="1" noChangeShapeType="1" noTextEdit="1"/>
              </p:cNvSpPr>
              <p:nvPr/>
            </p:nvSpPr>
            <p:spPr bwMode="auto">
              <a:xfrm>
                <a:off x="4516757" y="3325480"/>
                <a:ext cx="768350" cy="515535"/>
              </a:xfrm>
              <a:prstGeom prst="rect">
                <a:avLst/>
              </a:prstGeom>
              <a:blipFill rotWithShape="1">
                <a:blip r:embed="rId2"/>
                <a:stretch>
                  <a:fillRect t="-120" b="104"/>
                </a:stretch>
              </a:blipFill>
              <a:ln>
                <a:noFill/>
              </a:ln>
              <a:effectLst/>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7" name="Object 7"/>
              <p:cNvSpPr txBox="1"/>
              <p:nvPr/>
            </p:nvSpPr>
            <p:spPr bwMode="auto">
              <a:xfrm>
                <a:off x="3243580" y="2308225"/>
                <a:ext cx="7188200" cy="482600"/>
              </a:xfrm>
              <a:prstGeom prst="rect">
                <a:avLst/>
              </a:prstGeom>
              <a:noFill/>
              <a:ln>
                <a:noFill/>
              </a:ln>
              <a:effectLst/>
            </p:spPr>
            <p:txBody>
              <a:bodyPr>
                <a:noAutofit/>
              </a:bodyPr>
              <a:lstStyle/>
              <a:p>
                <a14:m>
                  <m:oMathPara xmlns:m="http://schemas.openxmlformats.org/officeDocument/2006/math">
                    <m:oMathParaPr>
                      <m:jc m:val="left"/>
                    </m:oMathParaPr>
                    <m:oMath xmlns:m="http://schemas.openxmlformats.org/officeDocument/2006/math">
                      <m:r>
                        <m:rPr>
                          <m:sty m:val="p"/>
                        </m:rPr>
                        <a:rPr kumimoji="1" lang="zh-CN" altLang="en-US" sz="2800">
                          <a:solidFill>
                            <a:prstClr val="black"/>
                          </a:solidFill>
                          <a:latin typeface="Cambria Math" panose="02040503050406030204" charset="0"/>
                          <a:ea typeface="黑体" panose="02010609060101010101" pitchFamily="49" charset="-122"/>
                          <a:cs typeface="+mn-ea"/>
                        </a:rPr>
                        <m:t>Δ</m:t>
                      </m:r>
                      <m:r>
                        <a:rPr kumimoji="1" lang="zh-CN" altLang="en-US" sz="2800">
                          <a:solidFill>
                            <a:prstClr val="black"/>
                          </a:solidFill>
                          <a:latin typeface="Cambria Math" panose="02040503050406030204" charset="0"/>
                          <a:ea typeface="黑体" panose="02010609060101010101" pitchFamily="49" charset="-122"/>
                          <a:cs typeface="+mn-ea"/>
                        </a:rPr>
                        <m:t>​</m:t>
                      </m:r>
                      <m:r>
                        <a:rPr kumimoji="1" lang="zh-CN" altLang="en-US" sz="2800">
                          <a:solidFill>
                            <a:prstClr val="black"/>
                          </a:solidFill>
                          <a:latin typeface="Cambria Math" panose="02040503050406030204" charset="0"/>
                          <a:ea typeface="黑体" panose="02010609060101010101" pitchFamily="49" charset="-122"/>
                          <a:cs typeface="+mn-ea"/>
                        </a:rPr>
                        <m:t>𝑧</m:t>
                      </m:r>
                      <m:r>
                        <a:rPr kumimoji="1" lang="zh-CN" altLang="en-US" sz="2800">
                          <a:solidFill>
                            <a:prstClr val="black"/>
                          </a:solidFill>
                          <a:latin typeface="Cambria Math" panose="02040503050406030204" charset="0"/>
                          <a:ea typeface="黑体" panose="02010609060101010101" pitchFamily="49" charset="-122"/>
                          <a:cs typeface="+mn-ea"/>
                        </a:rPr>
                        <m:t>=</m:t>
                      </m:r>
                      <m:sSub>
                        <m:sSubPr>
                          <m:ctrlPr>
                            <a:rPr kumimoji="1" lang="zh-CN" altLang="en-US" sz="2800" i="1">
                              <a:solidFill>
                                <a:prstClr val="black"/>
                              </a:solidFill>
                              <a:latin typeface="Cambria Math" panose="02040503050406030204" charset="0"/>
                              <a:ea typeface="黑体" panose="02010609060101010101" pitchFamily="49" charset="-122"/>
                              <a:cs typeface="+mn-ea"/>
                            </a:rPr>
                          </m:ctrlPr>
                        </m:sSubPr>
                        <m:e>
                          <m:r>
                            <a:rPr kumimoji="1" lang="zh-CN" altLang="en-US" sz="2800">
                              <a:solidFill>
                                <a:prstClr val="black"/>
                              </a:solidFill>
                              <a:latin typeface="Cambria Math" panose="02040503050406030204" charset="0"/>
                              <a:ea typeface="黑体" panose="02010609060101010101" pitchFamily="49" charset="-122"/>
                              <a:cs typeface="+mn-ea"/>
                            </a:rPr>
                            <m:t>𝑓</m:t>
                          </m:r>
                        </m:e>
                        <m:sub>
                          <m:r>
                            <a:rPr kumimoji="1" lang="zh-CN" altLang="en-US" sz="2800">
                              <a:solidFill>
                                <a:prstClr val="black"/>
                              </a:solidFill>
                              <a:latin typeface="Cambria Math" panose="02040503050406030204" charset="0"/>
                              <a:ea typeface="黑体" panose="02010609060101010101" pitchFamily="49" charset="-122"/>
                              <a:cs typeface="+mn-ea"/>
                            </a:rPr>
                            <m:t>𝑥</m:t>
                          </m:r>
                        </m:sub>
                      </m:sSub>
                      <m:r>
                        <a:rPr kumimoji="1" lang="zh-CN" altLang="en-US" sz="2800">
                          <a:solidFill>
                            <a:prstClr val="black"/>
                          </a:solidFill>
                          <a:latin typeface="Cambria Math" panose="02040503050406030204" charset="0"/>
                          <a:ea typeface="黑体" panose="02010609060101010101" pitchFamily="49" charset="-122"/>
                          <a:cs typeface="+mn-ea"/>
                        </a:rPr>
                        <m:t>(</m:t>
                      </m:r>
                      <m:r>
                        <a:rPr kumimoji="1" lang="zh-CN" altLang="en-US" sz="2800">
                          <a:solidFill>
                            <a:prstClr val="black"/>
                          </a:solidFill>
                          <a:latin typeface="Cambria Math" panose="02040503050406030204" charset="0"/>
                          <a:ea typeface="黑体" panose="02010609060101010101" pitchFamily="49" charset="-122"/>
                          <a:cs typeface="+mn-ea"/>
                        </a:rPr>
                        <m:t>𝑥</m:t>
                      </m:r>
                      <m:r>
                        <a:rPr kumimoji="1" lang="zh-CN" altLang="en-US" sz="2800">
                          <a:solidFill>
                            <a:prstClr val="black"/>
                          </a:solidFill>
                          <a:latin typeface="Cambria Math" panose="02040503050406030204" charset="0"/>
                          <a:ea typeface="黑体" panose="02010609060101010101" pitchFamily="49" charset="-122"/>
                          <a:cs typeface="+mn-ea"/>
                        </a:rPr>
                        <m:t>,</m:t>
                      </m:r>
                      <m:r>
                        <a:rPr kumimoji="1" lang="zh-CN" altLang="en-US" sz="2800">
                          <a:solidFill>
                            <a:prstClr val="black"/>
                          </a:solidFill>
                          <a:latin typeface="Cambria Math" panose="02040503050406030204" charset="0"/>
                          <a:ea typeface="黑体" panose="02010609060101010101" pitchFamily="49" charset="-122"/>
                          <a:cs typeface="+mn-ea"/>
                        </a:rPr>
                        <m:t>𝑦</m:t>
                      </m:r>
                      <m:r>
                        <a:rPr kumimoji="1" lang="zh-CN" altLang="en-US" sz="2800">
                          <a:solidFill>
                            <a:prstClr val="black"/>
                          </a:solidFill>
                          <a:latin typeface="Cambria Math" panose="02040503050406030204" charset="0"/>
                          <a:ea typeface="黑体" panose="02010609060101010101" pitchFamily="49" charset="-122"/>
                          <a:cs typeface="+mn-ea"/>
                        </a:rPr>
                        <m:t>)</m:t>
                      </m:r>
                      <m:r>
                        <m:rPr>
                          <m:sty m:val="p"/>
                        </m:rPr>
                        <a:rPr kumimoji="1" lang="zh-CN" altLang="en-US" sz="2800">
                          <a:solidFill>
                            <a:prstClr val="black"/>
                          </a:solidFill>
                          <a:latin typeface="Cambria Math" panose="02040503050406030204" charset="0"/>
                          <a:ea typeface="黑体" panose="02010609060101010101" pitchFamily="49" charset="-122"/>
                          <a:cs typeface="+mn-ea"/>
                        </a:rPr>
                        <m:t>Δ</m:t>
                      </m:r>
                      <m:r>
                        <a:rPr kumimoji="1" lang="zh-CN" altLang="en-US" sz="2800">
                          <a:solidFill>
                            <a:prstClr val="black"/>
                          </a:solidFill>
                          <a:latin typeface="Cambria Math" panose="02040503050406030204" charset="0"/>
                          <a:ea typeface="黑体" panose="02010609060101010101" pitchFamily="49" charset="-122"/>
                          <a:cs typeface="+mn-ea"/>
                        </a:rPr>
                        <m:t>​</m:t>
                      </m:r>
                      <m:r>
                        <a:rPr kumimoji="1" lang="zh-CN" altLang="en-US" sz="2800">
                          <a:solidFill>
                            <a:prstClr val="black"/>
                          </a:solidFill>
                          <a:latin typeface="Cambria Math" panose="02040503050406030204" charset="0"/>
                          <a:ea typeface="黑体" panose="02010609060101010101" pitchFamily="49" charset="-122"/>
                          <a:cs typeface="+mn-ea"/>
                        </a:rPr>
                        <m:t>𝑥</m:t>
                      </m:r>
                      <m:r>
                        <a:rPr kumimoji="1" lang="zh-CN" altLang="en-US" sz="2800">
                          <a:solidFill>
                            <a:prstClr val="black"/>
                          </a:solidFill>
                          <a:latin typeface="Cambria Math" panose="02040503050406030204" charset="0"/>
                          <a:ea typeface="黑体" panose="02010609060101010101" pitchFamily="49" charset="-122"/>
                          <a:cs typeface="+mn-ea"/>
                        </a:rPr>
                        <m:t>+</m:t>
                      </m:r>
                      <m:sSub>
                        <m:sSubPr>
                          <m:ctrlPr>
                            <a:rPr kumimoji="1" lang="zh-CN" altLang="en-US" sz="2800" i="1">
                              <a:solidFill>
                                <a:prstClr val="black"/>
                              </a:solidFill>
                              <a:latin typeface="Cambria Math" panose="02040503050406030204" charset="0"/>
                              <a:ea typeface="黑体" panose="02010609060101010101" pitchFamily="49" charset="-122"/>
                              <a:cs typeface="+mn-ea"/>
                            </a:rPr>
                          </m:ctrlPr>
                        </m:sSubPr>
                        <m:e>
                          <m:r>
                            <a:rPr kumimoji="1" lang="zh-CN" altLang="en-US" sz="2800">
                              <a:solidFill>
                                <a:prstClr val="black"/>
                              </a:solidFill>
                              <a:latin typeface="Cambria Math" panose="02040503050406030204" charset="0"/>
                              <a:ea typeface="黑体" panose="02010609060101010101" pitchFamily="49" charset="-122"/>
                              <a:cs typeface="+mn-ea"/>
                            </a:rPr>
                            <m:t>𝑓</m:t>
                          </m:r>
                        </m:e>
                        <m:sub>
                          <m:r>
                            <a:rPr kumimoji="1" lang="zh-CN" altLang="en-US" sz="2800">
                              <a:solidFill>
                                <a:prstClr val="black"/>
                              </a:solidFill>
                              <a:latin typeface="Cambria Math" panose="02040503050406030204" charset="0"/>
                              <a:ea typeface="黑体" panose="02010609060101010101" pitchFamily="49" charset="-122"/>
                              <a:cs typeface="+mn-ea"/>
                            </a:rPr>
                            <m:t>𝑦</m:t>
                          </m:r>
                        </m:sub>
                      </m:sSub>
                      <m:r>
                        <a:rPr kumimoji="1" lang="zh-CN" altLang="en-US" sz="2800">
                          <a:solidFill>
                            <a:prstClr val="black"/>
                          </a:solidFill>
                          <a:latin typeface="Cambria Math" panose="02040503050406030204" charset="0"/>
                          <a:ea typeface="黑体" panose="02010609060101010101" pitchFamily="49" charset="-122"/>
                          <a:cs typeface="+mn-ea"/>
                        </a:rPr>
                        <m:t>(</m:t>
                      </m:r>
                      <m:r>
                        <a:rPr kumimoji="1" lang="zh-CN" altLang="en-US" sz="2800">
                          <a:solidFill>
                            <a:prstClr val="black"/>
                          </a:solidFill>
                          <a:latin typeface="Cambria Math" panose="02040503050406030204" charset="0"/>
                          <a:ea typeface="黑体" panose="02010609060101010101" pitchFamily="49" charset="-122"/>
                          <a:cs typeface="+mn-ea"/>
                        </a:rPr>
                        <m:t>𝑥</m:t>
                      </m:r>
                      <m:r>
                        <a:rPr kumimoji="1" lang="zh-CN" altLang="en-US" sz="2800">
                          <a:solidFill>
                            <a:prstClr val="black"/>
                          </a:solidFill>
                          <a:latin typeface="Cambria Math" panose="02040503050406030204" charset="0"/>
                          <a:ea typeface="黑体" panose="02010609060101010101" pitchFamily="49" charset="-122"/>
                          <a:cs typeface="+mn-ea"/>
                        </a:rPr>
                        <m:t>,</m:t>
                      </m:r>
                      <m:r>
                        <a:rPr kumimoji="1" lang="zh-CN" altLang="en-US" sz="2800">
                          <a:solidFill>
                            <a:prstClr val="black"/>
                          </a:solidFill>
                          <a:latin typeface="Cambria Math" panose="02040503050406030204" charset="0"/>
                          <a:ea typeface="黑体" panose="02010609060101010101" pitchFamily="49" charset="-122"/>
                          <a:cs typeface="+mn-ea"/>
                        </a:rPr>
                        <m:t>𝑦</m:t>
                      </m:r>
                      <m:r>
                        <a:rPr kumimoji="1" lang="zh-CN" altLang="en-US" sz="2800">
                          <a:solidFill>
                            <a:prstClr val="black"/>
                          </a:solidFill>
                          <a:latin typeface="Cambria Math" panose="02040503050406030204" charset="0"/>
                          <a:ea typeface="黑体" panose="02010609060101010101" pitchFamily="49" charset="-122"/>
                          <a:cs typeface="+mn-ea"/>
                        </a:rPr>
                        <m:t>)</m:t>
                      </m:r>
                      <m:r>
                        <m:rPr>
                          <m:sty m:val="p"/>
                        </m:rPr>
                        <a:rPr kumimoji="1" lang="zh-CN" altLang="en-US" sz="2800">
                          <a:solidFill>
                            <a:prstClr val="black"/>
                          </a:solidFill>
                          <a:latin typeface="Cambria Math" panose="02040503050406030204" charset="0"/>
                          <a:ea typeface="黑体" panose="02010609060101010101" pitchFamily="49" charset="-122"/>
                          <a:cs typeface="+mn-ea"/>
                        </a:rPr>
                        <m:t>Δ</m:t>
                      </m:r>
                      <m:r>
                        <a:rPr kumimoji="1" lang="zh-CN" altLang="en-US" sz="2800">
                          <a:solidFill>
                            <a:prstClr val="black"/>
                          </a:solidFill>
                          <a:latin typeface="Cambria Math" panose="02040503050406030204" charset="0"/>
                          <a:ea typeface="黑体" panose="02010609060101010101" pitchFamily="49" charset="-122"/>
                          <a:cs typeface="+mn-ea"/>
                        </a:rPr>
                        <m:t>​</m:t>
                      </m:r>
                      <m:r>
                        <a:rPr kumimoji="1" lang="zh-CN" altLang="en-US" sz="2800">
                          <a:solidFill>
                            <a:prstClr val="black"/>
                          </a:solidFill>
                          <a:latin typeface="Cambria Math" panose="02040503050406030204" charset="0"/>
                          <a:ea typeface="黑体" panose="02010609060101010101" pitchFamily="49" charset="-122"/>
                          <a:cs typeface="+mn-ea"/>
                        </a:rPr>
                        <m:t>𝑦</m:t>
                      </m:r>
                      <m:r>
                        <a:rPr kumimoji="1" lang="zh-CN" altLang="en-US" sz="2800">
                          <a:solidFill>
                            <a:prstClr val="black"/>
                          </a:solidFill>
                          <a:latin typeface="Cambria Math" panose="02040503050406030204" charset="0"/>
                          <a:ea typeface="黑体" panose="02010609060101010101" pitchFamily="49" charset="-122"/>
                          <a:cs typeface="+mn-ea"/>
                        </a:rPr>
                        <m:t>+</m:t>
                      </m:r>
                      <m:r>
                        <a:rPr kumimoji="1" lang="zh-CN" altLang="en-US" sz="2800">
                          <a:solidFill>
                            <a:prstClr val="black"/>
                          </a:solidFill>
                          <a:latin typeface="Cambria Math" panose="02040503050406030204" charset="0"/>
                          <a:ea typeface="黑体" panose="02010609060101010101" pitchFamily="49" charset="-122"/>
                          <a:cs typeface="+mn-ea"/>
                        </a:rPr>
                        <m:t>𝑜</m:t>
                      </m:r>
                      <m:r>
                        <a:rPr kumimoji="1" lang="zh-CN" altLang="en-US" sz="2800">
                          <a:solidFill>
                            <a:prstClr val="black"/>
                          </a:solidFill>
                          <a:latin typeface="Cambria Math" panose="02040503050406030204" charset="0"/>
                          <a:ea typeface="黑体" panose="02010609060101010101" pitchFamily="49" charset="-122"/>
                          <a:cs typeface="+mn-ea"/>
                        </a:rPr>
                        <m:t>(</m:t>
                      </m:r>
                      <m:r>
                        <a:rPr kumimoji="1" lang="zh-CN" altLang="en-US" sz="2800">
                          <a:solidFill>
                            <a:prstClr val="black"/>
                          </a:solidFill>
                          <a:latin typeface="Cambria Math" panose="02040503050406030204" charset="0"/>
                          <a:ea typeface="黑体" panose="02010609060101010101" pitchFamily="49" charset="-122"/>
                          <a:cs typeface="+mn-ea"/>
                        </a:rPr>
                        <m:t>𝜌</m:t>
                      </m:r>
                      <m:r>
                        <a:rPr kumimoji="1" lang="zh-CN" altLang="en-US" sz="2800">
                          <a:solidFill>
                            <a:prstClr val="black"/>
                          </a:solidFill>
                          <a:latin typeface="Cambria Math" panose="02040503050406030204" charset="0"/>
                          <a:ea typeface="黑体" panose="02010609060101010101" pitchFamily="49" charset="-122"/>
                          <a:cs typeface="+mn-ea"/>
                        </a:rPr>
                        <m:t>),</m:t>
                      </m:r>
                    </m:oMath>
                  </m:oMathPara>
                </a14:m>
                <a:endParaRPr kumimoji="1" lang="zh-CN" altLang="en-US" sz="2800" dirty="0">
                  <a:solidFill>
                    <a:prstClr val="black"/>
                  </a:solidFill>
                  <a:latin typeface="Times New Roman" panose="02020603050405020304"/>
                  <a:ea typeface="黑体" panose="02010609060101010101" pitchFamily="49" charset="-122"/>
                  <a:cs typeface="+mn-ea"/>
                </a:endParaRPr>
              </a:p>
            </p:txBody>
          </p:sp>
        </mc:Choice>
        <mc:Fallback>
          <p:sp>
            <p:nvSpPr>
              <p:cNvPr id="7" name="Object 7"/>
              <p:cNvSpPr txBox="1">
                <a:spLocks noRot="1" noChangeAspect="1" noMove="1" noResize="1" noEditPoints="1" noAdjustHandles="1" noChangeArrowheads="1" noChangeShapeType="1" noTextEdit="1"/>
              </p:cNvSpPr>
              <p:nvPr/>
            </p:nvSpPr>
            <p:spPr bwMode="auto">
              <a:xfrm>
                <a:off x="3243580" y="2308225"/>
                <a:ext cx="7188200" cy="482600"/>
              </a:xfrm>
              <a:prstGeom prst="rect">
                <a:avLst/>
              </a:prstGeom>
              <a:blipFill rotWithShape="1">
                <a:blip r:embed="rId3"/>
                <a:stretch>
                  <a:fillRect/>
                </a:stretch>
              </a:blipFill>
              <a:ln>
                <a:noFill/>
              </a:ln>
              <a:effectLst/>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8" name="Object 9"/>
              <p:cNvSpPr txBox="1"/>
              <p:nvPr/>
            </p:nvSpPr>
            <p:spPr bwMode="auto">
              <a:xfrm>
                <a:off x="2446655" y="5021708"/>
                <a:ext cx="3137324" cy="406400"/>
              </a:xfrm>
              <a:prstGeom prst="rect">
                <a:avLst/>
              </a:prstGeom>
              <a:noFill/>
              <a:ln>
                <a:noFill/>
              </a:ln>
              <a:effectLst/>
            </p:spPr>
            <p:txBody>
              <a:bodyPr>
                <a:noAutofit/>
              </a:bodyPr>
              <a:lstStyle/>
              <a:p>
                <a14:m>
                  <m:oMathPara xmlns:m="http://schemas.openxmlformats.org/officeDocument/2006/math">
                    <m:oMathParaPr>
                      <m:jc m:val="left"/>
                    </m:oMathParaPr>
                    <m:oMath xmlns:m="http://schemas.openxmlformats.org/officeDocument/2006/math">
                      <m:r>
                        <a:rPr kumimoji="1" lang="zh-CN" altLang="en-US" sz="2800">
                          <a:solidFill>
                            <a:prstClr val="black"/>
                          </a:solidFill>
                          <a:latin typeface="Cambria Math" panose="02040503050406030204" charset="0"/>
                          <a:ea typeface="黑体" panose="02010609060101010101" pitchFamily="49" charset="-122"/>
                          <a:cs typeface="+mn-ea"/>
                        </a:rPr>
                        <m:t>𝑓</m:t>
                      </m:r>
                      <m:r>
                        <a:rPr kumimoji="1" lang="zh-CN" altLang="en-US" sz="2800">
                          <a:solidFill>
                            <a:prstClr val="black"/>
                          </a:solidFill>
                          <a:latin typeface="Cambria Math" panose="02040503050406030204" charset="0"/>
                          <a:ea typeface="黑体" panose="02010609060101010101" pitchFamily="49" charset="-122"/>
                          <a:cs typeface="+mn-ea"/>
                        </a:rPr>
                        <m:t>(</m:t>
                      </m:r>
                      <m:r>
                        <a:rPr kumimoji="1" lang="zh-CN" altLang="en-US" sz="2800">
                          <a:solidFill>
                            <a:prstClr val="black"/>
                          </a:solidFill>
                          <a:latin typeface="Cambria Math" panose="02040503050406030204" charset="0"/>
                          <a:ea typeface="黑体" panose="02010609060101010101" pitchFamily="49" charset="-122"/>
                          <a:cs typeface="+mn-ea"/>
                        </a:rPr>
                        <m:t>𝑥</m:t>
                      </m:r>
                      <m:r>
                        <a:rPr kumimoji="1" lang="zh-CN" altLang="en-US" sz="2800">
                          <a:solidFill>
                            <a:prstClr val="black"/>
                          </a:solidFill>
                          <a:latin typeface="Cambria Math" panose="02040503050406030204" charset="0"/>
                          <a:ea typeface="黑体" panose="02010609060101010101" pitchFamily="49" charset="-122"/>
                          <a:cs typeface="+mn-ea"/>
                        </a:rPr>
                        <m:t>+</m:t>
                      </m:r>
                      <m:r>
                        <m:rPr>
                          <m:sty m:val="p"/>
                        </m:rPr>
                        <a:rPr kumimoji="1" lang="zh-CN" altLang="en-US" sz="2800">
                          <a:solidFill>
                            <a:prstClr val="black"/>
                          </a:solidFill>
                          <a:latin typeface="Cambria Math" panose="02040503050406030204" charset="0"/>
                          <a:ea typeface="黑体" panose="02010609060101010101" pitchFamily="49" charset="-122"/>
                          <a:cs typeface="+mn-ea"/>
                        </a:rPr>
                        <m:t>Δ</m:t>
                      </m:r>
                      <m:r>
                        <a:rPr kumimoji="1" lang="zh-CN" altLang="en-US" sz="2800">
                          <a:solidFill>
                            <a:prstClr val="black"/>
                          </a:solidFill>
                          <a:latin typeface="Cambria Math" panose="02040503050406030204" charset="0"/>
                          <a:ea typeface="黑体" panose="02010609060101010101" pitchFamily="49" charset="-122"/>
                          <a:cs typeface="+mn-ea"/>
                        </a:rPr>
                        <m:t>𝑥</m:t>
                      </m:r>
                      <m:r>
                        <a:rPr kumimoji="1" lang="zh-CN" altLang="en-US" sz="2800">
                          <a:solidFill>
                            <a:prstClr val="black"/>
                          </a:solidFill>
                          <a:latin typeface="Cambria Math" panose="02040503050406030204" charset="0"/>
                          <a:ea typeface="黑体" panose="02010609060101010101" pitchFamily="49" charset="-122"/>
                          <a:cs typeface="+mn-ea"/>
                        </a:rPr>
                        <m:t>,</m:t>
                      </m:r>
                      <m:r>
                        <a:rPr kumimoji="1" lang="zh-CN" altLang="en-US" sz="2800">
                          <a:solidFill>
                            <a:prstClr val="black"/>
                          </a:solidFill>
                          <a:latin typeface="Cambria Math" panose="02040503050406030204" charset="0"/>
                          <a:ea typeface="黑体" panose="02010609060101010101" pitchFamily="49" charset="-122"/>
                          <a:cs typeface="+mn-ea"/>
                        </a:rPr>
                        <m:t>𝑦</m:t>
                      </m:r>
                      <m:r>
                        <a:rPr kumimoji="1" lang="zh-CN" altLang="en-US" sz="2800">
                          <a:solidFill>
                            <a:prstClr val="black"/>
                          </a:solidFill>
                          <a:latin typeface="Cambria Math" panose="02040503050406030204" charset="0"/>
                          <a:ea typeface="黑体" panose="02010609060101010101" pitchFamily="49" charset="-122"/>
                          <a:cs typeface="+mn-ea"/>
                        </a:rPr>
                        <m:t>+</m:t>
                      </m:r>
                      <m:r>
                        <m:rPr>
                          <m:sty m:val="p"/>
                        </m:rPr>
                        <a:rPr kumimoji="1" lang="zh-CN" altLang="en-US" sz="2800">
                          <a:solidFill>
                            <a:prstClr val="black"/>
                          </a:solidFill>
                          <a:latin typeface="Cambria Math" panose="02040503050406030204" charset="0"/>
                          <a:ea typeface="黑体" panose="02010609060101010101" pitchFamily="49" charset="-122"/>
                          <a:cs typeface="+mn-ea"/>
                        </a:rPr>
                        <m:t>Δ</m:t>
                      </m:r>
                      <m:r>
                        <a:rPr kumimoji="1" lang="zh-CN" altLang="en-US" sz="2800">
                          <a:solidFill>
                            <a:prstClr val="black"/>
                          </a:solidFill>
                          <a:latin typeface="Cambria Math" panose="02040503050406030204" charset="0"/>
                          <a:ea typeface="黑体" panose="02010609060101010101" pitchFamily="49" charset="-122"/>
                          <a:cs typeface="+mn-ea"/>
                        </a:rPr>
                        <m:t>𝑦</m:t>
                      </m:r>
                      <m:r>
                        <a:rPr kumimoji="1" lang="zh-CN" altLang="en-US" sz="2800">
                          <a:solidFill>
                            <a:prstClr val="black"/>
                          </a:solidFill>
                          <a:latin typeface="Cambria Math" panose="02040503050406030204" charset="0"/>
                          <a:ea typeface="黑体" panose="02010609060101010101" pitchFamily="49" charset="-122"/>
                          <a:cs typeface="+mn-ea"/>
                        </a:rPr>
                        <m:t>)</m:t>
                      </m:r>
                    </m:oMath>
                  </m:oMathPara>
                </a14:m>
                <a:endParaRPr kumimoji="1" lang="zh-CN" altLang="en-US" sz="2800" dirty="0">
                  <a:solidFill>
                    <a:prstClr val="black"/>
                  </a:solidFill>
                  <a:latin typeface="Times New Roman" panose="02020603050405020304"/>
                  <a:ea typeface="黑体" panose="02010609060101010101" pitchFamily="49" charset="-122"/>
                  <a:cs typeface="+mn-ea"/>
                </a:endParaRPr>
              </a:p>
            </p:txBody>
          </p:sp>
        </mc:Choice>
        <mc:Fallback>
          <p:sp>
            <p:nvSpPr>
              <p:cNvPr id="8" name="Object 9"/>
              <p:cNvSpPr txBox="1">
                <a:spLocks noRot="1" noChangeAspect="1" noMove="1" noResize="1" noEditPoints="1" noAdjustHandles="1" noChangeArrowheads="1" noChangeShapeType="1" noTextEdit="1"/>
              </p:cNvSpPr>
              <p:nvPr/>
            </p:nvSpPr>
            <p:spPr bwMode="auto">
              <a:xfrm>
                <a:off x="2446655" y="5021708"/>
                <a:ext cx="3137324" cy="406400"/>
              </a:xfrm>
              <a:prstGeom prst="rect">
                <a:avLst/>
              </a:prstGeom>
              <a:blipFill rotWithShape="1">
                <a:blip r:embed="rId4"/>
                <a:stretch>
                  <a:fillRect t="-31" r="14" b="-16219"/>
                </a:stretch>
              </a:blipFill>
              <a:ln>
                <a:noFill/>
              </a:ln>
              <a:effectLst/>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9" name="Object 28"/>
              <p:cNvSpPr txBox="1"/>
              <p:nvPr/>
            </p:nvSpPr>
            <p:spPr bwMode="auto">
              <a:xfrm>
                <a:off x="7079773" y="5046306"/>
                <a:ext cx="3935571" cy="482600"/>
              </a:xfrm>
              <a:prstGeom prst="rect">
                <a:avLst/>
              </a:prstGeom>
              <a:noFill/>
              <a:ln>
                <a:noFill/>
              </a:ln>
              <a:effectLst/>
            </p:spPr>
            <p:txBody>
              <a:bodyPr>
                <a:noAutofit/>
              </a:bodyPr>
              <a:lstStyle/>
              <a:p>
                <a14:m>
                  <m:oMathPara xmlns:m="http://schemas.openxmlformats.org/officeDocument/2006/math">
                    <m:oMathParaPr>
                      <m:jc m:val="left"/>
                    </m:oMathParaPr>
                    <m:oMath xmlns:m="http://schemas.openxmlformats.org/officeDocument/2006/math">
                      <m:sSub>
                        <m:sSubPr>
                          <m:ctrlPr>
                            <a:rPr kumimoji="1" lang="zh-CN" altLang="en-US" sz="2800" i="1">
                              <a:solidFill>
                                <a:prstClr val="black"/>
                              </a:solidFill>
                              <a:latin typeface="Cambria Math" panose="02040503050406030204" charset="0"/>
                              <a:ea typeface="黑体" panose="02010609060101010101" pitchFamily="49" charset="-122"/>
                              <a:cs typeface="+mn-ea"/>
                            </a:rPr>
                          </m:ctrlPr>
                        </m:sSubPr>
                        <m:e>
                          <m:r>
                            <a:rPr kumimoji="1" lang="zh-CN" altLang="en-US" sz="2800">
                              <a:solidFill>
                                <a:prstClr val="black"/>
                              </a:solidFill>
                              <a:latin typeface="Cambria Math" panose="02040503050406030204" charset="0"/>
                              <a:ea typeface="黑体" panose="02010609060101010101" pitchFamily="49" charset="-122"/>
                              <a:cs typeface="+mn-ea"/>
                            </a:rPr>
                            <m:t>𝑓</m:t>
                          </m:r>
                        </m:e>
                        <m:sub>
                          <m:r>
                            <a:rPr kumimoji="1" lang="zh-CN" altLang="en-US" sz="2800">
                              <a:solidFill>
                                <a:prstClr val="black"/>
                              </a:solidFill>
                              <a:latin typeface="Cambria Math" panose="02040503050406030204" charset="0"/>
                              <a:ea typeface="黑体" panose="02010609060101010101" pitchFamily="49" charset="-122"/>
                              <a:cs typeface="+mn-ea"/>
                            </a:rPr>
                            <m:t>𝑥</m:t>
                          </m:r>
                        </m:sub>
                      </m:sSub>
                      <m:r>
                        <a:rPr kumimoji="1" lang="zh-CN" altLang="en-US" sz="2800">
                          <a:solidFill>
                            <a:prstClr val="black"/>
                          </a:solidFill>
                          <a:latin typeface="Cambria Math" panose="02040503050406030204" charset="0"/>
                          <a:ea typeface="黑体" panose="02010609060101010101" pitchFamily="49" charset="-122"/>
                          <a:cs typeface="+mn-ea"/>
                        </a:rPr>
                        <m:t>(</m:t>
                      </m:r>
                      <m:r>
                        <a:rPr kumimoji="1" lang="zh-CN" altLang="en-US" sz="2800">
                          <a:solidFill>
                            <a:prstClr val="black"/>
                          </a:solidFill>
                          <a:latin typeface="Cambria Math" panose="02040503050406030204" charset="0"/>
                          <a:ea typeface="黑体" panose="02010609060101010101" pitchFamily="49" charset="-122"/>
                          <a:cs typeface="+mn-ea"/>
                        </a:rPr>
                        <m:t>𝑥</m:t>
                      </m:r>
                      <m:r>
                        <a:rPr kumimoji="1" lang="zh-CN" altLang="en-US" sz="2800">
                          <a:solidFill>
                            <a:prstClr val="black"/>
                          </a:solidFill>
                          <a:latin typeface="Cambria Math" panose="02040503050406030204" charset="0"/>
                          <a:ea typeface="黑体" panose="02010609060101010101" pitchFamily="49" charset="-122"/>
                          <a:cs typeface="+mn-ea"/>
                        </a:rPr>
                        <m:t>,</m:t>
                      </m:r>
                      <m:r>
                        <a:rPr kumimoji="1" lang="zh-CN" altLang="en-US" sz="2800">
                          <a:solidFill>
                            <a:prstClr val="black"/>
                          </a:solidFill>
                          <a:latin typeface="Cambria Math" panose="02040503050406030204" charset="0"/>
                          <a:ea typeface="黑体" panose="02010609060101010101" pitchFamily="49" charset="-122"/>
                          <a:cs typeface="+mn-ea"/>
                        </a:rPr>
                        <m:t>𝑦</m:t>
                      </m:r>
                      <m:r>
                        <a:rPr kumimoji="1" lang="zh-CN" altLang="en-US" sz="2800">
                          <a:solidFill>
                            <a:prstClr val="black"/>
                          </a:solidFill>
                          <a:latin typeface="Cambria Math" panose="02040503050406030204" charset="0"/>
                          <a:ea typeface="黑体" panose="02010609060101010101" pitchFamily="49" charset="-122"/>
                          <a:cs typeface="+mn-ea"/>
                        </a:rPr>
                        <m:t>)</m:t>
                      </m:r>
                      <m:r>
                        <m:rPr>
                          <m:sty m:val="p"/>
                        </m:rPr>
                        <a:rPr kumimoji="1" lang="zh-CN" altLang="en-US" sz="2800">
                          <a:solidFill>
                            <a:prstClr val="black"/>
                          </a:solidFill>
                          <a:latin typeface="Cambria Math" panose="02040503050406030204" charset="0"/>
                          <a:ea typeface="黑体" panose="02010609060101010101" pitchFamily="49" charset="-122"/>
                          <a:cs typeface="+mn-ea"/>
                        </a:rPr>
                        <m:t>Δ</m:t>
                      </m:r>
                      <m:r>
                        <a:rPr kumimoji="1" lang="zh-CN" altLang="en-US" sz="2800">
                          <a:solidFill>
                            <a:prstClr val="black"/>
                          </a:solidFill>
                          <a:latin typeface="Cambria Math" panose="02040503050406030204" charset="0"/>
                          <a:ea typeface="黑体" panose="02010609060101010101" pitchFamily="49" charset="-122"/>
                          <a:cs typeface="+mn-ea"/>
                        </a:rPr>
                        <m:t>​</m:t>
                      </m:r>
                      <m:r>
                        <a:rPr kumimoji="1" lang="zh-CN" altLang="en-US" sz="2800">
                          <a:solidFill>
                            <a:prstClr val="black"/>
                          </a:solidFill>
                          <a:latin typeface="Cambria Math" panose="02040503050406030204" charset="0"/>
                          <a:ea typeface="黑体" panose="02010609060101010101" pitchFamily="49" charset="-122"/>
                          <a:cs typeface="+mn-ea"/>
                        </a:rPr>
                        <m:t>𝑥</m:t>
                      </m:r>
                      <m:r>
                        <a:rPr kumimoji="1" lang="zh-CN" altLang="en-US" sz="2800">
                          <a:solidFill>
                            <a:prstClr val="black"/>
                          </a:solidFill>
                          <a:latin typeface="Cambria Math" panose="02040503050406030204" charset="0"/>
                          <a:ea typeface="黑体" panose="02010609060101010101" pitchFamily="49" charset="-122"/>
                          <a:cs typeface="+mn-ea"/>
                        </a:rPr>
                        <m:t>+</m:t>
                      </m:r>
                      <m:sSub>
                        <m:sSubPr>
                          <m:ctrlPr>
                            <a:rPr kumimoji="1" lang="zh-CN" altLang="en-US" sz="2800" i="1">
                              <a:solidFill>
                                <a:prstClr val="black"/>
                              </a:solidFill>
                              <a:latin typeface="Cambria Math" panose="02040503050406030204" charset="0"/>
                              <a:ea typeface="黑体" panose="02010609060101010101" pitchFamily="49" charset="-122"/>
                              <a:cs typeface="+mn-ea"/>
                            </a:rPr>
                          </m:ctrlPr>
                        </m:sSubPr>
                        <m:e>
                          <m:r>
                            <a:rPr kumimoji="1" lang="zh-CN" altLang="en-US" sz="2800">
                              <a:solidFill>
                                <a:prstClr val="black"/>
                              </a:solidFill>
                              <a:latin typeface="Cambria Math" panose="02040503050406030204" charset="0"/>
                              <a:ea typeface="黑体" panose="02010609060101010101" pitchFamily="49" charset="-122"/>
                              <a:cs typeface="+mn-ea"/>
                            </a:rPr>
                            <m:t>𝑓</m:t>
                          </m:r>
                        </m:e>
                        <m:sub>
                          <m:r>
                            <a:rPr kumimoji="1" lang="zh-CN" altLang="en-US" sz="2800">
                              <a:solidFill>
                                <a:prstClr val="black"/>
                              </a:solidFill>
                              <a:latin typeface="Cambria Math" panose="02040503050406030204" charset="0"/>
                              <a:ea typeface="黑体" panose="02010609060101010101" pitchFamily="49" charset="-122"/>
                              <a:cs typeface="+mn-ea"/>
                            </a:rPr>
                            <m:t>𝑦</m:t>
                          </m:r>
                        </m:sub>
                      </m:sSub>
                      <m:r>
                        <a:rPr kumimoji="1" lang="zh-CN" altLang="en-US" sz="2800">
                          <a:solidFill>
                            <a:prstClr val="black"/>
                          </a:solidFill>
                          <a:latin typeface="Cambria Math" panose="02040503050406030204" charset="0"/>
                          <a:ea typeface="黑体" panose="02010609060101010101" pitchFamily="49" charset="-122"/>
                          <a:cs typeface="+mn-ea"/>
                        </a:rPr>
                        <m:t>(</m:t>
                      </m:r>
                      <m:r>
                        <a:rPr kumimoji="1" lang="zh-CN" altLang="en-US" sz="2800">
                          <a:solidFill>
                            <a:prstClr val="black"/>
                          </a:solidFill>
                          <a:latin typeface="Cambria Math" panose="02040503050406030204" charset="0"/>
                          <a:ea typeface="黑体" panose="02010609060101010101" pitchFamily="49" charset="-122"/>
                          <a:cs typeface="+mn-ea"/>
                        </a:rPr>
                        <m:t>𝑥</m:t>
                      </m:r>
                      <m:r>
                        <a:rPr kumimoji="1" lang="zh-CN" altLang="en-US" sz="2800">
                          <a:solidFill>
                            <a:prstClr val="black"/>
                          </a:solidFill>
                          <a:latin typeface="Cambria Math" panose="02040503050406030204" charset="0"/>
                          <a:ea typeface="黑体" panose="02010609060101010101" pitchFamily="49" charset="-122"/>
                          <a:cs typeface="+mn-ea"/>
                        </a:rPr>
                        <m:t>,</m:t>
                      </m:r>
                      <m:r>
                        <a:rPr kumimoji="1" lang="zh-CN" altLang="en-US" sz="2800">
                          <a:solidFill>
                            <a:prstClr val="black"/>
                          </a:solidFill>
                          <a:latin typeface="Cambria Math" panose="02040503050406030204" charset="0"/>
                          <a:ea typeface="黑体" panose="02010609060101010101" pitchFamily="49" charset="-122"/>
                          <a:cs typeface="+mn-ea"/>
                        </a:rPr>
                        <m:t>𝑦</m:t>
                      </m:r>
                      <m:r>
                        <a:rPr kumimoji="1" lang="zh-CN" altLang="en-US" sz="2800">
                          <a:solidFill>
                            <a:prstClr val="black"/>
                          </a:solidFill>
                          <a:latin typeface="Cambria Math" panose="02040503050406030204" charset="0"/>
                          <a:ea typeface="黑体" panose="02010609060101010101" pitchFamily="49" charset="-122"/>
                          <a:cs typeface="+mn-ea"/>
                        </a:rPr>
                        <m:t>)</m:t>
                      </m:r>
                      <m:r>
                        <m:rPr>
                          <m:sty m:val="p"/>
                        </m:rPr>
                        <a:rPr kumimoji="1" lang="zh-CN" altLang="en-US" sz="2800">
                          <a:solidFill>
                            <a:prstClr val="black"/>
                          </a:solidFill>
                          <a:latin typeface="Cambria Math" panose="02040503050406030204" charset="0"/>
                          <a:ea typeface="黑体" panose="02010609060101010101" pitchFamily="49" charset="-122"/>
                          <a:cs typeface="+mn-ea"/>
                        </a:rPr>
                        <m:t>Δ</m:t>
                      </m:r>
                      <m:r>
                        <a:rPr kumimoji="1" lang="zh-CN" altLang="en-US" sz="2800">
                          <a:solidFill>
                            <a:prstClr val="black"/>
                          </a:solidFill>
                          <a:latin typeface="Cambria Math" panose="02040503050406030204" charset="0"/>
                          <a:ea typeface="黑体" panose="02010609060101010101" pitchFamily="49" charset="-122"/>
                          <a:cs typeface="+mn-ea"/>
                        </a:rPr>
                        <m:t>​</m:t>
                      </m:r>
                      <m:r>
                        <a:rPr kumimoji="1" lang="zh-CN" altLang="en-US" sz="2800">
                          <a:solidFill>
                            <a:prstClr val="black"/>
                          </a:solidFill>
                          <a:latin typeface="Cambria Math" panose="02040503050406030204" charset="0"/>
                          <a:ea typeface="黑体" panose="02010609060101010101" pitchFamily="49" charset="-122"/>
                          <a:cs typeface="+mn-ea"/>
                        </a:rPr>
                        <m:t>𝑦</m:t>
                      </m:r>
                      <m:r>
                        <a:rPr kumimoji="1" lang="zh-CN" altLang="en-US" sz="2800">
                          <a:solidFill>
                            <a:prstClr val="black"/>
                          </a:solidFill>
                          <a:latin typeface="Cambria Math" panose="02040503050406030204" charset="0"/>
                          <a:ea typeface="黑体" panose="02010609060101010101" pitchFamily="49" charset="-122"/>
                          <a:cs typeface="+mn-ea"/>
                        </a:rPr>
                        <m:t>.</m:t>
                      </m:r>
                    </m:oMath>
                  </m:oMathPara>
                </a14:m>
                <a:endParaRPr kumimoji="1" lang="zh-CN" altLang="en-US" sz="2800" dirty="0">
                  <a:solidFill>
                    <a:prstClr val="black"/>
                  </a:solidFill>
                  <a:latin typeface="Times New Roman" panose="02020603050405020304"/>
                  <a:ea typeface="黑体" panose="02010609060101010101" pitchFamily="49" charset="-122"/>
                  <a:cs typeface="+mn-ea"/>
                </a:endParaRPr>
              </a:p>
            </p:txBody>
          </p:sp>
        </mc:Choice>
        <mc:Fallback>
          <p:sp>
            <p:nvSpPr>
              <p:cNvPr id="9" name="Object 28"/>
              <p:cNvSpPr txBox="1">
                <a:spLocks noRot="1" noChangeAspect="1" noMove="1" noResize="1" noEditPoints="1" noAdjustHandles="1" noChangeArrowheads="1" noChangeShapeType="1" noTextEdit="1"/>
              </p:cNvSpPr>
              <p:nvPr/>
            </p:nvSpPr>
            <p:spPr bwMode="auto">
              <a:xfrm>
                <a:off x="7079773" y="5046306"/>
                <a:ext cx="3935571" cy="482600"/>
              </a:xfrm>
              <a:prstGeom prst="rect">
                <a:avLst/>
              </a:prstGeom>
              <a:blipFill rotWithShape="1">
                <a:blip r:embed="rId5"/>
                <a:stretch>
                  <a:fillRect l="-4" t="-123" r="16" b="123"/>
                </a:stretch>
              </a:blipFill>
              <a:ln>
                <a:noFill/>
              </a:ln>
              <a:effectLst/>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0" name="Text Box 30"/>
              <p:cNvSpPr txBox="1">
                <a:spLocks noChangeArrowheads="1"/>
              </p:cNvSpPr>
              <p:nvPr/>
            </p:nvSpPr>
            <p:spPr bwMode="auto">
              <a:xfrm>
                <a:off x="5154933" y="3352065"/>
                <a:ext cx="1371600" cy="51911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lvl="0" fontAlgn="base">
                  <a:spcBef>
                    <a:spcPct val="50000"/>
                  </a:spcBef>
                  <a:spcAft>
                    <a:spcPct val="0"/>
                  </a:spcAft>
                  <a:defRPr/>
                </a:pPr>
                <a:r>
                  <a:rPr kumimoji="1" lang="zh-CN" altLang="en-US" sz="2800" dirty="0">
                    <a:solidFill>
                      <a:prstClr val="black"/>
                    </a:solidFill>
                    <a:latin typeface="Times New Roman" panose="02020603050405020304"/>
                    <a:ea typeface="黑体" panose="02010609060101010101" pitchFamily="49" charset="-122"/>
                    <a:cs typeface="+mn-ea"/>
                    <a:sym typeface="+mn-lt"/>
                  </a:rPr>
                  <a:t>较小时</a:t>
                </a:r>
                <a14:m>
                  <m:oMath xmlns:m="http://schemas.openxmlformats.org/officeDocument/2006/math">
                    <m:r>
                      <a:rPr kumimoji="1" lang="zh-CN" altLang="en-US" sz="2800">
                        <a:solidFill>
                          <a:prstClr val="black"/>
                        </a:solidFill>
                        <a:latin typeface="Cambria Math" panose="02040503050406030204" charset="0"/>
                        <a:ea typeface="黑体" panose="02010609060101010101" pitchFamily="49" charset="-122"/>
                        <a:cs typeface="+mn-ea"/>
                      </a:rPr>
                      <m:t>,</m:t>
                    </m:r>
                  </m:oMath>
                </a14:m>
                <a:endParaRPr kumimoji="1" lang="en-US" altLang="zh-CN" sz="2800" dirty="0">
                  <a:solidFill>
                    <a:prstClr val="black"/>
                  </a:solidFill>
                  <a:latin typeface="Times New Roman" panose="02020603050405020304"/>
                  <a:ea typeface="黑体" panose="02010609060101010101" pitchFamily="49" charset="-122"/>
                  <a:cs typeface="+mn-ea"/>
                  <a:sym typeface="+mn-lt"/>
                </a:endParaRPr>
              </a:p>
            </p:txBody>
          </p:sp>
        </mc:Choice>
        <mc:Fallback>
          <p:sp>
            <p:nvSpPr>
              <p:cNvPr id="10" name="Text Box 30"/>
              <p:cNvSpPr txBox="1">
                <a:spLocks noRot="1" noChangeAspect="1" noMove="1" noResize="1" noEditPoints="1" noAdjustHandles="1" noChangeArrowheads="1" noChangeShapeType="1" noTextEdit="1"/>
              </p:cNvSpPr>
              <p:nvPr/>
            </p:nvSpPr>
            <p:spPr bwMode="auto">
              <a:xfrm>
                <a:off x="5154933" y="3352065"/>
                <a:ext cx="1371600" cy="519112"/>
              </a:xfrm>
              <a:prstGeom prst="rect">
                <a:avLst/>
              </a:prstGeom>
              <a:blipFill rotWithShape="1">
                <a:blip r:embed="rId6"/>
                <a:stretch>
                  <a:fillRect t="-103" b="42"/>
                </a:stretch>
              </a:blip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1" name="Object 32"/>
              <p:cNvSpPr txBox="1"/>
              <p:nvPr/>
            </p:nvSpPr>
            <p:spPr bwMode="auto">
              <a:xfrm>
                <a:off x="3243580" y="3877328"/>
                <a:ext cx="5561012" cy="482600"/>
              </a:xfrm>
              <a:prstGeom prst="rect">
                <a:avLst/>
              </a:prstGeom>
              <a:noFill/>
              <a:ln>
                <a:noFill/>
              </a:ln>
              <a:effectLst/>
            </p:spPr>
            <p:txBody>
              <a:bodyPr>
                <a:noAutofit/>
              </a:bodyPr>
              <a:lstStyle/>
              <a:p>
                <a14:m>
                  <m:oMathPara xmlns:m="http://schemas.openxmlformats.org/officeDocument/2006/math">
                    <m:oMathParaPr>
                      <m:jc m:val="left"/>
                    </m:oMathParaPr>
                    <m:oMath xmlns:m="http://schemas.openxmlformats.org/officeDocument/2006/math">
                      <m:r>
                        <m:rPr>
                          <m:sty m:val="p"/>
                        </m:rPr>
                        <a:rPr kumimoji="1" lang="zh-CN" altLang="en-US" sz="2800">
                          <a:solidFill>
                            <a:prstClr val="black"/>
                          </a:solidFill>
                          <a:latin typeface="Cambria Math" panose="02040503050406030204" charset="0"/>
                          <a:ea typeface="黑体" panose="02010609060101010101" pitchFamily="49" charset="-122"/>
                          <a:cs typeface="+mn-ea"/>
                        </a:rPr>
                        <m:t>Δ</m:t>
                      </m:r>
                      <m:r>
                        <a:rPr kumimoji="1" lang="zh-CN" altLang="en-US" sz="2800">
                          <a:solidFill>
                            <a:prstClr val="black"/>
                          </a:solidFill>
                          <a:latin typeface="Cambria Math" panose="02040503050406030204" charset="0"/>
                          <a:ea typeface="黑体" panose="02010609060101010101" pitchFamily="49" charset="-122"/>
                          <a:cs typeface="+mn-ea"/>
                        </a:rPr>
                        <m:t>​</m:t>
                      </m:r>
                      <m:r>
                        <a:rPr kumimoji="1" lang="zh-CN" altLang="en-US" sz="2800">
                          <a:solidFill>
                            <a:prstClr val="black"/>
                          </a:solidFill>
                          <a:latin typeface="Cambria Math" panose="02040503050406030204" charset="0"/>
                          <a:ea typeface="黑体" panose="02010609060101010101" pitchFamily="49" charset="-122"/>
                          <a:cs typeface="+mn-ea"/>
                        </a:rPr>
                        <m:t>𝑧</m:t>
                      </m:r>
                      <m:r>
                        <a:rPr kumimoji="1" lang="zh-CN" altLang="en-US" sz="2800">
                          <a:solidFill>
                            <a:prstClr val="black"/>
                          </a:solidFill>
                          <a:latin typeface="Cambria Math" panose="02040503050406030204" charset="0"/>
                          <a:ea typeface="黑体" panose="02010609060101010101" pitchFamily="49" charset="-122"/>
                          <a:cs typeface="+mn-ea"/>
                        </a:rPr>
                        <m:t>≈</m:t>
                      </m:r>
                      <m:r>
                        <m:rPr>
                          <m:sty m:val="p"/>
                        </m:rPr>
                        <a:rPr kumimoji="1" lang="zh-CN" altLang="en-US" sz="2800">
                          <a:solidFill>
                            <a:prstClr val="black"/>
                          </a:solidFill>
                          <a:latin typeface="Cambria Math" panose="02040503050406030204" charset="0"/>
                          <a:ea typeface="黑体" panose="02010609060101010101" pitchFamily="49" charset="-122"/>
                          <a:cs typeface="+mn-ea"/>
                        </a:rPr>
                        <m:t>d</m:t>
                      </m:r>
                      <m:r>
                        <a:rPr kumimoji="1" lang="zh-CN" altLang="en-US" sz="2800">
                          <a:solidFill>
                            <a:prstClr val="black"/>
                          </a:solidFill>
                          <a:latin typeface="Cambria Math" panose="02040503050406030204" charset="0"/>
                          <a:ea typeface="黑体" panose="02010609060101010101" pitchFamily="49" charset="-122"/>
                          <a:cs typeface="+mn-ea"/>
                        </a:rPr>
                        <m:t>𝑧</m:t>
                      </m:r>
                      <m:r>
                        <a:rPr kumimoji="1" lang="zh-CN" altLang="en-US" sz="2800">
                          <a:solidFill>
                            <a:prstClr val="black"/>
                          </a:solidFill>
                          <a:latin typeface="Cambria Math" panose="02040503050406030204" charset="0"/>
                          <a:ea typeface="黑体" panose="02010609060101010101" pitchFamily="49" charset="-122"/>
                          <a:cs typeface="+mn-ea"/>
                        </a:rPr>
                        <m:t>=</m:t>
                      </m:r>
                      <m:sSub>
                        <m:sSubPr>
                          <m:ctrlPr>
                            <a:rPr kumimoji="1" lang="zh-CN" altLang="en-US" sz="2800" i="1">
                              <a:solidFill>
                                <a:prstClr val="black"/>
                              </a:solidFill>
                              <a:latin typeface="Cambria Math" panose="02040503050406030204" charset="0"/>
                              <a:ea typeface="黑体" panose="02010609060101010101" pitchFamily="49" charset="-122"/>
                              <a:cs typeface="+mn-ea"/>
                            </a:rPr>
                          </m:ctrlPr>
                        </m:sSubPr>
                        <m:e>
                          <m:r>
                            <a:rPr kumimoji="1" lang="zh-CN" altLang="en-US" sz="2800">
                              <a:solidFill>
                                <a:prstClr val="black"/>
                              </a:solidFill>
                              <a:latin typeface="Cambria Math" panose="02040503050406030204" charset="0"/>
                              <a:ea typeface="黑体" panose="02010609060101010101" pitchFamily="49" charset="-122"/>
                              <a:cs typeface="+mn-ea"/>
                            </a:rPr>
                            <m:t>𝑓</m:t>
                          </m:r>
                        </m:e>
                        <m:sub>
                          <m:r>
                            <a:rPr kumimoji="1" lang="zh-CN" altLang="en-US" sz="2800">
                              <a:solidFill>
                                <a:prstClr val="black"/>
                              </a:solidFill>
                              <a:latin typeface="Cambria Math" panose="02040503050406030204" charset="0"/>
                              <a:ea typeface="黑体" panose="02010609060101010101" pitchFamily="49" charset="-122"/>
                              <a:cs typeface="+mn-ea"/>
                            </a:rPr>
                            <m:t>𝑥</m:t>
                          </m:r>
                        </m:sub>
                      </m:sSub>
                      <m:r>
                        <a:rPr kumimoji="1" lang="zh-CN" altLang="en-US" sz="2800">
                          <a:solidFill>
                            <a:prstClr val="black"/>
                          </a:solidFill>
                          <a:latin typeface="Cambria Math" panose="02040503050406030204" charset="0"/>
                          <a:ea typeface="黑体" panose="02010609060101010101" pitchFamily="49" charset="-122"/>
                          <a:cs typeface="+mn-ea"/>
                        </a:rPr>
                        <m:t>(</m:t>
                      </m:r>
                      <m:r>
                        <a:rPr kumimoji="1" lang="zh-CN" altLang="en-US" sz="2800">
                          <a:solidFill>
                            <a:prstClr val="black"/>
                          </a:solidFill>
                          <a:latin typeface="Cambria Math" panose="02040503050406030204" charset="0"/>
                          <a:ea typeface="黑体" panose="02010609060101010101" pitchFamily="49" charset="-122"/>
                          <a:cs typeface="+mn-ea"/>
                        </a:rPr>
                        <m:t>𝑥</m:t>
                      </m:r>
                      <m:r>
                        <a:rPr kumimoji="1" lang="zh-CN" altLang="en-US" sz="2800">
                          <a:solidFill>
                            <a:prstClr val="black"/>
                          </a:solidFill>
                          <a:latin typeface="Cambria Math" panose="02040503050406030204" charset="0"/>
                          <a:ea typeface="黑体" panose="02010609060101010101" pitchFamily="49" charset="-122"/>
                          <a:cs typeface="+mn-ea"/>
                        </a:rPr>
                        <m:t>,</m:t>
                      </m:r>
                      <m:r>
                        <a:rPr kumimoji="1" lang="zh-CN" altLang="en-US" sz="2800">
                          <a:solidFill>
                            <a:prstClr val="black"/>
                          </a:solidFill>
                          <a:latin typeface="Cambria Math" panose="02040503050406030204" charset="0"/>
                          <a:ea typeface="黑体" panose="02010609060101010101" pitchFamily="49" charset="-122"/>
                          <a:cs typeface="+mn-ea"/>
                        </a:rPr>
                        <m:t>𝑦</m:t>
                      </m:r>
                      <m:r>
                        <a:rPr kumimoji="1" lang="zh-CN" altLang="en-US" sz="2800">
                          <a:solidFill>
                            <a:prstClr val="black"/>
                          </a:solidFill>
                          <a:latin typeface="Cambria Math" panose="02040503050406030204" charset="0"/>
                          <a:ea typeface="黑体" panose="02010609060101010101" pitchFamily="49" charset="-122"/>
                          <a:cs typeface="+mn-ea"/>
                        </a:rPr>
                        <m:t>)</m:t>
                      </m:r>
                      <m:r>
                        <m:rPr>
                          <m:sty m:val="p"/>
                        </m:rPr>
                        <a:rPr kumimoji="1" lang="zh-CN" altLang="en-US" sz="2800">
                          <a:solidFill>
                            <a:prstClr val="black"/>
                          </a:solidFill>
                          <a:latin typeface="Cambria Math" panose="02040503050406030204" charset="0"/>
                          <a:ea typeface="黑体" panose="02010609060101010101" pitchFamily="49" charset="-122"/>
                          <a:cs typeface="+mn-ea"/>
                        </a:rPr>
                        <m:t>Δ</m:t>
                      </m:r>
                      <m:r>
                        <a:rPr kumimoji="1" lang="zh-CN" altLang="en-US" sz="2800">
                          <a:solidFill>
                            <a:prstClr val="black"/>
                          </a:solidFill>
                          <a:latin typeface="Cambria Math" panose="02040503050406030204" charset="0"/>
                          <a:ea typeface="黑体" panose="02010609060101010101" pitchFamily="49" charset="-122"/>
                          <a:cs typeface="+mn-ea"/>
                        </a:rPr>
                        <m:t>​</m:t>
                      </m:r>
                      <m:r>
                        <a:rPr kumimoji="1" lang="zh-CN" altLang="en-US" sz="2800">
                          <a:solidFill>
                            <a:prstClr val="black"/>
                          </a:solidFill>
                          <a:latin typeface="Cambria Math" panose="02040503050406030204" charset="0"/>
                          <a:ea typeface="黑体" panose="02010609060101010101" pitchFamily="49" charset="-122"/>
                          <a:cs typeface="+mn-ea"/>
                        </a:rPr>
                        <m:t>𝑥</m:t>
                      </m:r>
                      <m:r>
                        <a:rPr kumimoji="1" lang="zh-CN" altLang="en-US" sz="2800">
                          <a:solidFill>
                            <a:prstClr val="black"/>
                          </a:solidFill>
                          <a:latin typeface="Cambria Math" panose="02040503050406030204" charset="0"/>
                          <a:ea typeface="黑体" panose="02010609060101010101" pitchFamily="49" charset="-122"/>
                          <a:cs typeface="+mn-ea"/>
                        </a:rPr>
                        <m:t>+</m:t>
                      </m:r>
                      <m:sSub>
                        <m:sSubPr>
                          <m:ctrlPr>
                            <a:rPr kumimoji="1" lang="zh-CN" altLang="en-US" sz="2800" i="1">
                              <a:solidFill>
                                <a:prstClr val="black"/>
                              </a:solidFill>
                              <a:latin typeface="Cambria Math" panose="02040503050406030204" charset="0"/>
                              <a:ea typeface="黑体" panose="02010609060101010101" pitchFamily="49" charset="-122"/>
                              <a:cs typeface="+mn-ea"/>
                            </a:rPr>
                          </m:ctrlPr>
                        </m:sSubPr>
                        <m:e>
                          <m:r>
                            <a:rPr kumimoji="1" lang="zh-CN" altLang="en-US" sz="2800">
                              <a:solidFill>
                                <a:prstClr val="black"/>
                              </a:solidFill>
                              <a:latin typeface="Cambria Math" panose="02040503050406030204" charset="0"/>
                              <a:ea typeface="黑体" panose="02010609060101010101" pitchFamily="49" charset="-122"/>
                              <a:cs typeface="+mn-ea"/>
                            </a:rPr>
                            <m:t>𝑓</m:t>
                          </m:r>
                        </m:e>
                        <m:sub>
                          <m:r>
                            <a:rPr kumimoji="1" lang="zh-CN" altLang="en-US" sz="2800">
                              <a:solidFill>
                                <a:prstClr val="black"/>
                              </a:solidFill>
                              <a:latin typeface="Cambria Math" panose="02040503050406030204" charset="0"/>
                              <a:ea typeface="黑体" panose="02010609060101010101" pitchFamily="49" charset="-122"/>
                              <a:cs typeface="+mn-ea"/>
                            </a:rPr>
                            <m:t>𝑦</m:t>
                          </m:r>
                        </m:sub>
                      </m:sSub>
                      <m:r>
                        <a:rPr kumimoji="1" lang="zh-CN" altLang="en-US" sz="2800">
                          <a:solidFill>
                            <a:prstClr val="black"/>
                          </a:solidFill>
                          <a:latin typeface="Cambria Math" panose="02040503050406030204" charset="0"/>
                          <a:ea typeface="黑体" panose="02010609060101010101" pitchFamily="49" charset="-122"/>
                          <a:cs typeface="+mn-ea"/>
                        </a:rPr>
                        <m:t>(</m:t>
                      </m:r>
                      <m:r>
                        <a:rPr kumimoji="1" lang="zh-CN" altLang="en-US" sz="2800">
                          <a:solidFill>
                            <a:prstClr val="black"/>
                          </a:solidFill>
                          <a:latin typeface="Cambria Math" panose="02040503050406030204" charset="0"/>
                          <a:ea typeface="黑体" panose="02010609060101010101" pitchFamily="49" charset="-122"/>
                          <a:cs typeface="+mn-ea"/>
                        </a:rPr>
                        <m:t>𝑥</m:t>
                      </m:r>
                      <m:r>
                        <a:rPr kumimoji="1" lang="zh-CN" altLang="en-US" sz="2800">
                          <a:solidFill>
                            <a:prstClr val="black"/>
                          </a:solidFill>
                          <a:latin typeface="Cambria Math" panose="02040503050406030204" charset="0"/>
                          <a:ea typeface="黑体" panose="02010609060101010101" pitchFamily="49" charset="-122"/>
                          <a:cs typeface="+mn-ea"/>
                        </a:rPr>
                        <m:t>,</m:t>
                      </m:r>
                      <m:r>
                        <a:rPr kumimoji="1" lang="zh-CN" altLang="en-US" sz="2800">
                          <a:solidFill>
                            <a:prstClr val="black"/>
                          </a:solidFill>
                          <a:latin typeface="Cambria Math" panose="02040503050406030204" charset="0"/>
                          <a:ea typeface="黑体" panose="02010609060101010101" pitchFamily="49" charset="-122"/>
                          <a:cs typeface="+mn-ea"/>
                        </a:rPr>
                        <m:t>𝑦</m:t>
                      </m:r>
                      <m:r>
                        <a:rPr kumimoji="1" lang="zh-CN" altLang="en-US" sz="2800">
                          <a:solidFill>
                            <a:prstClr val="black"/>
                          </a:solidFill>
                          <a:latin typeface="Cambria Math" panose="02040503050406030204" charset="0"/>
                          <a:ea typeface="黑体" panose="02010609060101010101" pitchFamily="49" charset="-122"/>
                          <a:cs typeface="+mn-ea"/>
                        </a:rPr>
                        <m:t>)</m:t>
                      </m:r>
                      <m:r>
                        <m:rPr>
                          <m:sty m:val="p"/>
                        </m:rPr>
                        <a:rPr kumimoji="1" lang="zh-CN" altLang="en-US" sz="2800">
                          <a:solidFill>
                            <a:prstClr val="black"/>
                          </a:solidFill>
                          <a:latin typeface="Cambria Math" panose="02040503050406030204" charset="0"/>
                          <a:ea typeface="黑体" panose="02010609060101010101" pitchFamily="49" charset="-122"/>
                          <a:cs typeface="+mn-ea"/>
                        </a:rPr>
                        <m:t>Δ</m:t>
                      </m:r>
                      <m:r>
                        <a:rPr kumimoji="1" lang="zh-CN" altLang="en-US" sz="2800">
                          <a:solidFill>
                            <a:prstClr val="black"/>
                          </a:solidFill>
                          <a:latin typeface="Cambria Math" panose="02040503050406030204" charset="0"/>
                          <a:ea typeface="黑体" panose="02010609060101010101" pitchFamily="49" charset="-122"/>
                          <a:cs typeface="+mn-ea"/>
                        </a:rPr>
                        <m:t>​</m:t>
                      </m:r>
                      <m:r>
                        <a:rPr kumimoji="1" lang="zh-CN" altLang="en-US" sz="2800">
                          <a:solidFill>
                            <a:prstClr val="black"/>
                          </a:solidFill>
                          <a:latin typeface="Cambria Math" panose="02040503050406030204" charset="0"/>
                          <a:ea typeface="黑体" panose="02010609060101010101" pitchFamily="49" charset="-122"/>
                          <a:cs typeface="+mn-ea"/>
                        </a:rPr>
                        <m:t>𝑦</m:t>
                      </m:r>
                      <m:r>
                        <a:rPr kumimoji="1" lang="zh-CN" altLang="en-US" sz="2800">
                          <a:solidFill>
                            <a:prstClr val="black"/>
                          </a:solidFill>
                          <a:latin typeface="Cambria Math" panose="02040503050406030204" charset="0"/>
                          <a:ea typeface="黑体" panose="02010609060101010101" pitchFamily="49" charset="-122"/>
                          <a:cs typeface="+mn-ea"/>
                        </a:rPr>
                        <m:t>,</m:t>
                      </m:r>
                    </m:oMath>
                  </m:oMathPara>
                </a14:m>
                <a:endParaRPr kumimoji="1" lang="zh-CN" altLang="en-US" sz="2800" dirty="0">
                  <a:solidFill>
                    <a:prstClr val="black"/>
                  </a:solidFill>
                  <a:latin typeface="Times New Roman" panose="02020603050405020304"/>
                  <a:ea typeface="黑体" panose="02010609060101010101" pitchFamily="49" charset="-122"/>
                  <a:cs typeface="+mn-ea"/>
                </a:endParaRPr>
              </a:p>
            </p:txBody>
          </p:sp>
        </mc:Choice>
        <mc:Fallback>
          <p:sp>
            <p:nvSpPr>
              <p:cNvPr id="11" name="Object 32"/>
              <p:cNvSpPr txBox="1">
                <a:spLocks noRot="1" noChangeAspect="1" noMove="1" noResize="1" noEditPoints="1" noAdjustHandles="1" noChangeArrowheads="1" noChangeShapeType="1" noTextEdit="1"/>
              </p:cNvSpPr>
              <p:nvPr/>
            </p:nvSpPr>
            <p:spPr bwMode="auto">
              <a:xfrm>
                <a:off x="3243580" y="3877328"/>
                <a:ext cx="5561012" cy="482600"/>
              </a:xfrm>
              <a:prstGeom prst="rect">
                <a:avLst/>
              </a:prstGeom>
              <a:blipFill rotWithShape="1">
                <a:blip r:embed="rId7"/>
                <a:stretch>
                  <a:fillRect t="-4" r="6" b="4"/>
                </a:stretch>
              </a:blipFill>
              <a:ln>
                <a:noFill/>
              </a:ln>
              <a:effectLst/>
            </p:spPr>
            <p:txBody>
              <a:bodyPr/>
              <a:lstStyle/>
              <a:p>
                <a:r>
                  <a:rPr lang="zh-CN" altLang="en-US">
                    <a:noFill/>
                  </a:rPr>
                  <a:t> </a:t>
                </a:r>
              </a:p>
            </p:txBody>
          </p:sp>
        </mc:Fallback>
      </mc:AlternateContent>
      <p:sp>
        <p:nvSpPr>
          <p:cNvPr id="12" name="AutoShape 33"/>
          <p:cNvSpPr/>
          <p:nvPr/>
        </p:nvSpPr>
        <p:spPr bwMode="auto">
          <a:xfrm rot="5400000">
            <a:off x="5818806" y="1205622"/>
            <a:ext cx="199421" cy="3419475"/>
          </a:xfrm>
          <a:prstGeom prst="rightBrace">
            <a:avLst>
              <a:gd name="adj1" fmla="val 125000"/>
              <a:gd name="adj2" fmla="val 49861"/>
            </a:avLst>
          </a:prstGeom>
          <a:noFill/>
          <a:ln w="19050">
            <a:solidFill>
              <a:srgbClr val="04926A"/>
            </a:solidFill>
            <a:round/>
          </a:ln>
          <a:extLst>
            <a:ext uri="{909E8E84-426E-40DD-AFC4-6F175D3DCCD1}">
              <a14:hiddenFill xmlns:a14="http://schemas.microsoft.com/office/drawing/2010/main">
                <a:solidFill>
                  <a:schemeClr val="accent1"/>
                </a:solidFill>
              </a14:hiddenFill>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en-US" sz="4800" b="0" i="0" u="none" strike="noStrike" kern="1200" cap="none" spc="0" normalizeH="0" baseline="0" noProof="0">
              <a:ln>
                <a:noFill/>
              </a:ln>
              <a:solidFill>
                <a:prstClr val="black"/>
              </a:solidFill>
              <a:effectLst/>
              <a:uLnTx/>
              <a:uFillTx/>
              <a:latin typeface="Times New Roman" panose="02020603050405020304"/>
              <a:ea typeface="黑体" panose="02010609060101010101" pitchFamily="49" charset="-122"/>
              <a:cs typeface="+mn-ea"/>
              <a:sym typeface="+mn-lt"/>
            </a:endParaRPr>
          </a:p>
        </p:txBody>
      </p:sp>
      <mc:AlternateContent xmlns:mc="http://schemas.openxmlformats.org/markup-compatibility/2006">
        <mc:Choice xmlns:a14="http://schemas.microsoft.com/office/drawing/2010/main" Requires="a14">
          <p:sp>
            <p:nvSpPr>
              <p:cNvPr id="13" name="Object 34"/>
              <p:cNvSpPr txBox="1"/>
              <p:nvPr/>
            </p:nvSpPr>
            <p:spPr bwMode="auto">
              <a:xfrm>
                <a:off x="5641496" y="2952418"/>
                <a:ext cx="534987" cy="474662"/>
              </a:xfrm>
              <a:prstGeom prst="rect">
                <a:avLst/>
              </a:prstGeom>
              <a:noFill/>
              <a:ln>
                <a:noFill/>
              </a:ln>
              <a:effectLst/>
            </p:spPr>
            <p:txBody>
              <a:bodyPr>
                <a:noAutofit/>
              </a:bodyPr>
              <a:lstStyle/>
              <a:p>
                <a14:m>
                  <m:oMathPara xmlns:m="http://schemas.openxmlformats.org/officeDocument/2006/math">
                    <m:oMathParaPr>
                      <m:jc m:val="left"/>
                    </m:oMathParaPr>
                    <m:oMath xmlns:m="http://schemas.openxmlformats.org/officeDocument/2006/math">
                      <m:r>
                        <m:rPr>
                          <m:sty m:val="p"/>
                        </m:rPr>
                        <a:rPr kumimoji="1" lang="zh-CN" altLang="en-US" sz="2800">
                          <a:solidFill>
                            <a:prstClr val="black"/>
                          </a:solidFill>
                          <a:latin typeface="Cambria Math" panose="02040503050406030204" charset="0"/>
                          <a:ea typeface="黑体" panose="02010609060101010101" pitchFamily="49" charset="-122"/>
                          <a:cs typeface="+mn-ea"/>
                        </a:rPr>
                        <m:t>d</m:t>
                      </m:r>
                      <m:r>
                        <a:rPr kumimoji="1" lang="zh-CN" altLang="en-US" sz="2800">
                          <a:solidFill>
                            <a:prstClr val="black"/>
                          </a:solidFill>
                          <a:latin typeface="Cambria Math" panose="02040503050406030204" charset="0"/>
                          <a:ea typeface="黑体" panose="02010609060101010101" pitchFamily="49" charset="-122"/>
                          <a:cs typeface="+mn-ea"/>
                        </a:rPr>
                        <m:t>𝑧</m:t>
                      </m:r>
                    </m:oMath>
                  </m:oMathPara>
                </a14:m>
                <a:endParaRPr kumimoji="1" lang="zh-CN" altLang="en-US" sz="2800" dirty="0">
                  <a:solidFill>
                    <a:prstClr val="black"/>
                  </a:solidFill>
                  <a:latin typeface="Times New Roman" panose="02020603050405020304"/>
                  <a:ea typeface="黑体" panose="02010609060101010101" pitchFamily="49" charset="-122"/>
                  <a:cs typeface="+mn-ea"/>
                </a:endParaRPr>
              </a:p>
            </p:txBody>
          </p:sp>
        </mc:Choice>
        <mc:Fallback>
          <p:sp>
            <p:nvSpPr>
              <p:cNvPr id="13" name="Object 34"/>
              <p:cNvSpPr txBox="1">
                <a:spLocks noRot="1" noChangeAspect="1" noMove="1" noResize="1" noEditPoints="1" noAdjustHandles="1" noChangeArrowheads="1" noChangeShapeType="1" noTextEdit="1"/>
              </p:cNvSpPr>
              <p:nvPr/>
            </p:nvSpPr>
            <p:spPr bwMode="auto">
              <a:xfrm>
                <a:off x="5641496" y="2952418"/>
                <a:ext cx="534987" cy="474662"/>
              </a:xfrm>
              <a:prstGeom prst="rect">
                <a:avLst/>
              </a:prstGeom>
              <a:blipFill rotWithShape="1">
                <a:blip r:embed="rId8"/>
                <a:stretch>
                  <a:fillRect l="-29" t="-64" r="88" b="131"/>
                </a:stretch>
              </a:blipFill>
              <a:ln>
                <a:noFill/>
              </a:ln>
              <a:effectLst/>
            </p:spPr>
            <p:txBody>
              <a:bodyPr/>
              <a:lstStyle/>
              <a:p>
                <a:r>
                  <a:rPr lang="zh-CN" altLang="en-US">
                    <a:noFill/>
                  </a:rPr>
                  <a:t> </a:t>
                </a:r>
              </a:p>
            </p:txBody>
          </p:sp>
        </mc:Fallback>
      </mc:AlternateContent>
      <p:sp>
        <p:nvSpPr>
          <p:cNvPr id="14" name="Text Box 35"/>
          <p:cNvSpPr txBox="1">
            <a:spLocks noChangeArrowheads="1"/>
          </p:cNvSpPr>
          <p:nvPr/>
        </p:nvSpPr>
        <p:spPr bwMode="auto">
          <a:xfrm>
            <a:off x="4161157" y="3339365"/>
            <a:ext cx="609600" cy="51911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marL="0" marR="0" lvl="0" indent="0" algn="l" defTabSz="914400" rtl="0" eaLnBrk="1" fontAlgn="base" latinLnBrk="0" hangingPunct="1">
              <a:lnSpc>
                <a:spcPct val="100000"/>
              </a:lnSpc>
              <a:spcBef>
                <a:spcPct val="50000"/>
              </a:spcBef>
              <a:spcAft>
                <a:spcPct val="0"/>
              </a:spcAft>
              <a:buClrTx/>
              <a:buSzTx/>
              <a:buFontTx/>
              <a:buNone/>
              <a:defRPr/>
            </a:pPr>
            <a:r>
              <a:rPr kumimoji="1" lang="zh-CN" altLang="en-US" sz="2800" dirty="0">
                <a:solidFill>
                  <a:prstClr val="black"/>
                </a:solidFill>
                <a:latin typeface="Times New Roman" panose="02020603050405020304"/>
                <a:ea typeface="黑体" panose="02010609060101010101" pitchFamily="49" charset="-122"/>
                <a:cs typeface="+mn-ea"/>
                <a:sym typeface="+mn-lt"/>
              </a:rPr>
              <a:t>及</a:t>
            </a:r>
            <a:endParaRPr kumimoji="1" lang="zh-CN" altLang="en-US" sz="2800" dirty="0">
              <a:solidFill>
                <a:prstClr val="black"/>
              </a:solidFill>
              <a:latin typeface="Times New Roman" panose="02020603050405020304"/>
              <a:ea typeface="黑体" panose="02010609060101010101" pitchFamily="49" charset="-122"/>
              <a:cs typeface="+mn-ea"/>
              <a:sym typeface="+mn-lt"/>
            </a:endParaRPr>
          </a:p>
        </p:txBody>
      </p:sp>
      <p:sp>
        <p:nvSpPr>
          <p:cNvPr id="15" name="Text Box 36"/>
          <p:cNvSpPr txBox="1">
            <a:spLocks noChangeArrowheads="1"/>
          </p:cNvSpPr>
          <p:nvPr/>
        </p:nvSpPr>
        <p:spPr bwMode="auto">
          <a:xfrm>
            <a:off x="6313805" y="3337778"/>
            <a:ext cx="2133600" cy="5191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marL="0" marR="0" lvl="0" indent="0" algn="l" defTabSz="914400" rtl="0" eaLnBrk="1" fontAlgn="base" latinLnBrk="0" hangingPunct="1">
              <a:lnSpc>
                <a:spcPct val="100000"/>
              </a:lnSpc>
              <a:spcBef>
                <a:spcPct val="50000"/>
              </a:spcBef>
              <a:spcAft>
                <a:spcPct val="0"/>
              </a:spcAft>
              <a:buClrTx/>
              <a:buSzTx/>
              <a:buFontTx/>
              <a:buNone/>
              <a:defRPr/>
            </a:pPr>
            <a:r>
              <a:rPr kumimoji="1" lang="zh-CN" altLang="en-US" sz="2800" dirty="0">
                <a:solidFill>
                  <a:prstClr val="black"/>
                </a:solidFill>
                <a:latin typeface="Times New Roman" panose="02020603050405020304"/>
                <a:ea typeface="黑体" panose="02010609060101010101" pitchFamily="49" charset="-122"/>
                <a:cs typeface="+mn-ea"/>
                <a:sym typeface="+mn-lt"/>
              </a:rPr>
              <a:t>有近似等式</a:t>
            </a:r>
            <a:r>
              <a:rPr kumimoji="1" lang="en-US" altLang="zh-CN" sz="2800" dirty="0">
                <a:solidFill>
                  <a:prstClr val="black"/>
                </a:solidFill>
                <a:latin typeface="Times New Roman" panose="02020603050405020304"/>
                <a:ea typeface="黑体" panose="02010609060101010101" pitchFamily="49" charset="-122"/>
                <a:cs typeface="+mn-ea"/>
                <a:sym typeface="+mn-lt"/>
              </a:rPr>
              <a:t>:</a:t>
            </a:r>
            <a:endParaRPr kumimoji="1" lang="en-US" altLang="zh-CN" sz="2800" dirty="0">
              <a:solidFill>
                <a:prstClr val="black"/>
              </a:solidFill>
              <a:latin typeface="Times New Roman" panose="02020603050405020304"/>
              <a:ea typeface="黑体" panose="02010609060101010101" pitchFamily="49" charset="-122"/>
              <a:cs typeface="+mn-ea"/>
              <a:sym typeface="+mn-lt"/>
            </a:endParaRPr>
          </a:p>
        </p:txBody>
      </p:sp>
      <mc:AlternateContent xmlns:mc="http://schemas.openxmlformats.org/markup-compatibility/2006">
        <mc:Choice xmlns:a14="http://schemas.microsoft.com/office/drawing/2010/main" Requires="a14">
          <p:sp>
            <p:nvSpPr>
              <p:cNvPr id="16" name="Object 37"/>
              <p:cNvSpPr txBox="1"/>
              <p:nvPr/>
            </p:nvSpPr>
            <p:spPr bwMode="auto">
              <a:xfrm>
                <a:off x="5243248" y="5037001"/>
                <a:ext cx="1990725" cy="626860"/>
              </a:xfrm>
              <a:prstGeom prst="rect">
                <a:avLst/>
              </a:prstGeom>
              <a:noFill/>
              <a:ln>
                <a:noFill/>
              </a:ln>
              <a:effectLst/>
            </p:spPr>
            <p:txBody>
              <a:bodyPr>
                <a:noAutofit/>
              </a:bodyPr>
              <a:lstStyle/>
              <a:p>
                <a14:m>
                  <m:oMathPara xmlns:m="http://schemas.openxmlformats.org/officeDocument/2006/math">
                    <m:oMathParaPr>
                      <m:jc m:val="left"/>
                    </m:oMathParaPr>
                    <m:oMath xmlns:m="http://schemas.openxmlformats.org/officeDocument/2006/math">
                      <m:r>
                        <a:rPr kumimoji="1" lang="zh-CN" altLang="en-US" sz="2800">
                          <a:solidFill>
                            <a:prstClr val="black"/>
                          </a:solidFill>
                          <a:latin typeface="Cambria Math" panose="02040503050406030204" charset="0"/>
                          <a:ea typeface="黑体" panose="02010609060101010101" pitchFamily="49" charset="-122"/>
                          <a:cs typeface="+mn-ea"/>
                        </a:rPr>
                        <m:t>≈</m:t>
                      </m:r>
                      <m:r>
                        <a:rPr kumimoji="1" lang="zh-CN" altLang="en-US" sz="2800">
                          <a:solidFill>
                            <a:prstClr val="black"/>
                          </a:solidFill>
                          <a:latin typeface="Cambria Math" panose="02040503050406030204" charset="0"/>
                          <a:ea typeface="黑体" panose="02010609060101010101" pitchFamily="49" charset="-122"/>
                          <a:cs typeface="+mn-ea"/>
                        </a:rPr>
                        <m:t>𝑓</m:t>
                      </m:r>
                      <m:r>
                        <a:rPr kumimoji="1" lang="zh-CN" altLang="en-US" sz="2800">
                          <a:solidFill>
                            <a:prstClr val="black"/>
                          </a:solidFill>
                          <a:latin typeface="Cambria Math" panose="02040503050406030204" charset="0"/>
                          <a:ea typeface="黑体" panose="02010609060101010101" pitchFamily="49" charset="-122"/>
                          <a:cs typeface="+mn-ea"/>
                        </a:rPr>
                        <m:t>(</m:t>
                      </m:r>
                      <m:r>
                        <a:rPr kumimoji="1" lang="zh-CN" altLang="en-US" sz="2800">
                          <a:solidFill>
                            <a:prstClr val="black"/>
                          </a:solidFill>
                          <a:latin typeface="Cambria Math" panose="02040503050406030204" charset="0"/>
                          <a:ea typeface="黑体" panose="02010609060101010101" pitchFamily="49" charset="-122"/>
                          <a:cs typeface="+mn-ea"/>
                        </a:rPr>
                        <m:t>𝑥</m:t>
                      </m:r>
                      <m:r>
                        <a:rPr kumimoji="1" lang="zh-CN" altLang="en-US" sz="2800">
                          <a:solidFill>
                            <a:prstClr val="black"/>
                          </a:solidFill>
                          <a:latin typeface="Cambria Math" panose="02040503050406030204" charset="0"/>
                          <a:ea typeface="黑体" panose="02010609060101010101" pitchFamily="49" charset="-122"/>
                          <a:cs typeface="+mn-ea"/>
                        </a:rPr>
                        <m:t>,</m:t>
                      </m:r>
                      <m:r>
                        <a:rPr kumimoji="1" lang="zh-CN" altLang="en-US" sz="2800">
                          <a:solidFill>
                            <a:prstClr val="black"/>
                          </a:solidFill>
                          <a:latin typeface="Cambria Math" panose="02040503050406030204" charset="0"/>
                          <a:ea typeface="黑体" panose="02010609060101010101" pitchFamily="49" charset="-122"/>
                          <a:cs typeface="+mn-ea"/>
                        </a:rPr>
                        <m:t>𝑦</m:t>
                      </m:r>
                      <m:r>
                        <a:rPr kumimoji="1" lang="zh-CN" altLang="en-US" sz="2800">
                          <a:solidFill>
                            <a:prstClr val="black"/>
                          </a:solidFill>
                          <a:latin typeface="Cambria Math" panose="02040503050406030204" charset="0"/>
                          <a:ea typeface="黑体" panose="02010609060101010101" pitchFamily="49" charset="-122"/>
                          <a:cs typeface="+mn-ea"/>
                        </a:rPr>
                        <m:t>)+</m:t>
                      </m:r>
                    </m:oMath>
                  </m:oMathPara>
                </a14:m>
                <a:endParaRPr kumimoji="1" lang="zh-CN" altLang="en-US" sz="2800" dirty="0">
                  <a:solidFill>
                    <a:prstClr val="black"/>
                  </a:solidFill>
                  <a:latin typeface="Times New Roman" panose="02020603050405020304"/>
                  <a:ea typeface="黑体" panose="02010609060101010101" pitchFamily="49" charset="-122"/>
                  <a:cs typeface="+mn-ea"/>
                </a:endParaRPr>
              </a:p>
            </p:txBody>
          </p:sp>
        </mc:Choice>
        <mc:Fallback>
          <p:sp>
            <p:nvSpPr>
              <p:cNvPr id="16" name="Object 37"/>
              <p:cNvSpPr txBox="1">
                <a:spLocks noRot="1" noChangeAspect="1" noMove="1" noResize="1" noEditPoints="1" noAdjustHandles="1" noChangeArrowheads="1" noChangeShapeType="1" noTextEdit="1"/>
              </p:cNvSpPr>
              <p:nvPr/>
            </p:nvSpPr>
            <p:spPr bwMode="auto">
              <a:xfrm>
                <a:off x="5243248" y="5037001"/>
                <a:ext cx="1990725" cy="626860"/>
              </a:xfrm>
              <a:prstGeom prst="rect">
                <a:avLst/>
              </a:prstGeom>
              <a:blipFill rotWithShape="1">
                <a:blip r:embed="rId9"/>
                <a:stretch>
                  <a:fillRect l="-3" t="-29" r="3" b="47"/>
                </a:stretch>
              </a:blipFill>
              <a:ln>
                <a:noFill/>
              </a:ln>
              <a:effectLst/>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7" name="Text Box 47"/>
              <p:cNvSpPr txBox="1">
                <a:spLocks noChangeArrowheads="1"/>
              </p:cNvSpPr>
              <p:nvPr/>
            </p:nvSpPr>
            <p:spPr bwMode="auto">
              <a:xfrm>
                <a:off x="3243580" y="4480775"/>
                <a:ext cx="4676775"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lvl="0" eaLnBrk="0" fontAlgn="base" hangingPunct="0">
                  <a:spcBef>
                    <a:spcPct val="0"/>
                  </a:spcBef>
                  <a:spcAft>
                    <a:spcPct val="0"/>
                  </a:spcAft>
                  <a:defRPr/>
                </a:pPr>
                <a14:m>
                  <m:oMath xmlns:m="http://schemas.openxmlformats.org/officeDocument/2006/math">
                    <m:r>
                      <a:rPr kumimoji="1" lang="zh-CN" altLang="en-US" sz="2800" smtClean="0">
                        <a:solidFill>
                          <a:prstClr val="black"/>
                        </a:solidFill>
                        <a:latin typeface="Cambria Math" panose="02040503050406030204" charset="0"/>
                        <a:ea typeface="黑体" panose="02010609060101010101" pitchFamily="49" charset="-122"/>
                        <a:cs typeface="+mn-ea"/>
                      </a:rPr>
                      <m:t>(</m:t>
                    </m:r>
                  </m:oMath>
                </a14:m>
                <a:r>
                  <a:rPr kumimoji="1" lang="zh-CN" altLang="en-US" sz="2800" dirty="0">
                    <a:solidFill>
                      <a:prstClr val="black"/>
                    </a:solidFill>
                    <a:latin typeface="Times New Roman" panose="02020603050405020304"/>
                    <a:ea typeface="黑体" panose="02010609060101010101" pitchFamily="49" charset="-122"/>
                    <a:cs typeface="+mn-ea"/>
                    <a:sym typeface="+mn-lt"/>
                  </a:rPr>
                  <a:t>可用于近似计算</a:t>
                </a:r>
                <a14:m>
                  <m:oMath xmlns:m="http://schemas.openxmlformats.org/officeDocument/2006/math">
                    <m:r>
                      <a:rPr kumimoji="1" lang="zh-CN" altLang="en-US" sz="2800">
                        <a:solidFill>
                          <a:schemeClr val="tx1">
                            <a:lumMod val="95000"/>
                            <a:lumOff val="5000"/>
                          </a:schemeClr>
                        </a:solidFill>
                        <a:latin typeface="Cambria Math" panose="02040503050406030204" charset="0"/>
                        <a:ea typeface="黑体" panose="02010609060101010101" pitchFamily="49" charset="-122"/>
                      </a:rPr>
                      <m:t>;</m:t>
                    </m:r>
                  </m:oMath>
                </a14:m>
                <a:r>
                  <a:rPr kumimoji="1" lang="zh-CN" altLang="en-US" sz="2800" dirty="0">
                    <a:solidFill>
                      <a:prstClr val="black"/>
                    </a:solidFill>
                    <a:latin typeface="Times New Roman" panose="02020603050405020304"/>
                    <a:ea typeface="黑体" panose="02010609060101010101" pitchFamily="49" charset="-122"/>
                    <a:cs typeface="+mn-ea"/>
                    <a:sym typeface="+mn-lt"/>
                  </a:rPr>
                  <a:t>误差分析</a:t>
                </a:r>
                <a14:m>
                  <m:oMath xmlns:m="http://schemas.openxmlformats.org/officeDocument/2006/math">
                    <m:r>
                      <a:rPr kumimoji="1" lang="zh-CN" altLang="en-US" sz="2800">
                        <a:solidFill>
                          <a:prstClr val="black"/>
                        </a:solidFill>
                        <a:latin typeface="Cambria Math" panose="02040503050406030204" charset="0"/>
                        <a:ea typeface="黑体" panose="02010609060101010101" pitchFamily="49" charset="-122"/>
                        <a:cs typeface="+mn-ea"/>
                      </a:rPr>
                      <m:t>)</m:t>
                    </m:r>
                  </m:oMath>
                </a14:m>
                <a:endParaRPr kumimoji="1" lang="en-US" altLang="zh-CN" sz="2800" dirty="0">
                  <a:solidFill>
                    <a:prstClr val="black"/>
                  </a:solidFill>
                  <a:latin typeface="Times New Roman" panose="02020603050405020304"/>
                  <a:ea typeface="黑体" panose="02010609060101010101" pitchFamily="49" charset="-122"/>
                  <a:cs typeface="+mn-ea"/>
                  <a:sym typeface="+mn-lt"/>
                </a:endParaRPr>
              </a:p>
            </p:txBody>
          </p:sp>
        </mc:Choice>
        <mc:Fallback>
          <p:sp>
            <p:nvSpPr>
              <p:cNvPr id="17" name="Text Box 47"/>
              <p:cNvSpPr txBox="1">
                <a:spLocks noRot="1" noChangeAspect="1" noMove="1" noResize="1" noEditPoints="1" noAdjustHandles="1" noChangeArrowheads="1" noChangeShapeType="1" noTextEdit="1"/>
              </p:cNvSpPr>
              <p:nvPr/>
            </p:nvSpPr>
            <p:spPr bwMode="auto">
              <a:xfrm>
                <a:off x="3243580" y="4480775"/>
                <a:ext cx="4676775" cy="519113"/>
              </a:xfrm>
              <a:prstGeom prst="rect">
                <a:avLst/>
              </a:prstGeom>
              <a:blipFill rotWithShape="1">
                <a:blip r:embed="rId10"/>
                <a:stretch>
                  <a:fillRect t="-41" b="103"/>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8" name="Text Box 48"/>
              <p:cNvSpPr txBox="1">
                <a:spLocks noChangeArrowheads="1"/>
              </p:cNvSpPr>
              <p:nvPr/>
            </p:nvSpPr>
            <p:spPr bwMode="auto">
              <a:xfrm>
                <a:off x="3243580" y="5613444"/>
                <a:ext cx="3000375"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lvl="0" eaLnBrk="0" fontAlgn="base" hangingPunct="0">
                  <a:spcBef>
                    <a:spcPct val="0"/>
                  </a:spcBef>
                  <a:spcAft>
                    <a:spcPct val="0"/>
                  </a:spcAft>
                  <a:defRPr/>
                </a:pPr>
                <a14:m>
                  <m:oMath xmlns:m="http://schemas.openxmlformats.org/officeDocument/2006/math">
                    <m:r>
                      <a:rPr kumimoji="1" lang="zh-CN" altLang="en-US" sz="2800">
                        <a:solidFill>
                          <a:prstClr val="black"/>
                        </a:solidFill>
                        <a:latin typeface="Cambria Math" panose="02040503050406030204" charset="0"/>
                        <a:ea typeface="黑体" panose="02010609060101010101" pitchFamily="49" charset="-122"/>
                        <a:cs typeface="+mn-ea"/>
                      </a:rPr>
                      <m:t>(</m:t>
                    </m:r>
                  </m:oMath>
                </a14:m>
                <a:r>
                  <a:rPr kumimoji="1" lang="zh-CN" altLang="en-US" sz="2800" dirty="0">
                    <a:solidFill>
                      <a:prstClr val="black"/>
                    </a:solidFill>
                    <a:latin typeface="Times New Roman" panose="02020603050405020304"/>
                    <a:ea typeface="黑体" panose="02010609060101010101" pitchFamily="49" charset="-122"/>
                    <a:cs typeface="+mn-ea"/>
                    <a:sym typeface="+mn-lt"/>
                  </a:rPr>
                  <a:t>可用于近似计算</a:t>
                </a:r>
                <a14:m>
                  <m:oMath xmlns:m="http://schemas.openxmlformats.org/officeDocument/2006/math">
                    <m:r>
                      <a:rPr kumimoji="1" lang="zh-CN" altLang="en-US" sz="2800">
                        <a:solidFill>
                          <a:prstClr val="black"/>
                        </a:solidFill>
                        <a:latin typeface="Cambria Math" panose="02040503050406030204" charset="0"/>
                        <a:ea typeface="黑体" panose="02010609060101010101" pitchFamily="49" charset="-122"/>
                        <a:cs typeface="+mn-ea"/>
                      </a:rPr>
                      <m:t>)</m:t>
                    </m:r>
                  </m:oMath>
                </a14:m>
                <a:endParaRPr kumimoji="1" lang="en-US" altLang="zh-CN" sz="2800" dirty="0">
                  <a:solidFill>
                    <a:prstClr val="black"/>
                  </a:solidFill>
                  <a:latin typeface="Times New Roman" panose="02020603050405020304"/>
                  <a:ea typeface="黑体" panose="02010609060101010101" pitchFamily="49" charset="-122"/>
                  <a:cs typeface="+mn-ea"/>
                  <a:sym typeface="+mn-lt"/>
                </a:endParaRPr>
              </a:p>
            </p:txBody>
          </p:sp>
        </mc:Choice>
        <mc:Fallback>
          <p:sp>
            <p:nvSpPr>
              <p:cNvPr id="18" name="Text Box 48"/>
              <p:cNvSpPr txBox="1">
                <a:spLocks noRot="1" noChangeAspect="1" noMove="1" noResize="1" noEditPoints="1" noAdjustHandles="1" noChangeArrowheads="1" noChangeShapeType="1" noTextEdit="1"/>
              </p:cNvSpPr>
              <p:nvPr/>
            </p:nvSpPr>
            <p:spPr bwMode="auto">
              <a:xfrm>
                <a:off x="3243580" y="5613444"/>
                <a:ext cx="3000375" cy="519113"/>
              </a:xfrm>
              <a:prstGeom prst="rect">
                <a:avLst/>
              </a:prstGeom>
              <a:blipFill rotWithShape="1">
                <a:blip r:embed="rId11"/>
                <a:stretch>
                  <a:fillRect t="-8" b="70"/>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zh-CN" altLang="en-US">
                    <a:noFill/>
                  </a:rPr>
                  <a:t> </a:t>
                </a:r>
              </a:p>
            </p:txBody>
          </p:sp>
        </mc:Fallback>
      </mc:AlternateContent>
      <p:sp>
        <p:nvSpPr>
          <p:cNvPr id="36" name="Rectangle 2"/>
          <p:cNvSpPr txBox="1">
            <a:spLocks noChangeArrowheads="1"/>
          </p:cNvSpPr>
          <p:nvPr/>
        </p:nvSpPr>
        <p:spPr>
          <a:xfrm>
            <a:off x="2014855" y="1287496"/>
            <a:ext cx="2070524" cy="576287"/>
          </a:xfrm>
          <a:prstGeom prst="rect">
            <a:avLst/>
          </a:prstGeom>
          <a:ln w="28575">
            <a:noFill/>
            <a:prstDash val="dashDot"/>
          </a:ln>
        </p:spPr>
        <p:txBody>
          <a:bodyPr vert="horz" lIns="91440" tIns="45720" rIns="91440" bIns="45720" rtlCol="0" anchor="ctr">
            <a:noAutofit/>
          </a:bodyPr>
          <a:lstStyle>
            <a:lvl1pPr algn="l" defTabSz="914400" rtl="0" eaLnBrk="1" latinLnBrk="0" hangingPunct="1">
              <a:lnSpc>
                <a:spcPct val="90000"/>
              </a:lnSpc>
              <a:spcBef>
                <a:spcPct val="0"/>
              </a:spcBef>
              <a:buNone/>
              <a:defRPr sz="2800" b="1" kern="1200">
                <a:solidFill>
                  <a:schemeClr val="tx1"/>
                </a:solidFill>
                <a:latin typeface="+mj-lt"/>
                <a:ea typeface="+mj-ea"/>
                <a:cs typeface="+mj-cs"/>
              </a:defRPr>
            </a:lvl1pPr>
          </a:lstStyle>
          <a:p>
            <a:pPr>
              <a:lnSpc>
                <a:spcPct val="100000"/>
              </a:lnSpc>
              <a:spcBef>
                <a:spcPct val="50000"/>
              </a:spcBef>
            </a:pPr>
            <a:r>
              <a:rPr kumimoji="1" lang="en-US" altLang="zh-CN" dirty="0">
                <a:solidFill>
                  <a:srgbClr val="04926A"/>
                </a:solidFill>
                <a:latin typeface="微软雅黑" panose="020B0503020204020204" pitchFamily="34" charset="-122"/>
                <a:ea typeface="微软雅黑" panose="020B0503020204020204" pitchFamily="34" charset="-122"/>
                <a:cs typeface="+mn-cs"/>
              </a:rPr>
              <a:t>1. </a:t>
            </a:r>
            <a:r>
              <a:rPr kumimoji="1" lang="zh-CN" altLang="en-US" dirty="0">
                <a:solidFill>
                  <a:srgbClr val="04926A"/>
                </a:solidFill>
                <a:latin typeface="微软雅黑" panose="020B0503020204020204" pitchFamily="34" charset="-122"/>
                <a:ea typeface="微软雅黑" panose="020B0503020204020204" pitchFamily="34" charset="-122"/>
                <a:cs typeface="+mn-cs"/>
              </a:rPr>
              <a:t>近似计算</a:t>
            </a:r>
            <a:endParaRPr kumimoji="1" lang="en-US" altLang="zh-CN" dirty="0">
              <a:solidFill>
                <a:srgbClr val="04926A"/>
              </a:solidFill>
              <a:latin typeface="微软雅黑" panose="020B0503020204020204" pitchFamily="34" charset="-122"/>
              <a:ea typeface="微软雅黑" panose="020B0503020204020204" pitchFamily="34" charset="-122"/>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6"/>
                                        </p:tgtEl>
                                        <p:attrNameLst>
                                          <p:attrName>style.visibility</p:attrName>
                                        </p:attrNameLst>
                                      </p:cBhvr>
                                      <p:to>
                                        <p:strVal val="visible"/>
                                      </p:to>
                                    </p:set>
                                    <p:animEffect transition="in" filter="wipe(left)">
                                      <p:cBhvr>
                                        <p:cTn id="12" dur="500"/>
                                        <p:tgtEl>
                                          <p:spTgt spid="36"/>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wipe(left)">
                                      <p:cBhvr>
                                        <p:cTn id="17" dur="500"/>
                                        <p:tgtEl>
                                          <p:spTgt spid="4"/>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wipe(left)">
                                      <p:cBhvr>
                                        <p:cTn id="22" dur="500"/>
                                        <p:tgtEl>
                                          <p:spTgt spid="7"/>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3"/>
                                        </p:tgtEl>
                                        <p:attrNameLst>
                                          <p:attrName>style.visibility</p:attrName>
                                        </p:attrNameLst>
                                      </p:cBhvr>
                                      <p:to>
                                        <p:strVal val="visible"/>
                                      </p:to>
                                    </p:set>
                                    <p:animEffect transition="in" filter="wipe(left)">
                                      <p:cBhvr>
                                        <p:cTn id="27" dur="500"/>
                                        <p:tgtEl>
                                          <p:spTgt spid="13"/>
                                        </p:tgtEl>
                                      </p:cBhvr>
                                    </p:animEffect>
                                  </p:childTnLst>
                                </p:cTn>
                              </p:par>
                              <p:par>
                                <p:cTn id="28" presetID="22" presetClass="entr" presetSubtype="4" fill="hold" grpId="0" nodeType="with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wipe(down)">
                                      <p:cBhvr>
                                        <p:cTn id="30" dur="500"/>
                                        <p:tgtEl>
                                          <p:spTgt spid="12"/>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8" fill="hold" grpId="0" nodeType="clickEffect">
                                  <p:stCondLst>
                                    <p:cond delay="0"/>
                                  </p:stCondLst>
                                  <p:childTnLst>
                                    <p:set>
                                      <p:cBhvr>
                                        <p:cTn id="34" dur="1" fill="hold">
                                          <p:stCondLst>
                                            <p:cond delay="0"/>
                                          </p:stCondLst>
                                        </p:cTn>
                                        <p:tgtEl>
                                          <p:spTgt spid="2"/>
                                        </p:tgtEl>
                                        <p:attrNameLst>
                                          <p:attrName>style.visibility</p:attrName>
                                        </p:attrNameLst>
                                      </p:cBhvr>
                                      <p:to>
                                        <p:strVal val="visible"/>
                                      </p:to>
                                    </p:set>
                                    <p:animEffect transition="in" filter="wipe(left)">
                                      <p:cBhvr>
                                        <p:cTn id="35" dur="500"/>
                                        <p:tgtEl>
                                          <p:spTgt spid="2"/>
                                        </p:tgtEl>
                                      </p:cBhvr>
                                    </p:animEffect>
                                  </p:childTnLst>
                                </p:cTn>
                              </p:par>
                            </p:childTnLst>
                          </p:cTn>
                        </p:par>
                        <p:par>
                          <p:cTn id="36" fill="hold">
                            <p:stCondLst>
                              <p:cond delay="500"/>
                            </p:stCondLst>
                            <p:childTnLst>
                              <p:par>
                                <p:cTn id="37" presetID="22" presetClass="entr" presetSubtype="8" fill="hold" grpId="0" nodeType="afterEffect">
                                  <p:stCondLst>
                                    <p:cond delay="0"/>
                                  </p:stCondLst>
                                  <p:childTnLst>
                                    <p:set>
                                      <p:cBhvr>
                                        <p:cTn id="38" dur="1" fill="hold">
                                          <p:stCondLst>
                                            <p:cond delay="0"/>
                                          </p:stCondLst>
                                        </p:cTn>
                                        <p:tgtEl>
                                          <p:spTgt spid="5"/>
                                        </p:tgtEl>
                                        <p:attrNameLst>
                                          <p:attrName>style.visibility</p:attrName>
                                        </p:attrNameLst>
                                      </p:cBhvr>
                                      <p:to>
                                        <p:strVal val="visible"/>
                                      </p:to>
                                    </p:set>
                                    <p:animEffect transition="in" filter="wipe(left)">
                                      <p:cBhvr>
                                        <p:cTn id="39" dur="500"/>
                                        <p:tgtEl>
                                          <p:spTgt spid="5"/>
                                        </p:tgtEl>
                                      </p:cBhvr>
                                    </p:animEffect>
                                  </p:childTnLst>
                                </p:cTn>
                              </p:par>
                            </p:childTnLst>
                          </p:cTn>
                        </p:par>
                        <p:par>
                          <p:cTn id="40" fill="hold">
                            <p:stCondLst>
                              <p:cond delay="1000"/>
                            </p:stCondLst>
                            <p:childTnLst>
                              <p:par>
                                <p:cTn id="41" presetID="22" presetClass="entr" presetSubtype="8" fill="hold" grpId="0" nodeType="afterEffect">
                                  <p:stCondLst>
                                    <p:cond delay="0"/>
                                  </p:stCondLst>
                                  <p:childTnLst>
                                    <p:set>
                                      <p:cBhvr>
                                        <p:cTn id="42" dur="1" fill="hold">
                                          <p:stCondLst>
                                            <p:cond delay="0"/>
                                          </p:stCondLst>
                                        </p:cTn>
                                        <p:tgtEl>
                                          <p:spTgt spid="14"/>
                                        </p:tgtEl>
                                        <p:attrNameLst>
                                          <p:attrName>style.visibility</p:attrName>
                                        </p:attrNameLst>
                                      </p:cBhvr>
                                      <p:to>
                                        <p:strVal val="visible"/>
                                      </p:to>
                                    </p:set>
                                    <p:animEffect transition="in" filter="wipe(left)">
                                      <p:cBhvr>
                                        <p:cTn id="43" dur="500"/>
                                        <p:tgtEl>
                                          <p:spTgt spid="14"/>
                                        </p:tgtEl>
                                      </p:cBhvr>
                                    </p:animEffect>
                                  </p:childTnLst>
                                </p:cTn>
                              </p:par>
                            </p:childTnLst>
                          </p:cTn>
                        </p:par>
                        <p:par>
                          <p:cTn id="44" fill="hold">
                            <p:stCondLst>
                              <p:cond delay="1500"/>
                            </p:stCondLst>
                            <p:childTnLst>
                              <p:par>
                                <p:cTn id="45" presetID="22" presetClass="entr" presetSubtype="8" fill="hold" grpId="0" nodeType="afterEffect">
                                  <p:stCondLst>
                                    <p:cond delay="0"/>
                                  </p:stCondLst>
                                  <p:childTnLst>
                                    <p:set>
                                      <p:cBhvr>
                                        <p:cTn id="46" dur="1" fill="hold">
                                          <p:stCondLst>
                                            <p:cond delay="0"/>
                                          </p:stCondLst>
                                        </p:cTn>
                                        <p:tgtEl>
                                          <p:spTgt spid="6"/>
                                        </p:tgtEl>
                                        <p:attrNameLst>
                                          <p:attrName>style.visibility</p:attrName>
                                        </p:attrNameLst>
                                      </p:cBhvr>
                                      <p:to>
                                        <p:strVal val="visible"/>
                                      </p:to>
                                    </p:set>
                                    <p:animEffect transition="in" filter="wipe(left)">
                                      <p:cBhvr>
                                        <p:cTn id="47" dur="500"/>
                                        <p:tgtEl>
                                          <p:spTgt spid="6"/>
                                        </p:tgtEl>
                                      </p:cBhvr>
                                    </p:animEffect>
                                  </p:childTnLst>
                                </p:cTn>
                              </p:par>
                            </p:childTnLst>
                          </p:cTn>
                        </p:par>
                        <p:par>
                          <p:cTn id="48" fill="hold">
                            <p:stCondLst>
                              <p:cond delay="2000"/>
                            </p:stCondLst>
                            <p:childTnLst>
                              <p:par>
                                <p:cTn id="49" presetID="22" presetClass="entr" presetSubtype="8" fill="hold" grpId="0" nodeType="afterEffect">
                                  <p:stCondLst>
                                    <p:cond delay="0"/>
                                  </p:stCondLst>
                                  <p:childTnLst>
                                    <p:set>
                                      <p:cBhvr>
                                        <p:cTn id="50" dur="1" fill="hold">
                                          <p:stCondLst>
                                            <p:cond delay="0"/>
                                          </p:stCondLst>
                                        </p:cTn>
                                        <p:tgtEl>
                                          <p:spTgt spid="10"/>
                                        </p:tgtEl>
                                        <p:attrNameLst>
                                          <p:attrName>style.visibility</p:attrName>
                                        </p:attrNameLst>
                                      </p:cBhvr>
                                      <p:to>
                                        <p:strVal val="visible"/>
                                      </p:to>
                                    </p:set>
                                    <p:animEffect transition="in" filter="wipe(left)">
                                      <p:cBhvr>
                                        <p:cTn id="51" dur="500"/>
                                        <p:tgtEl>
                                          <p:spTgt spid="10"/>
                                        </p:tgtEl>
                                      </p:cBhvr>
                                    </p:animEffect>
                                  </p:childTnLst>
                                </p:cTn>
                              </p:par>
                            </p:childTnLst>
                          </p:cTn>
                        </p:par>
                      </p:childTnLst>
                    </p:cTn>
                  </p:par>
                  <p:par>
                    <p:cTn id="52" fill="hold">
                      <p:stCondLst>
                        <p:cond delay="indefinite"/>
                      </p:stCondLst>
                      <p:childTnLst>
                        <p:par>
                          <p:cTn id="53" fill="hold">
                            <p:stCondLst>
                              <p:cond delay="0"/>
                            </p:stCondLst>
                            <p:childTnLst>
                              <p:par>
                                <p:cTn id="54" presetID="22" presetClass="entr" presetSubtype="8" fill="hold" grpId="0" nodeType="clickEffect">
                                  <p:stCondLst>
                                    <p:cond delay="0"/>
                                  </p:stCondLst>
                                  <p:childTnLst>
                                    <p:set>
                                      <p:cBhvr>
                                        <p:cTn id="55" dur="1" fill="hold">
                                          <p:stCondLst>
                                            <p:cond delay="0"/>
                                          </p:stCondLst>
                                        </p:cTn>
                                        <p:tgtEl>
                                          <p:spTgt spid="15"/>
                                        </p:tgtEl>
                                        <p:attrNameLst>
                                          <p:attrName>style.visibility</p:attrName>
                                        </p:attrNameLst>
                                      </p:cBhvr>
                                      <p:to>
                                        <p:strVal val="visible"/>
                                      </p:to>
                                    </p:set>
                                    <p:animEffect transition="in" filter="wipe(left)">
                                      <p:cBhvr>
                                        <p:cTn id="56" dur="500"/>
                                        <p:tgtEl>
                                          <p:spTgt spid="15"/>
                                        </p:tgtEl>
                                      </p:cBhvr>
                                    </p:animEffect>
                                  </p:childTnLst>
                                </p:cTn>
                              </p:par>
                            </p:childTnLst>
                          </p:cTn>
                        </p:par>
                      </p:childTnLst>
                    </p:cTn>
                  </p:par>
                  <p:par>
                    <p:cTn id="57" fill="hold">
                      <p:stCondLst>
                        <p:cond delay="indefinite"/>
                      </p:stCondLst>
                      <p:childTnLst>
                        <p:par>
                          <p:cTn id="58" fill="hold">
                            <p:stCondLst>
                              <p:cond delay="0"/>
                            </p:stCondLst>
                            <p:childTnLst>
                              <p:par>
                                <p:cTn id="59" presetID="22" presetClass="entr" presetSubtype="8" fill="hold" grpId="0" nodeType="clickEffect">
                                  <p:stCondLst>
                                    <p:cond delay="0"/>
                                  </p:stCondLst>
                                  <p:childTnLst>
                                    <p:set>
                                      <p:cBhvr>
                                        <p:cTn id="60" dur="1" fill="hold">
                                          <p:stCondLst>
                                            <p:cond delay="0"/>
                                          </p:stCondLst>
                                        </p:cTn>
                                        <p:tgtEl>
                                          <p:spTgt spid="11"/>
                                        </p:tgtEl>
                                        <p:attrNameLst>
                                          <p:attrName>style.visibility</p:attrName>
                                        </p:attrNameLst>
                                      </p:cBhvr>
                                      <p:to>
                                        <p:strVal val="visible"/>
                                      </p:to>
                                    </p:set>
                                    <p:animEffect transition="in" filter="wipe(left)">
                                      <p:cBhvr>
                                        <p:cTn id="61" dur="500"/>
                                        <p:tgtEl>
                                          <p:spTgt spid="11"/>
                                        </p:tgtEl>
                                      </p:cBhvr>
                                    </p:animEffect>
                                  </p:childTnLst>
                                </p:cTn>
                              </p:par>
                            </p:childTnLst>
                          </p:cTn>
                        </p:par>
                      </p:childTnLst>
                    </p:cTn>
                  </p:par>
                  <p:par>
                    <p:cTn id="62" fill="hold">
                      <p:stCondLst>
                        <p:cond delay="indefinite"/>
                      </p:stCondLst>
                      <p:childTnLst>
                        <p:par>
                          <p:cTn id="63" fill="hold">
                            <p:stCondLst>
                              <p:cond delay="0"/>
                            </p:stCondLst>
                            <p:childTnLst>
                              <p:par>
                                <p:cTn id="64" presetID="22" presetClass="entr" presetSubtype="8" fill="hold" grpId="0" nodeType="clickEffect">
                                  <p:stCondLst>
                                    <p:cond delay="0"/>
                                  </p:stCondLst>
                                  <p:childTnLst>
                                    <p:set>
                                      <p:cBhvr>
                                        <p:cTn id="65" dur="1" fill="hold">
                                          <p:stCondLst>
                                            <p:cond delay="0"/>
                                          </p:stCondLst>
                                        </p:cTn>
                                        <p:tgtEl>
                                          <p:spTgt spid="17"/>
                                        </p:tgtEl>
                                        <p:attrNameLst>
                                          <p:attrName>style.visibility</p:attrName>
                                        </p:attrNameLst>
                                      </p:cBhvr>
                                      <p:to>
                                        <p:strVal val="visible"/>
                                      </p:to>
                                    </p:set>
                                    <p:animEffect transition="in" filter="wipe(left)">
                                      <p:cBhvr>
                                        <p:cTn id="66" dur="500"/>
                                        <p:tgtEl>
                                          <p:spTgt spid="17"/>
                                        </p:tgtEl>
                                      </p:cBhvr>
                                    </p:animEffect>
                                  </p:childTnLst>
                                </p:cTn>
                              </p:par>
                            </p:childTnLst>
                          </p:cTn>
                        </p:par>
                      </p:childTnLst>
                    </p:cTn>
                  </p:par>
                  <p:par>
                    <p:cTn id="67" fill="hold">
                      <p:stCondLst>
                        <p:cond delay="indefinite"/>
                      </p:stCondLst>
                      <p:childTnLst>
                        <p:par>
                          <p:cTn id="68" fill="hold">
                            <p:stCondLst>
                              <p:cond delay="0"/>
                            </p:stCondLst>
                            <p:childTnLst>
                              <p:par>
                                <p:cTn id="69" presetID="22" presetClass="entr" presetSubtype="8" fill="hold" grpId="0" nodeType="clickEffect">
                                  <p:stCondLst>
                                    <p:cond delay="0"/>
                                  </p:stCondLst>
                                  <p:childTnLst>
                                    <p:set>
                                      <p:cBhvr>
                                        <p:cTn id="70" dur="1" fill="hold">
                                          <p:stCondLst>
                                            <p:cond delay="0"/>
                                          </p:stCondLst>
                                        </p:cTn>
                                        <p:tgtEl>
                                          <p:spTgt spid="8"/>
                                        </p:tgtEl>
                                        <p:attrNameLst>
                                          <p:attrName>style.visibility</p:attrName>
                                        </p:attrNameLst>
                                      </p:cBhvr>
                                      <p:to>
                                        <p:strVal val="visible"/>
                                      </p:to>
                                    </p:set>
                                    <p:animEffect transition="in" filter="wipe(left)">
                                      <p:cBhvr>
                                        <p:cTn id="71" dur="500"/>
                                        <p:tgtEl>
                                          <p:spTgt spid="8"/>
                                        </p:tgtEl>
                                      </p:cBhvr>
                                    </p:animEffect>
                                  </p:childTnLst>
                                </p:cTn>
                              </p:par>
                            </p:childTnLst>
                          </p:cTn>
                        </p:par>
                      </p:childTnLst>
                    </p:cTn>
                  </p:par>
                  <p:par>
                    <p:cTn id="72" fill="hold">
                      <p:stCondLst>
                        <p:cond delay="indefinite"/>
                      </p:stCondLst>
                      <p:childTnLst>
                        <p:par>
                          <p:cTn id="73" fill="hold">
                            <p:stCondLst>
                              <p:cond delay="0"/>
                            </p:stCondLst>
                            <p:childTnLst>
                              <p:par>
                                <p:cTn id="74" presetID="22" presetClass="entr" presetSubtype="8" fill="hold" grpId="0" nodeType="clickEffect">
                                  <p:stCondLst>
                                    <p:cond delay="0"/>
                                  </p:stCondLst>
                                  <p:childTnLst>
                                    <p:set>
                                      <p:cBhvr>
                                        <p:cTn id="75" dur="1" fill="hold">
                                          <p:stCondLst>
                                            <p:cond delay="0"/>
                                          </p:stCondLst>
                                        </p:cTn>
                                        <p:tgtEl>
                                          <p:spTgt spid="16"/>
                                        </p:tgtEl>
                                        <p:attrNameLst>
                                          <p:attrName>style.visibility</p:attrName>
                                        </p:attrNameLst>
                                      </p:cBhvr>
                                      <p:to>
                                        <p:strVal val="visible"/>
                                      </p:to>
                                    </p:set>
                                    <p:animEffect transition="in" filter="wipe(left)">
                                      <p:cBhvr>
                                        <p:cTn id="76" dur="500"/>
                                        <p:tgtEl>
                                          <p:spTgt spid="16"/>
                                        </p:tgtEl>
                                      </p:cBhvr>
                                    </p:animEffect>
                                  </p:childTnLst>
                                </p:cTn>
                              </p:par>
                            </p:childTnLst>
                          </p:cTn>
                        </p:par>
                      </p:childTnLst>
                    </p:cTn>
                  </p:par>
                  <p:par>
                    <p:cTn id="77" fill="hold">
                      <p:stCondLst>
                        <p:cond delay="indefinite"/>
                      </p:stCondLst>
                      <p:childTnLst>
                        <p:par>
                          <p:cTn id="78" fill="hold">
                            <p:stCondLst>
                              <p:cond delay="0"/>
                            </p:stCondLst>
                            <p:childTnLst>
                              <p:par>
                                <p:cTn id="79" presetID="22" presetClass="entr" presetSubtype="8" fill="hold" grpId="0" nodeType="clickEffect">
                                  <p:stCondLst>
                                    <p:cond delay="0"/>
                                  </p:stCondLst>
                                  <p:childTnLst>
                                    <p:set>
                                      <p:cBhvr>
                                        <p:cTn id="80" dur="1" fill="hold">
                                          <p:stCondLst>
                                            <p:cond delay="0"/>
                                          </p:stCondLst>
                                        </p:cTn>
                                        <p:tgtEl>
                                          <p:spTgt spid="9"/>
                                        </p:tgtEl>
                                        <p:attrNameLst>
                                          <p:attrName>style.visibility</p:attrName>
                                        </p:attrNameLst>
                                      </p:cBhvr>
                                      <p:to>
                                        <p:strVal val="visible"/>
                                      </p:to>
                                    </p:set>
                                    <p:animEffect transition="in" filter="wipe(left)">
                                      <p:cBhvr>
                                        <p:cTn id="81" dur="500"/>
                                        <p:tgtEl>
                                          <p:spTgt spid="9"/>
                                        </p:tgtEl>
                                      </p:cBhvr>
                                    </p:animEffect>
                                  </p:childTnLst>
                                </p:cTn>
                              </p:par>
                            </p:childTnLst>
                          </p:cTn>
                        </p:par>
                      </p:childTnLst>
                    </p:cTn>
                  </p:par>
                  <p:par>
                    <p:cTn id="82" fill="hold">
                      <p:stCondLst>
                        <p:cond delay="indefinite"/>
                      </p:stCondLst>
                      <p:childTnLst>
                        <p:par>
                          <p:cTn id="83" fill="hold">
                            <p:stCondLst>
                              <p:cond delay="0"/>
                            </p:stCondLst>
                            <p:childTnLst>
                              <p:par>
                                <p:cTn id="84" presetID="22" presetClass="entr" presetSubtype="8" fill="hold" grpId="0" nodeType="clickEffect">
                                  <p:stCondLst>
                                    <p:cond delay="0"/>
                                  </p:stCondLst>
                                  <p:childTnLst>
                                    <p:set>
                                      <p:cBhvr>
                                        <p:cTn id="85" dur="1" fill="hold">
                                          <p:stCondLst>
                                            <p:cond delay="0"/>
                                          </p:stCondLst>
                                        </p:cTn>
                                        <p:tgtEl>
                                          <p:spTgt spid="18"/>
                                        </p:tgtEl>
                                        <p:attrNameLst>
                                          <p:attrName>style.visibility</p:attrName>
                                        </p:attrNameLst>
                                      </p:cBhvr>
                                      <p:to>
                                        <p:strVal val="visible"/>
                                      </p:to>
                                    </p:set>
                                    <p:animEffect transition="in" filter="wipe(left)">
                                      <p:cBhvr>
                                        <p:cTn id="86"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4" grpId="0"/>
      <p:bldP spid="5" grpId="0"/>
      <p:bldP spid="6" grpId="0"/>
      <p:bldP spid="7" grpId="0" bldLvl="0" animBg="1"/>
      <p:bldP spid="8" grpId="0"/>
      <p:bldP spid="9" grpId="0"/>
      <p:bldP spid="10" grpId="0"/>
      <p:bldP spid="11" grpId="0"/>
      <p:bldP spid="12" grpId="0" animBg="1"/>
      <p:bldP spid="13" grpId="0"/>
      <p:bldP spid="14" grpId="0"/>
      <p:bldP spid="15" grpId="0"/>
      <p:bldP spid="16" grpId="0"/>
      <p:bldP spid="17" grpId="0"/>
      <p:bldP spid="18" grpId="0"/>
      <p:bldP spid="36"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9" name="矩形 38"/>
              <p:cNvSpPr/>
              <p:nvPr/>
            </p:nvSpPr>
            <p:spPr>
              <a:xfrm>
                <a:off x="687959" y="536260"/>
                <a:ext cx="10817352" cy="5799897"/>
              </a:xfrm>
              <a:prstGeom prst="rect">
                <a:avLst/>
              </a:prstGeom>
              <a:solidFill>
                <a:schemeClr val="bg1"/>
              </a:solidFill>
              <a:ln>
                <a:noFill/>
              </a:ln>
              <a:effectLst>
                <a:outerShdw blurRad="63500" sx="102000" sy="102000" algn="ctr" rotWithShape="0">
                  <a:prstClr val="black">
                    <a:alpha val="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kumimoji="1" lang="en-US" altLang="zh-CN" dirty="0">
                          <a:latin typeface="Cambria Math" panose="02040503050406030204" charset="0"/>
                          <a:ea typeface="黑体" panose="02010609060101010101" pitchFamily="49" charset="-122"/>
                          <a:cs typeface="Cambria Math" panose="02040503050406030204" charset="0"/>
                        </a:rPr>
                        <m:t>,</m:t>
                      </m:r>
                    </m:oMath>
                  </m:oMathPara>
                </a14:m>
                <a:endParaRPr lang="zh-CN" altLang="en-US"/>
              </a:p>
            </p:txBody>
          </p:sp>
        </mc:Choice>
        <mc:Fallback>
          <p:sp>
            <p:nvSpPr>
              <p:cNvPr id="39" name="矩形 38"/>
              <p:cNvSpPr>
                <a:spLocks noRot="1" noChangeAspect="1" noMove="1" noResize="1" noEditPoints="1" noAdjustHandles="1" noChangeArrowheads="1" noChangeShapeType="1" noTextEdit="1"/>
              </p:cNvSpPr>
              <p:nvPr/>
            </p:nvSpPr>
            <p:spPr>
              <a:xfrm>
                <a:off x="687959" y="536260"/>
                <a:ext cx="10817352" cy="5799897"/>
              </a:xfrm>
              <a:prstGeom prst="rect">
                <a:avLst/>
              </a:prstGeom>
              <a:blipFill rotWithShape="1">
                <a:blip r:embed="rId1"/>
                <a:stretch>
                  <a:fillRect l="-1499" t="-1932" r="-1493" b="-1914"/>
                </a:stretch>
              </a:blipFill>
              <a:ln>
                <a:noFill/>
              </a:ln>
              <a:effectLst>
                <a:outerShdw blurRad="63500" sx="102000" sy="102000" algn="ctr" rotWithShape="0">
                  <a:prstClr val="black">
                    <a:alpha val="9000"/>
                  </a:prstClr>
                </a:outerShdw>
              </a:effectLst>
            </p:spPr>
            <p:style>
              <a:lnRef idx="2">
                <a:schemeClr val="accent1">
                  <a:shade val="50000"/>
                </a:schemeClr>
              </a:lnRef>
              <a:fillRef idx="1">
                <a:schemeClr val="accent1"/>
              </a:fillRef>
              <a:effectRef idx="0">
                <a:schemeClr val="accent1"/>
              </a:effectRef>
              <a:fontRef idx="minor">
                <a:schemeClr val="lt1"/>
              </a:fontRef>
            </p:style>
            <p:txBody>
              <a:bodyPr/>
              <a:lstStyle/>
              <a:p>
                <a:r>
                  <a:rPr lang="zh-CN" altLang="en-US">
                    <a:noFill/>
                  </a:rPr>
                  <a:t> </a:t>
                </a:r>
              </a:p>
            </p:txBody>
          </p:sp>
        </mc:Fallback>
      </mc:AlternateContent>
      <p:sp>
        <p:nvSpPr>
          <p:cNvPr id="40" name="半闭框 39"/>
          <p:cNvSpPr/>
          <p:nvPr/>
        </p:nvSpPr>
        <p:spPr>
          <a:xfrm>
            <a:off x="687324" y="536434"/>
            <a:ext cx="681355" cy="739173"/>
          </a:xfrm>
          <a:prstGeom prst="halfFrame">
            <a:avLst>
              <a:gd name="adj1" fmla="val 7739"/>
              <a:gd name="adj2" fmla="val 6987"/>
            </a:avLst>
          </a:prstGeom>
          <a:gradFill flip="none" rotWithShape="1">
            <a:gsLst>
              <a:gs pos="0">
                <a:schemeClr val="bg1"/>
              </a:gs>
              <a:gs pos="46000">
                <a:srgbClr val="039463"/>
              </a:gs>
              <a:gs pos="100000">
                <a:schemeClr val="bg1"/>
              </a:gs>
            </a:gsLst>
            <a:path path="circle">
              <a:fillToRect t="100000" r="100000"/>
            </a:path>
            <a:tileRect l="-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41" name="半闭框 40"/>
          <p:cNvSpPr/>
          <p:nvPr/>
        </p:nvSpPr>
        <p:spPr>
          <a:xfrm flipH="1">
            <a:off x="10823530" y="535820"/>
            <a:ext cx="681146" cy="739134"/>
          </a:xfrm>
          <a:prstGeom prst="halfFrame">
            <a:avLst>
              <a:gd name="adj1" fmla="val 7739"/>
              <a:gd name="adj2" fmla="val 6987"/>
            </a:avLst>
          </a:prstGeom>
          <a:gradFill flip="none" rotWithShape="1">
            <a:gsLst>
              <a:gs pos="0">
                <a:schemeClr val="bg1"/>
              </a:gs>
              <a:gs pos="46000">
                <a:srgbClr val="039463"/>
              </a:gs>
              <a:gs pos="100000">
                <a:schemeClr val="bg1"/>
              </a:gs>
            </a:gsLst>
            <a:path path="circle">
              <a:fillToRect t="100000" r="100000"/>
            </a:path>
            <a:tileRect l="-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42" name="半闭框 41"/>
          <p:cNvSpPr/>
          <p:nvPr/>
        </p:nvSpPr>
        <p:spPr>
          <a:xfrm flipV="1">
            <a:off x="687324" y="5665394"/>
            <a:ext cx="681355" cy="673517"/>
          </a:xfrm>
          <a:prstGeom prst="halfFrame">
            <a:avLst>
              <a:gd name="adj1" fmla="val 7739"/>
              <a:gd name="adj2" fmla="val 6987"/>
            </a:avLst>
          </a:prstGeom>
          <a:gradFill flip="none" rotWithShape="1">
            <a:gsLst>
              <a:gs pos="0">
                <a:schemeClr val="bg1"/>
              </a:gs>
              <a:gs pos="46000">
                <a:srgbClr val="039463"/>
              </a:gs>
              <a:gs pos="100000">
                <a:schemeClr val="bg1"/>
              </a:gs>
            </a:gsLst>
            <a:path path="circle">
              <a:fillToRect t="100000" r="100000"/>
            </a:path>
            <a:tileRect l="-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200">
              <a:solidFill>
                <a:schemeClr val="tx1"/>
              </a:solidFill>
            </a:endParaRPr>
          </a:p>
        </p:txBody>
      </p:sp>
      <p:sp>
        <p:nvSpPr>
          <p:cNvPr id="43" name="半闭框 42"/>
          <p:cNvSpPr/>
          <p:nvPr/>
        </p:nvSpPr>
        <p:spPr>
          <a:xfrm flipH="1" flipV="1">
            <a:off x="10824165" y="5642774"/>
            <a:ext cx="681146" cy="693383"/>
          </a:xfrm>
          <a:prstGeom prst="halfFrame">
            <a:avLst>
              <a:gd name="adj1" fmla="val 7739"/>
              <a:gd name="adj2" fmla="val 6987"/>
            </a:avLst>
          </a:prstGeom>
          <a:gradFill flip="none" rotWithShape="1">
            <a:gsLst>
              <a:gs pos="0">
                <a:schemeClr val="bg1"/>
              </a:gs>
              <a:gs pos="46000">
                <a:srgbClr val="039463"/>
              </a:gs>
              <a:gs pos="100000">
                <a:schemeClr val="bg1"/>
              </a:gs>
            </a:gsLst>
            <a:path path="circle">
              <a:fillToRect t="100000" r="100000"/>
            </a:path>
            <a:tileRect l="-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2" name="Text Box 11"/>
          <p:cNvSpPr txBox="1">
            <a:spLocks noChangeArrowheads="1"/>
          </p:cNvSpPr>
          <p:nvPr/>
        </p:nvSpPr>
        <p:spPr bwMode="auto">
          <a:xfrm>
            <a:off x="7064976" y="736435"/>
            <a:ext cx="3387123" cy="52322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square">
            <a:spAutoFit/>
          </a:bodyPr>
          <a:lstStyle/>
          <a:p>
            <a:pPr lvl="0" fontAlgn="base">
              <a:spcBef>
                <a:spcPct val="50000"/>
              </a:spcBef>
              <a:spcAft>
                <a:spcPct val="0"/>
              </a:spcAft>
              <a:defRPr/>
            </a:pPr>
            <a:r>
              <a:rPr kumimoji="1" lang="zh-CN" altLang="en-US" sz="2800" dirty="0">
                <a:solidFill>
                  <a:prstClr val="black"/>
                </a:solidFill>
                <a:latin typeface="Times New Roman" panose="02020603050405020304"/>
                <a:ea typeface="黑体" panose="02010609060101010101" pitchFamily="49" charset="-122"/>
                <a:cs typeface="+mn-ea"/>
                <a:sym typeface="+mn-lt"/>
              </a:rPr>
              <a:t>半径由 </a:t>
            </a:r>
            <a:r>
              <a:rPr kumimoji="1" lang="en-US" altLang="zh-CN" sz="2800" dirty="0">
                <a:solidFill>
                  <a:prstClr val="black"/>
                </a:solidFill>
                <a:latin typeface="Times New Roman" panose="02020603050405020304"/>
                <a:ea typeface="黑体" panose="02010609060101010101" pitchFamily="49" charset="-122"/>
                <a:cs typeface="+mn-ea"/>
                <a:sym typeface="+mn-lt"/>
              </a:rPr>
              <a:t>20cm </a:t>
            </a:r>
            <a:r>
              <a:rPr kumimoji="1" lang="zh-CN" altLang="en-US" sz="2800" dirty="0">
                <a:solidFill>
                  <a:prstClr val="black"/>
                </a:solidFill>
                <a:latin typeface="Times New Roman" panose="02020603050405020304"/>
                <a:ea typeface="黑体" panose="02010609060101010101" pitchFamily="49" charset="-122"/>
                <a:cs typeface="+mn-ea"/>
                <a:sym typeface="+mn-lt"/>
              </a:rPr>
              <a:t>增大到</a:t>
            </a:r>
            <a:endParaRPr kumimoji="1" lang="zh-CN" altLang="en-US" sz="2800" dirty="0">
              <a:solidFill>
                <a:prstClr val="black"/>
              </a:solidFill>
              <a:latin typeface="Times New Roman" panose="02020603050405020304"/>
              <a:ea typeface="黑体" panose="02010609060101010101" pitchFamily="49" charset="-122"/>
              <a:cs typeface="+mn-ea"/>
              <a:sym typeface="+mn-lt"/>
            </a:endParaRPr>
          </a:p>
        </p:txBody>
      </p:sp>
      <p:sp>
        <p:nvSpPr>
          <p:cNvPr id="3" name="Text Box 14"/>
          <p:cNvSpPr txBox="1">
            <a:spLocks noChangeArrowheads="1"/>
          </p:cNvSpPr>
          <p:nvPr/>
        </p:nvSpPr>
        <p:spPr bwMode="auto">
          <a:xfrm>
            <a:off x="1811154" y="2338389"/>
            <a:ext cx="1750030" cy="52322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square">
            <a:spAutoFit/>
          </a:bodyPr>
          <a:lstStyle/>
          <a:p>
            <a:pPr marL="0" marR="0" lvl="0" indent="0" algn="l" defTabSz="914400" rtl="0" eaLnBrk="1" fontAlgn="base" latinLnBrk="0" hangingPunct="1">
              <a:lnSpc>
                <a:spcPct val="100000"/>
              </a:lnSpc>
              <a:spcBef>
                <a:spcPct val="50000"/>
              </a:spcBef>
              <a:spcAft>
                <a:spcPct val="0"/>
              </a:spcAft>
              <a:buClrTx/>
              <a:buSzTx/>
              <a:buFontTx/>
              <a:buNone/>
              <a:defRPr/>
            </a:pPr>
            <a:r>
              <a:rPr kumimoji="1" lang="zh-CN" altLang="en-US" sz="2800" b="1" dirty="0">
                <a:solidFill>
                  <a:srgbClr val="04926A"/>
                </a:solidFill>
                <a:latin typeface="微软雅黑" panose="020B0503020204020204" pitchFamily="34" charset="-122"/>
                <a:ea typeface="微软雅黑" panose="020B0503020204020204" pitchFamily="34" charset="-122"/>
                <a:sym typeface="+mn-lt"/>
              </a:rPr>
              <a:t>解</a:t>
            </a:r>
            <a:r>
              <a:rPr kumimoji="1" lang="en-US" altLang="zh-CN" sz="2800" b="1" dirty="0">
                <a:solidFill>
                  <a:srgbClr val="04926A"/>
                </a:solidFill>
                <a:latin typeface="微软雅黑" panose="020B0503020204020204" pitchFamily="34" charset="-122"/>
                <a:ea typeface="微软雅黑" panose="020B0503020204020204" pitchFamily="34" charset="-122"/>
                <a:sym typeface="+mn-lt"/>
              </a:rPr>
              <a:t>    </a:t>
            </a:r>
            <a:r>
              <a:rPr kumimoji="1" lang="zh-CN" altLang="en-US" sz="2200" dirty="0">
                <a:solidFill>
                  <a:prstClr val="black"/>
                </a:solidFill>
                <a:latin typeface="Times New Roman" panose="02020603050405020304"/>
                <a:ea typeface="黑体" panose="02010609060101010101" pitchFamily="49" charset="-122"/>
                <a:cs typeface="+mn-ea"/>
                <a:sym typeface="+mn-lt"/>
              </a:rPr>
              <a:t>已知</a:t>
            </a:r>
            <a:endParaRPr kumimoji="1" lang="zh-CN" altLang="en-US" sz="2200" dirty="0">
              <a:solidFill>
                <a:prstClr val="black"/>
              </a:solidFill>
              <a:latin typeface="Times New Roman" panose="02020603050405020304"/>
              <a:ea typeface="黑体" panose="02010609060101010101" pitchFamily="49" charset="-122"/>
              <a:cs typeface="+mn-ea"/>
              <a:sym typeface="+mn-lt"/>
            </a:endParaRPr>
          </a:p>
        </p:txBody>
      </p:sp>
      <mc:AlternateContent xmlns:mc="http://schemas.openxmlformats.org/markup-compatibility/2006">
        <mc:Choice xmlns:a14="http://schemas.microsoft.com/office/drawing/2010/main" Requires="a14">
          <p:sp>
            <p:nvSpPr>
              <p:cNvPr id="4" name="Object 15"/>
              <p:cNvSpPr txBox="1"/>
              <p:nvPr/>
            </p:nvSpPr>
            <p:spPr bwMode="auto">
              <a:xfrm>
                <a:off x="3239008" y="2402681"/>
                <a:ext cx="1402151" cy="393700"/>
              </a:xfrm>
              <a:prstGeom prst="rect">
                <a:avLst/>
              </a:prstGeom>
              <a:noFill/>
              <a:ln>
                <a:noFill/>
              </a:ln>
              <a:effectLst/>
            </p:spPr>
            <p:txBody>
              <a:bodyPr>
                <a:noAutofit/>
              </a:bodyPr>
              <a:lstStyle/>
              <a:p>
                <a14:m>
                  <m:oMathPara xmlns:m="http://schemas.openxmlformats.org/officeDocument/2006/math">
                    <m:oMathParaPr>
                      <m:jc m:val="left"/>
                    </m:oMathParaPr>
                    <m:oMath xmlns:m="http://schemas.openxmlformats.org/officeDocument/2006/math">
                      <m:r>
                        <a:rPr kumimoji="1" lang="zh-CN" altLang="en-US" sz="2200">
                          <a:solidFill>
                            <a:prstClr val="black"/>
                          </a:solidFill>
                          <a:latin typeface="Cambria Math" panose="02040503050406030204" charset="0"/>
                          <a:ea typeface="黑体" panose="02010609060101010101" pitchFamily="49" charset="-122"/>
                          <a:cs typeface="+mn-ea"/>
                        </a:rPr>
                        <m:t>𝑉</m:t>
                      </m:r>
                      <m:r>
                        <a:rPr kumimoji="1" lang="zh-CN" altLang="en-US" sz="2200">
                          <a:solidFill>
                            <a:prstClr val="black"/>
                          </a:solidFill>
                          <a:latin typeface="Cambria Math" panose="02040503050406030204" charset="0"/>
                          <a:ea typeface="黑体" panose="02010609060101010101" pitchFamily="49" charset="-122"/>
                          <a:cs typeface="+mn-ea"/>
                        </a:rPr>
                        <m:t>=</m:t>
                      </m:r>
                      <m:r>
                        <m:rPr>
                          <m:sty m:val="p"/>
                        </m:rPr>
                        <a:rPr kumimoji="1" lang="zh-CN" altLang="en-US" sz="2200" i="0">
                          <a:solidFill>
                            <a:prstClr val="black"/>
                          </a:solidFill>
                          <a:latin typeface="Cambria Math" panose="02040503050406030204" charset="0"/>
                          <a:ea typeface="黑体" panose="02010609060101010101" pitchFamily="49" charset="-122"/>
                          <a:cs typeface="+mn-ea"/>
                        </a:rPr>
                        <m:t>π</m:t>
                      </m:r>
                      <m:sSup>
                        <m:sSupPr>
                          <m:ctrlPr>
                            <a:rPr kumimoji="1" lang="zh-CN" altLang="en-US" sz="2200" i="1">
                              <a:solidFill>
                                <a:prstClr val="black"/>
                              </a:solidFill>
                              <a:latin typeface="Cambria Math" panose="02040503050406030204" charset="0"/>
                              <a:ea typeface="黑体" panose="02010609060101010101" pitchFamily="49" charset="-122"/>
                              <a:cs typeface="+mn-ea"/>
                            </a:rPr>
                          </m:ctrlPr>
                        </m:sSupPr>
                        <m:e>
                          <m:r>
                            <a:rPr kumimoji="1" lang="zh-CN" altLang="en-US" sz="2200">
                              <a:solidFill>
                                <a:prstClr val="black"/>
                              </a:solidFill>
                              <a:latin typeface="Cambria Math" panose="02040503050406030204" charset="0"/>
                              <a:ea typeface="黑体" panose="02010609060101010101" pitchFamily="49" charset="-122"/>
                              <a:cs typeface="+mn-ea"/>
                            </a:rPr>
                            <m:t>𝑟</m:t>
                          </m:r>
                        </m:e>
                        <m:sup>
                          <m:r>
                            <a:rPr kumimoji="1" lang="zh-CN" altLang="en-US" sz="2200">
                              <a:solidFill>
                                <a:prstClr val="black"/>
                              </a:solidFill>
                              <a:latin typeface="Cambria Math" panose="02040503050406030204" charset="0"/>
                              <a:ea typeface="黑体" panose="02010609060101010101" pitchFamily="49" charset="-122"/>
                              <a:cs typeface="+mn-ea"/>
                            </a:rPr>
                            <m:t>2</m:t>
                          </m:r>
                        </m:sup>
                      </m:sSup>
                      <m:r>
                        <a:rPr kumimoji="1" lang="zh-CN" altLang="en-US" sz="2200">
                          <a:solidFill>
                            <a:prstClr val="black"/>
                          </a:solidFill>
                          <a:latin typeface="Cambria Math" panose="02040503050406030204" charset="0"/>
                          <a:ea typeface="黑体" panose="02010609060101010101" pitchFamily="49" charset="-122"/>
                          <a:cs typeface="+mn-ea"/>
                        </a:rPr>
                        <m:t>ℎ</m:t>
                      </m:r>
                      <m:r>
                        <a:rPr kumimoji="1" lang="zh-CN" altLang="en-US" sz="2200">
                          <a:solidFill>
                            <a:prstClr val="black"/>
                          </a:solidFill>
                          <a:latin typeface="Cambria Math" panose="02040503050406030204" charset="0"/>
                          <a:ea typeface="黑体" panose="02010609060101010101" pitchFamily="49" charset="-122"/>
                          <a:cs typeface="+mn-ea"/>
                        </a:rPr>
                        <m:t>,</m:t>
                      </m:r>
                    </m:oMath>
                  </m:oMathPara>
                </a14:m>
                <a:endParaRPr kumimoji="1" lang="zh-CN" altLang="en-US" sz="2200" dirty="0">
                  <a:solidFill>
                    <a:prstClr val="black"/>
                  </a:solidFill>
                  <a:latin typeface="Times New Roman" panose="02020603050405020304"/>
                  <a:ea typeface="黑体" panose="02010609060101010101" pitchFamily="49" charset="-122"/>
                  <a:cs typeface="+mn-ea"/>
                </a:endParaRPr>
              </a:p>
            </p:txBody>
          </p:sp>
        </mc:Choice>
        <mc:Fallback>
          <p:sp>
            <p:nvSpPr>
              <p:cNvPr id="4" name="Object 15"/>
              <p:cNvSpPr txBox="1">
                <a:spLocks noRot="1" noChangeAspect="1" noMove="1" noResize="1" noEditPoints="1" noAdjustHandles="1" noChangeArrowheads="1" noChangeShapeType="1" noTextEdit="1"/>
              </p:cNvSpPr>
              <p:nvPr/>
            </p:nvSpPr>
            <p:spPr bwMode="auto">
              <a:xfrm>
                <a:off x="3239008" y="2402681"/>
                <a:ext cx="1402151" cy="393700"/>
              </a:xfrm>
              <a:prstGeom prst="rect">
                <a:avLst/>
              </a:prstGeom>
              <a:blipFill rotWithShape="1">
                <a:blip r:embed="rId2"/>
                <a:stretch>
                  <a:fillRect l="-36" t="-121" r="41" b="121"/>
                </a:stretch>
              </a:blipFill>
              <a:ln>
                <a:noFill/>
              </a:ln>
              <a:effectLst/>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5" name="Object 16"/>
              <p:cNvSpPr txBox="1"/>
              <p:nvPr/>
            </p:nvSpPr>
            <p:spPr bwMode="auto">
              <a:xfrm>
                <a:off x="3239008" y="2891159"/>
                <a:ext cx="912811" cy="393700"/>
              </a:xfrm>
              <a:prstGeom prst="rect">
                <a:avLst/>
              </a:prstGeom>
              <a:noFill/>
              <a:ln>
                <a:noFill/>
              </a:ln>
              <a:effectLst/>
            </p:spPr>
            <p:txBody>
              <a:bodyPr>
                <a:noAutofit/>
              </a:bodyPr>
              <a:lstStyle/>
              <a:p>
                <a14:m>
                  <m:oMathPara xmlns:m="http://schemas.openxmlformats.org/officeDocument/2006/math">
                    <m:oMathParaPr>
                      <m:jc m:val="left"/>
                    </m:oMathParaPr>
                    <m:oMath xmlns:m="http://schemas.openxmlformats.org/officeDocument/2006/math">
                      <m:r>
                        <m:rPr>
                          <m:sty m:val="p"/>
                        </m:rPr>
                        <a:rPr kumimoji="1" lang="zh-CN" altLang="en-US" sz="2200">
                          <a:solidFill>
                            <a:prstClr val="black"/>
                          </a:solidFill>
                          <a:latin typeface="Cambria Math" panose="02040503050406030204" charset="0"/>
                          <a:ea typeface="黑体" panose="02010609060101010101" pitchFamily="49" charset="-122"/>
                          <a:cs typeface="+mn-ea"/>
                        </a:rPr>
                        <m:t>Δ</m:t>
                      </m:r>
                      <m:r>
                        <a:rPr kumimoji="1" lang="zh-CN" altLang="en-US" sz="2200">
                          <a:solidFill>
                            <a:prstClr val="black"/>
                          </a:solidFill>
                          <a:latin typeface="Cambria Math" panose="02040503050406030204" charset="0"/>
                          <a:ea typeface="黑体" panose="02010609060101010101" pitchFamily="49" charset="-122"/>
                          <a:cs typeface="+mn-ea"/>
                        </a:rPr>
                        <m:t>𝑉</m:t>
                      </m:r>
                      <m:r>
                        <a:rPr kumimoji="1" lang="zh-CN" altLang="en-US" sz="2200">
                          <a:solidFill>
                            <a:prstClr val="black"/>
                          </a:solidFill>
                          <a:latin typeface="Cambria Math" panose="02040503050406030204" charset="0"/>
                          <a:ea typeface="黑体" panose="02010609060101010101" pitchFamily="49" charset="-122"/>
                          <a:cs typeface="+mn-ea"/>
                        </a:rPr>
                        <m:t>≈</m:t>
                      </m:r>
                    </m:oMath>
                  </m:oMathPara>
                </a14:m>
                <a:endParaRPr kumimoji="1" lang="zh-CN" altLang="en-US" sz="2200" dirty="0">
                  <a:solidFill>
                    <a:prstClr val="black"/>
                  </a:solidFill>
                  <a:latin typeface="Times New Roman" panose="02020603050405020304"/>
                  <a:ea typeface="黑体" panose="02010609060101010101" pitchFamily="49" charset="-122"/>
                  <a:cs typeface="+mn-ea"/>
                </a:endParaRPr>
              </a:p>
            </p:txBody>
          </p:sp>
        </mc:Choice>
        <mc:Fallback>
          <p:sp>
            <p:nvSpPr>
              <p:cNvPr id="5" name="Object 16"/>
              <p:cNvSpPr txBox="1">
                <a:spLocks noRot="1" noChangeAspect="1" noMove="1" noResize="1" noEditPoints="1" noAdjustHandles="1" noChangeArrowheads="1" noChangeShapeType="1" noTextEdit="1"/>
              </p:cNvSpPr>
              <p:nvPr/>
            </p:nvSpPr>
            <p:spPr bwMode="auto">
              <a:xfrm>
                <a:off x="3239008" y="2891159"/>
                <a:ext cx="912811" cy="393700"/>
              </a:xfrm>
              <a:prstGeom prst="rect">
                <a:avLst/>
              </a:prstGeom>
              <a:blipFill rotWithShape="1">
                <a:blip r:embed="rId3"/>
                <a:stretch>
                  <a:fillRect l="-56" t="-1" r="21" b="1"/>
                </a:stretch>
              </a:blipFill>
              <a:ln>
                <a:noFill/>
              </a:ln>
              <a:effectLst/>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6" name="Object 18"/>
              <p:cNvSpPr txBox="1"/>
              <p:nvPr/>
            </p:nvSpPr>
            <p:spPr bwMode="auto">
              <a:xfrm>
                <a:off x="3694622" y="3402721"/>
                <a:ext cx="2463745" cy="406400"/>
              </a:xfrm>
              <a:prstGeom prst="rect">
                <a:avLst/>
              </a:prstGeom>
              <a:noFill/>
              <a:ln>
                <a:noFill/>
              </a:ln>
              <a:effectLst/>
            </p:spPr>
            <p:txBody>
              <a:bodyPr>
                <a:noAutofit/>
              </a:bodyPr>
              <a:lstStyle/>
              <a:p>
                <a14:m>
                  <m:oMathPara xmlns:m="http://schemas.openxmlformats.org/officeDocument/2006/math">
                    <m:oMathParaPr>
                      <m:jc m:val="left"/>
                    </m:oMathParaPr>
                    <m:oMath xmlns:m="http://schemas.openxmlformats.org/officeDocument/2006/math">
                      <m:r>
                        <a:rPr kumimoji="1" lang="zh-CN" altLang="en-US" sz="2200">
                          <a:solidFill>
                            <a:prstClr val="black"/>
                          </a:solidFill>
                          <a:latin typeface="Cambria Math" panose="02040503050406030204" charset="0"/>
                          <a:ea typeface="黑体" panose="02010609060101010101" pitchFamily="49" charset="-122"/>
                          <a:cs typeface="+mn-ea"/>
                        </a:rPr>
                        <m:t>𝑟</m:t>
                      </m:r>
                      <m:r>
                        <a:rPr kumimoji="1" lang="zh-CN" altLang="en-US" sz="2200">
                          <a:solidFill>
                            <a:prstClr val="black"/>
                          </a:solidFill>
                          <a:latin typeface="Cambria Math" panose="02040503050406030204" charset="0"/>
                          <a:ea typeface="黑体" panose="02010609060101010101" pitchFamily="49" charset="-122"/>
                          <a:cs typeface="+mn-ea"/>
                        </a:rPr>
                        <m:t>=</m:t>
                      </m:r>
                      <m:r>
                        <a:rPr kumimoji="1" lang="zh-CN" altLang="en-US" sz="2200">
                          <a:solidFill>
                            <a:prstClr val="black"/>
                          </a:solidFill>
                          <a:latin typeface="Cambria Math" panose="02040503050406030204" charset="0"/>
                          <a:ea typeface="黑体" panose="02010609060101010101" pitchFamily="49" charset="-122"/>
                          <a:cs typeface="+mn-ea"/>
                        </a:rPr>
                        <m:t>20</m:t>
                      </m:r>
                      <m:r>
                        <a:rPr kumimoji="1" lang="zh-CN" altLang="en-US" sz="2200">
                          <a:solidFill>
                            <a:prstClr val="black"/>
                          </a:solidFill>
                          <a:latin typeface="Cambria Math" panose="02040503050406030204" charset="0"/>
                          <a:ea typeface="黑体" panose="02010609060101010101" pitchFamily="49" charset="-122"/>
                          <a:cs typeface="+mn-ea"/>
                        </a:rPr>
                        <m:t>, </m:t>
                      </m:r>
                      <m:r>
                        <a:rPr kumimoji="1" lang="zh-CN" altLang="en-US" sz="2200">
                          <a:solidFill>
                            <a:prstClr val="black"/>
                          </a:solidFill>
                          <a:latin typeface="Cambria Math" panose="02040503050406030204" charset="0"/>
                          <a:ea typeface="黑体" panose="02010609060101010101" pitchFamily="49" charset="-122"/>
                          <a:cs typeface="+mn-ea"/>
                        </a:rPr>
                        <m:t>ℎ</m:t>
                      </m:r>
                      <m:r>
                        <a:rPr kumimoji="1" lang="zh-CN" altLang="en-US" sz="2200">
                          <a:solidFill>
                            <a:prstClr val="black"/>
                          </a:solidFill>
                          <a:latin typeface="Cambria Math" panose="02040503050406030204" charset="0"/>
                          <a:ea typeface="黑体" panose="02010609060101010101" pitchFamily="49" charset="-122"/>
                          <a:cs typeface="+mn-ea"/>
                        </a:rPr>
                        <m:t>=</m:t>
                      </m:r>
                      <m:r>
                        <a:rPr kumimoji="1" lang="zh-CN" altLang="en-US" sz="2200">
                          <a:solidFill>
                            <a:prstClr val="black"/>
                          </a:solidFill>
                          <a:latin typeface="Cambria Math" panose="02040503050406030204" charset="0"/>
                          <a:ea typeface="黑体" panose="02010609060101010101" pitchFamily="49" charset="-122"/>
                          <a:cs typeface="+mn-ea"/>
                        </a:rPr>
                        <m:t>100</m:t>
                      </m:r>
                      <m:r>
                        <a:rPr kumimoji="1" lang="zh-CN" altLang="en-US" sz="2200">
                          <a:solidFill>
                            <a:prstClr val="black"/>
                          </a:solidFill>
                          <a:latin typeface="Cambria Math" panose="02040503050406030204" charset="0"/>
                          <a:ea typeface="黑体" panose="02010609060101010101" pitchFamily="49" charset="-122"/>
                          <a:cs typeface="+mn-ea"/>
                        </a:rPr>
                        <m:t>,</m:t>
                      </m:r>
                    </m:oMath>
                  </m:oMathPara>
                </a14:m>
                <a:endParaRPr kumimoji="1" lang="zh-CN" altLang="en-US" sz="2200" dirty="0">
                  <a:solidFill>
                    <a:prstClr val="black"/>
                  </a:solidFill>
                  <a:latin typeface="Times New Roman" panose="02020603050405020304"/>
                  <a:ea typeface="黑体" panose="02010609060101010101" pitchFamily="49" charset="-122"/>
                  <a:cs typeface="+mn-ea"/>
                </a:endParaRPr>
              </a:p>
            </p:txBody>
          </p:sp>
        </mc:Choice>
        <mc:Fallback>
          <p:sp>
            <p:nvSpPr>
              <p:cNvPr id="6" name="Object 18"/>
              <p:cNvSpPr txBox="1">
                <a:spLocks noRot="1" noChangeAspect="1" noMove="1" noResize="1" noEditPoints="1" noAdjustHandles="1" noChangeArrowheads="1" noChangeShapeType="1" noTextEdit="1"/>
              </p:cNvSpPr>
              <p:nvPr/>
            </p:nvSpPr>
            <p:spPr bwMode="auto">
              <a:xfrm>
                <a:off x="3694622" y="3402721"/>
                <a:ext cx="2463745" cy="406400"/>
              </a:xfrm>
              <a:prstGeom prst="rect">
                <a:avLst/>
              </a:prstGeom>
              <a:blipFill rotWithShape="1">
                <a:blip r:embed="rId4"/>
                <a:stretch>
                  <a:fillRect l="-8" t="-96" r="6" b="96"/>
                </a:stretch>
              </a:blipFill>
              <a:ln>
                <a:noFill/>
              </a:ln>
              <a:effectLst/>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7" name="Object 21"/>
              <p:cNvSpPr txBox="1"/>
              <p:nvPr/>
            </p:nvSpPr>
            <p:spPr bwMode="auto">
              <a:xfrm>
                <a:off x="2610361" y="4631693"/>
                <a:ext cx="5734048" cy="469899"/>
              </a:xfrm>
              <a:prstGeom prst="rect">
                <a:avLst/>
              </a:prstGeom>
              <a:noFill/>
              <a:ln>
                <a:noFill/>
              </a:ln>
              <a:effectLst/>
            </p:spPr>
            <p:txBody>
              <a:bodyPr>
                <a:normAutofit/>
              </a:bodyPr>
              <a:lstStyle/>
              <a:p>
                <a14:m>
                  <m:oMathPara xmlns:m="http://schemas.openxmlformats.org/officeDocument/2006/math">
                    <m:oMathParaPr>
                      <m:jc m:val="left"/>
                    </m:oMathParaPr>
                    <m:oMath xmlns:m="http://schemas.openxmlformats.org/officeDocument/2006/math">
                      <m:r>
                        <m:rPr>
                          <m:sty m:val="p"/>
                        </m:rPr>
                        <a:rPr kumimoji="1" lang="zh-CN" altLang="en-US" sz="2200">
                          <a:solidFill>
                            <a:prstClr val="black"/>
                          </a:solidFill>
                          <a:latin typeface="Cambria Math" panose="02040503050406030204" charset="0"/>
                          <a:ea typeface="黑体" panose="02010609060101010101" pitchFamily="49" charset="-122"/>
                          <a:cs typeface="+mn-ea"/>
                        </a:rPr>
                        <m:t>Δ</m:t>
                      </m:r>
                      <m:r>
                        <a:rPr kumimoji="1" lang="zh-CN" altLang="en-US" sz="2200">
                          <a:solidFill>
                            <a:prstClr val="black"/>
                          </a:solidFill>
                          <a:latin typeface="Cambria Math" panose="02040503050406030204" charset="0"/>
                          <a:ea typeface="黑体" panose="02010609060101010101" pitchFamily="49" charset="-122"/>
                          <a:cs typeface="+mn-ea"/>
                        </a:rPr>
                        <m:t>𝑉</m:t>
                      </m:r>
                      <m:r>
                        <a:rPr kumimoji="1" lang="zh-CN" altLang="en-US" sz="2200">
                          <a:solidFill>
                            <a:prstClr val="black"/>
                          </a:solidFill>
                          <a:latin typeface="Cambria Math" panose="02040503050406030204" charset="0"/>
                          <a:ea typeface="黑体" panose="02010609060101010101" pitchFamily="49" charset="-122"/>
                          <a:cs typeface="+mn-ea"/>
                        </a:rPr>
                        <m:t>≈</m:t>
                      </m:r>
                      <m:r>
                        <a:rPr kumimoji="1" lang="zh-CN" altLang="en-US" sz="2200">
                          <a:solidFill>
                            <a:prstClr val="black"/>
                          </a:solidFill>
                          <a:latin typeface="Cambria Math" panose="02040503050406030204" charset="0"/>
                          <a:ea typeface="黑体" panose="02010609060101010101" pitchFamily="49" charset="-122"/>
                          <a:cs typeface="+mn-ea"/>
                        </a:rPr>
                        <m:t>2</m:t>
                      </m:r>
                      <m:r>
                        <m:rPr>
                          <m:sty m:val="p"/>
                        </m:rPr>
                        <a:rPr kumimoji="1" lang="zh-CN" altLang="en-US" sz="2200" i="0">
                          <a:solidFill>
                            <a:prstClr val="black"/>
                          </a:solidFill>
                          <a:latin typeface="Cambria Math" panose="02040503050406030204" charset="0"/>
                          <a:ea typeface="黑体" panose="02010609060101010101" pitchFamily="49" charset="-122"/>
                          <a:cs typeface="+mn-ea"/>
                        </a:rPr>
                        <m:t>π</m:t>
                      </m:r>
                      <m:r>
                        <a:rPr kumimoji="1" lang="zh-CN" altLang="en-US" sz="2200">
                          <a:solidFill>
                            <a:prstClr val="black"/>
                          </a:solidFill>
                          <a:latin typeface="Cambria Math" panose="02040503050406030204" charset="0"/>
                          <a:ea typeface="黑体" panose="02010609060101010101" pitchFamily="49" charset="-122"/>
                          <a:cs typeface="+mn-ea"/>
                        </a:rPr>
                        <m:t>×</m:t>
                      </m:r>
                      <m:r>
                        <a:rPr kumimoji="1" lang="zh-CN" altLang="en-US" sz="2200">
                          <a:solidFill>
                            <a:prstClr val="black"/>
                          </a:solidFill>
                          <a:latin typeface="Cambria Math" panose="02040503050406030204" charset="0"/>
                          <a:ea typeface="黑体" panose="02010609060101010101" pitchFamily="49" charset="-122"/>
                          <a:cs typeface="+mn-ea"/>
                        </a:rPr>
                        <m:t>20</m:t>
                      </m:r>
                      <m:r>
                        <a:rPr kumimoji="1" lang="zh-CN" altLang="en-US" sz="2200">
                          <a:solidFill>
                            <a:prstClr val="black"/>
                          </a:solidFill>
                          <a:latin typeface="Cambria Math" panose="02040503050406030204" charset="0"/>
                          <a:ea typeface="黑体" panose="02010609060101010101" pitchFamily="49" charset="-122"/>
                          <a:cs typeface="+mn-ea"/>
                        </a:rPr>
                        <m:t>×</m:t>
                      </m:r>
                      <m:r>
                        <a:rPr kumimoji="1" lang="zh-CN" altLang="en-US" sz="2200">
                          <a:solidFill>
                            <a:prstClr val="black"/>
                          </a:solidFill>
                          <a:latin typeface="Cambria Math" panose="02040503050406030204" charset="0"/>
                          <a:ea typeface="黑体" panose="02010609060101010101" pitchFamily="49" charset="-122"/>
                          <a:cs typeface="+mn-ea"/>
                        </a:rPr>
                        <m:t>100</m:t>
                      </m:r>
                      <m:r>
                        <a:rPr kumimoji="1" lang="zh-CN" altLang="en-US" sz="2200">
                          <a:solidFill>
                            <a:prstClr val="black"/>
                          </a:solidFill>
                          <a:latin typeface="Cambria Math" panose="02040503050406030204" charset="0"/>
                          <a:ea typeface="黑体" panose="02010609060101010101" pitchFamily="49" charset="-122"/>
                          <a:cs typeface="+mn-ea"/>
                        </a:rPr>
                        <m:t>×</m:t>
                      </m:r>
                      <m:r>
                        <a:rPr kumimoji="1" lang="zh-CN" altLang="en-US" sz="2200">
                          <a:solidFill>
                            <a:prstClr val="black"/>
                          </a:solidFill>
                          <a:latin typeface="Cambria Math" panose="02040503050406030204" charset="0"/>
                          <a:ea typeface="黑体" panose="02010609060101010101" pitchFamily="49" charset="-122"/>
                          <a:cs typeface="+mn-ea"/>
                        </a:rPr>
                        <m:t>0</m:t>
                      </m:r>
                      <m:r>
                        <a:rPr kumimoji="1" lang="zh-CN" altLang="en-US" sz="2200">
                          <a:solidFill>
                            <a:prstClr val="black"/>
                          </a:solidFill>
                          <a:latin typeface="Cambria Math" panose="02040503050406030204" charset="0"/>
                          <a:ea typeface="黑体" panose="02010609060101010101" pitchFamily="49" charset="-122"/>
                          <a:cs typeface="+mn-ea"/>
                        </a:rPr>
                        <m:t>.</m:t>
                      </m:r>
                      <m:r>
                        <a:rPr kumimoji="1" lang="zh-CN" altLang="en-US" sz="2200">
                          <a:solidFill>
                            <a:prstClr val="black"/>
                          </a:solidFill>
                          <a:latin typeface="Cambria Math" panose="02040503050406030204" charset="0"/>
                          <a:ea typeface="黑体" panose="02010609060101010101" pitchFamily="49" charset="-122"/>
                          <a:cs typeface="+mn-ea"/>
                        </a:rPr>
                        <m:t>05</m:t>
                      </m:r>
                      <m:r>
                        <a:rPr kumimoji="1" lang="zh-CN" altLang="en-US" sz="2200">
                          <a:solidFill>
                            <a:prstClr val="black"/>
                          </a:solidFill>
                          <a:latin typeface="Cambria Math" panose="02040503050406030204" charset="0"/>
                          <a:ea typeface="黑体" panose="02010609060101010101" pitchFamily="49" charset="-122"/>
                          <a:cs typeface="+mn-ea"/>
                        </a:rPr>
                        <m:t>+</m:t>
                      </m:r>
                      <m:r>
                        <m:rPr>
                          <m:sty m:val="p"/>
                        </m:rPr>
                        <a:rPr kumimoji="1" lang="zh-CN" altLang="en-US" sz="2200" i="0">
                          <a:solidFill>
                            <a:prstClr val="black"/>
                          </a:solidFill>
                          <a:latin typeface="Cambria Math" panose="02040503050406030204" charset="0"/>
                          <a:ea typeface="黑体" panose="02010609060101010101" pitchFamily="49" charset="-122"/>
                          <a:cs typeface="+mn-ea"/>
                        </a:rPr>
                        <m:t>π</m:t>
                      </m:r>
                      <m:r>
                        <a:rPr kumimoji="1" lang="zh-CN" altLang="en-US" sz="2200">
                          <a:solidFill>
                            <a:prstClr val="black"/>
                          </a:solidFill>
                          <a:latin typeface="Cambria Math" panose="02040503050406030204" charset="0"/>
                          <a:ea typeface="黑体" panose="02010609060101010101" pitchFamily="49" charset="-122"/>
                          <a:cs typeface="+mn-ea"/>
                        </a:rPr>
                        <m:t>×</m:t>
                      </m:r>
                      <m:r>
                        <a:rPr kumimoji="1" lang="zh-CN" altLang="en-US" sz="2200">
                          <a:solidFill>
                            <a:prstClr val="black"/>
                          </a:solidFill>
                          <a:latin typeface="Cambria Math" panose="02040503050406030204" charset="0"/>
                          <a:ea typeface="黑体" panose="02010609060101010101" pitchFamily="49" charset="-122"/>
                          <a:cs typeface="+mn-ea"/>
                        </a:rPr>
                        <m:t>2</m:t>
                      </m:r>
                      <m:sSup>
                        <m:sSupPr>
                          <m:ctrlPr>
                            <a:rPr kumimoji="1" lang="zh-CN" altLang="en-US" sz="2200" i="1">
                              <a:solidFill>
                                <a:prstClr val="black"/>
                              </a:solidFill>
                              <a:latin typeface="Cambria Math" panose="02040503050406030204" charset="0"/>
                              <a:ea typeface="黑体" panose="02010609060101010101" pitchFamily="49" charset="-122"/>
                              <a:cs typeface="+mn-ea"/>
                            </a:rPr>
                          </m:ctrlPr>
                        </m:sSupPr>
                        <m:e>
                          <m:r>
                            <a:rPr kumimoji="1" lang="zh-CN" altLang="en-US" sz="2200">
                              <a:solidFill>
                                <a:prstClr val="black"/>
                              </a:solidFill>
                              <a:latin typeface="Cambria Math" panose="02040503050406030204" charset="0"/>
                              <a:ea typeface="黑体" panose="02010609060101010101" pitchFamily="49" charset="-122"/>
                              <a:cs typeface="+mn-ea"/>
                            </a:rPr>
                            <m:t>0</m:t>
                          </m:r>
                        </m:e>
                        <m:sup>
                          <m:r>
                            <a:rPr kumimoji="1" lang="zh-CN" altLang="en-US" sz="2200">
                              <a:solidFill>
                                <a:prstClr val="black"/>
                              </a:solidFill>
                              <a:latin typeface="Cambria Math" panose="02040503050406030204" charset="0"/>
                              <a:ea typeface="黑体" panose="02010609060101010101" pitchFamily="49" charset="-122"/>
                              <a:cs typeface="+mn-ea"/>
                            </a:rPr>
                            <m:t>2</m:t>
                          </m:r>
                        </m:sup>
                      </m:sSup>
                      <m:r>
                        <a:rPr kumimoji="1" lang="zh-CN" altLang="en-US" sz="2200">
                          <a:solidFill>
                            <a:prstClr val="black"/>
                          </a:solidFill>
                          <a:latin typeface="Cambria Math" panose="02040503050406030204" charset="0"/>
                          <a:ea typeface="黑体" panose="02010609060101010101" pitchFamily="49" charset="-122"/>
                          <a:cs typeface="+mn-ea"/>
                        </a:rPr>
                        <m:t>×(−</m:t>
                      </m:r>
                      <m:r>
                        <a:rPr kumimoji="1" lang="zh-CN" altLang="en-US" sz="2200">
                          <a:solidFill>
                            <a:prstClr val="black"/>
                          </a:solidFill>
                          <a:latin typeface="Cambria Math" panose="02040503050406030204" charset="0"/>
                          <a:ea typeface="黑体" panose="02010609060101010101" pitchFamily="49" charset="-122"/>
                          <a:cs typeface="+mn-ea"/>
                        </a:rPr>
                        <m:t>1</m:t>
                      </m:r>
                      <m:r>
                        <a:rPr kumimoji="1" lang="zh-CN" altLang="en-US" sz="2200">
                          <a:solidFill>
                            <a:prstClr val="black"/>
                          </a:solidFill>
                          <a:latin typeface="Cambria Math" panose="02040503050406030204" charset="0"/>
                          <a:ea typeface="黑体" panose="02010609060101010101" pitchFamily="49" charset="-122"/>
                          <a:cs typeface="+mn-ea"/>
                        </a:rPr>
                        <m:t>)</m:t>
                      </m:r>
                    </m:oMath>
                  </m:oMathPara>
                </a14:m>
                <a:endParaRPr kumimoji="1" lang="zh-CN" altLang="en-US" sz="2200" dirty="0">
                  <a:solidFill>
                    <a:prstClr val="black"/>
                  </a:solidFill>
                  <a:latin typeface="Times New Roman" panose="02020603050405020304"/>
                  <a:ea typeface="黑体" panose="02010609060101010101" pitchFamily="49" charset="-122"/>
                  <a:cs typeface="+mn-ea"/>
                </a:endParaRPr>
              </a:p>
            </p:txBody>
          </p:sp>
        </mc:Choice>
        <mc:Fallback>
          <p:sp>
            <p:nvSpPr>
              <p:cNvPr id="7" name="Object 21"/>
              <p:cNvSpPr txBox="1">
                <a:spLocks noRot="1" noChangeAspect="1" noMove="1" noResize="1" noEditPoints="1" noAdjustHandles="1" noChangeArrowheads="1" noChangeShapeType="1" noTextEdit="1"/>
              </p:cNvSpPr>
              <p:nvPr/>
            </p:nvSpPr>
            <p:spPr bwMode="auto">
              <a:xfrm>
                <a:off x="2610361" y="4631693"/>
                <a:ext cx="5734048" cy="469899"/>
              </a:xfrm>
              <a:prstGeom prst="rect">
                <a:avLst/>
              </a:prstGeom>
              <a:blipFill rotWithShape="1">
                <a:blip r:embed="rId5"/>
                <a:stretch>
                  <a:fillRect l="-9" t="-1" r="9"/>
                </a:stretch>
              </a:blipFill>
              <a:ln>
                <a:noFill/>
              </a:ln>
              <a:effectLst/>
            </p:spPr>
            <p:txBody>
              <a:bodyPr/>
              <a:lstStyle/>
              <a:p>
                <a:r>
                  <a:rPr lang="zh-CN" altLang="en-US">
                    <a:noFill/>
                  </a:rPr>
                  <a:t> </a:t>
                </a:r>
              </a:p>
            </p:txBody>
          </p:sp>
        </mc:Fallback>
      </mc:AlternateContent>
      <p:sp>
        <p:nvSpPr>
          <p:cNvPr id="8" name="Text Box 23"/>
          <p:cNvSpPr txBox="1">
            <a:spLocks noChangeArrowheads="1"/>
          </p:cNvSpPr>
          <p:nvPr/>
        </p:nvSpPr>
        <p:spPr bwMode="auto">
          <a:xfrm>
            <a:off x="2610361" y="5655735"/>
            <a:ext cx="4572000" cy="43088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marR="0" lvl="0" indent="0" fontAlgn="base">
              <a:lnSpc>
                <a:spcPct val="100000"/>
              </a:lnSpc>
              <a:spcBef>
                <a:spcPct val="50000"/>
              </a:spcBef>
              <a:spcAft>
                <a:spcPct val="0"/>
              </a:spcAft>
              <a:buClrTx/>
              <a:buSzTx/>
              <a:buFontTx/>
              <a:buNone/>
              <a:defRPr/>
            </a:pPr>
            <a:r>
              <a:rPr kumimoji="1" lang="zh-CN" altLang="en-US" sz="2200" dirty="0">
                <a:solidFill>
                  <a:prstClr val="black"/>
                </a:solidFill>
                <a:latin typeface="Times New Roman" panose="02020603050405020304"/>
                <a:ea typeface="黑体" panose="02010609060101010101" pitchFamily="49" charset="-122"/>
                <a:cs typeface="+mn-ea"/>
                <a:sym typeface="+mn-lt"/>
              </a:rPr>
              <a:t>即受压后圆柱体体积减少了 </a:t>
            </a:r>
            <a:endParaRPr kumimoji="1" lang="zh-CN" altLang="en-US" sz="2200" dirty="0">
              <a:solidFill>
                <a:prstClr val="black"/>
              </a:solidFill>
              <a:latin typeface="Times New Roman" panose="02020603050405020304"/>
              <a:ea typeface="黑体" panose="02010609060101010101" pitchFamily="49" charset="-122"/>
              <a:cs typeface="+mn-ea"/>
              <a:sym typeface="+mn-lt"/>
            </a:endParaRPr>
          </a:p>
        </p:txBody>
      </p:sp>
      <mc:AlternateContent xmlns:mc="http://schemas.openxmlformats.org/markup-compatibility/2006">
        <mc:Choice xmlns:a14="http://schemas.microsoft.com/office/drawing/2010/main" Requires="a14">
          <p:sp>
            <p:nvSpPr>
              <p:cNvPr id="9" name="Object 24"/>
              <p:cNvSpPr txBox="1"/>
              <p:nvPr/>
            </p:nvSpPr>
            <p:spPr bwMode="auto">
              <a:xfrm>
                <a:off x="6026661" y="5650018"/>
                <a:ext cx="1663700" cy="520700"/>
              </a:xfrm>
              <a:prstGeom prst="rect">
                <a:avLst/>
              </a:prstGeom>
              <a:noFill/>
              <a:ln>
                <a:noFill/>
              </a:ln>
              <a:effectLst/>
            </p:spPr>
            <p:txBody>
              <a:bodyPr>
                <a:normAutofit/>
              </a:bodyPr>
              <a:lstStyle/>
              <a:p>
                <a14:m>
                  <m:oMathPara xmlns:m="http://schemas.openxmlformats.org/officeDocument/2006/math">
                    <m:oMathParaPr>
                      <m:jc m:val="left"/>
                    </m:oMathParaPr>
                    <m:oMath xmlns:m="http://schemas.openxmlformats.org/officeDocument/2006/math">
                      <m:r>
                        <a:rPr kumimoji="1" lang="zh-CN" altLang="en-US" sz="2200">
                          <a:solidFill>
                            <a:prstClr val="black"/>
                          </a:solidFill>
                          <a:latin typeface="Cambria Math" panose="02040503050406030204" charset="0"/>
                          <a:ea typeface="黑体" panose="02010609060101010101" pitchFamily="49" charset="-122"/>
                          <a:cs typeface="+mn-ea"/>
                        </a:rPr>
                        <m:t>200</m:t>
                      </m:r>
                      <m:r>
                        <m:rPr>
                          <m:sty m:val="p"/>
                        </m:rPr>
                        <a:rPr kumimoji="1" lang="zh-CN" altLang="en-US" sz="2200" i="0">
                          <a:solidFill>
                            <a:prstClr val="black"/>
                          </a:solidFill>
                          <a:latin typeface="Cambria Math" panose="02040503050406030204" charset="0"/>
                          <a:ea typeface="黑体" panose="02010609060101010101" pitchFamily="49" charset="-122"/>
                          <a:cs typeface="+mn-ea"/>
                        </a:rPr>
                        <m:t>π</m:t>
                      </m:r>
                      <m:r>
                        <m:rPr>
                          <m:nor/>
                        </m:rPr>
                        <a:rPr kumimoji="1" lang="zh-CN" altLang="en-US" sz="2200">
                          <a:solidFill>
                            <a:prstClr val="black"/>
                          </a:solidFill>
                          <a:latin typeface="Times New Roman" panose="02020603050405020304"/>
                          <a:ea typeface="黑体" panose="02010609060101010101" pitchFamily="49" charset="-122"/>
                          <a:cs typeface="+mn-ea"/>
                        </a:rPr>
                        <m:t>c</m:t>
                      </m:r>
                      <m:sSup>
                        <m:sSupPr>
                          <m:ctrlPr>
                            <a:rPr kumimoji="1" lang="zh-CN" altLang="en-US" sz="2200" i="1">
                              <a:solidFill>
                                <a:prstClr val="black"/>
                              </a:solidFill>
                              <a:latin typeface="Cambria Math" panose="02040503050406030204" charset="0"/>
                              <a:ea typeface="黑体" panose="02010609060101010101" pitchFamily="49" charset="-122"/>
                              <a:cs typeface="+mn-ea"/>
                            </a:rPr>
                          </m:ctrlPr>
                        </m:sSupPr>
                        <m:e>
                          <m:r>
                            <m:rPr>
                              <m:nor/>
                            </m:rPr>
                            <a:rPr kumimoji="1" lang="zh-CN" altLang="en-US" sz="2200">
                              <a:solidFill>
                                <a:prstClr val="black"/>
                              </a:solidFill>
                              <a:latin typeface="Times New Roman" panose="02020603050405020304"/>
                              <a:ea typeface="黑体" panose="02010609060101010101" pitchFamily="49" charset="-122"/>
                              <a:cs typeface="+mn-ea"/>
                            </a:rPr>
                            <m:t>m</m:t>
                          </m:r>
                        </m:e>
                        <m:sup>
                          <m:r>
                            <a:rPr kumimoji="1" lang="zh-CN" altLang="en-US" sz="2200">
                              <a:solidFill>
                                <a:prstClr val="black"/>
                              </a:solidFill>
                              <a:latin typeface="Cambria Math" panose="02040503050406030204" charset="0"/>
                              <a:ea typeface="黑体" panose="02010609060101010101" pitchFamily="49" charset="-122"/>
                              <a:cs typeface="+mn-ea"/>
                            </a:rPr>
                            <m:t>3</m:t>
                          </m:r>
                        </m:sup>
                      </m:sSup>
                      <m:r>
                        <a:rPr kumimoji="1" lang="zh-CN" altLang="en-US" sz="2200">
                          <a:solidFill>
                            <a:prstClr val="black"/>
                          </a:solidFill>
                          <a:latin typeface="Cambria Math" panose="02040503050406030204" charset="0"/>
                          <a:ea typeface="黑体" panose="02010609060101010101" pitchFamily="49" charset="-122"/>
                          <a:cs typeface="+mn-ea"/>
                        </a:rPr>
                        <m:t>.</m:t>
                      </m:r>
                    </m:oMath>
                  </m:oMathPara>
                </a14:m>
                <a:endParaRPr kumimoji="1" lang="zh-CN" altLang="en-US" sz="2200" dirty="0">
                  <a:solidFill>
                    <a:prstClr val="black"/>
                  </a:solidFill>
                  <a:latin typeface="Times New Roman" panose="02020603050405020304"/>
                  <a:ea typeface="黑体" panose="02010609060101010101" pitchFamily="49" charset="-122"/>
                  <a:cs typeface="+mn-ea"/>
                </a:endParaRPr>
              </a:p>
            </p:txBody>
          </p:sp>
        </mc:Choice>
        <mc:Fallback>
          <p:sp>
            <p:nvSpPr>
              <p:cNvPr id="9" name="Object 24"/>
              <p:cNvSpPr txBox="1">
                <a:spLocks noRot="1" noChangeAspect="1" noMove="1" noResize="1" noEditPoints="1" noAdjustHandles="1" noChangeArrowheads="1" noChangeShapeType="1" noTextEdit="1"/>
              </p:cNvSpPr>
              <p:nvPr/>
            </p:nvSpPr>
            <p:spPr bwMode="auto">
              <a:xfrm>
                <a:off x="6026661" y="5650018"/>
                <a:ext cx="1663700" cy="520700"/>
              </a:xfrm>
              <a:prstGeom prst="rect">
                <a:avLst/>
              </a:prstGeom>
              <a:blipFill rotWithShape="1">
                <a:blip r:embed="rId6"/>
                <a:stretch>
                  <a:fillRect l="-31" t="-81" r="31" b="81"/>
                </a:stretch>
              </a:blipFill>
              <a:ln>
                <a:noFill/>
              </a:ln>
              <a:effectLst/>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0" name="Rectangle 26"/>
              <p:cNvSpPr txBox="1">
                <a:spLocks noChangeArrowheads="1"/>
              </p:cNvSpPr>
              <p:nvPr/>
            </p:nvSpPr>
            <p:spPr>
              <a:xfrm>
                <a:off x="1822503" y="774700"/>
                <a:ext cx="6096000" cy="60960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kumimoji="1" lang="zh-CN" altLang="en-US" sz="2800" b="1" dirty="0">
                    <a:solidFill>
                      <a:srgbClr val="04926A"/>
                    </a:solidFill>
                    <a:latin typeface="微软雅黑" panose="020B0503020204020204" pitchFamily="34" charset="-122"/>
                    <a:ea typeface="微软雅黑" panose="020B0503020204020204" pitchFamily="34" charset="-122"/>
                    <a:cs typeface="+mn-cs"/>
                    <a:sym typeface="+mn-lt"/>
                  </a:rPr>
                  <a:t>例</a:t>
                </a:r>
                <a:r>
                  <a:rPr kumimoji="1" lang="en-US" altLang="zh-CN" sz="2800" b="1" dirty="0">
                    <a:solidFill>
                      <a:srgbClr val="04926A"/>
                    </a:solidFill>
                    <a:latin typeface="微软雅黑" panose="020B0503020204020204" pitchFamily="34" charset="-122"/>
                    <a:ea typeface="微软雅黑" panose="020B0503020204020204" pitchFamily="34" charset="-122"/>
                    <a:cs typeface="+mn-cs"/>
                    <a:sym typeface="+mn-lt"/>
                  </a:rPr>
                  <a:t>4  </a:t>
                </a:r>
                <a:r>
                  <a:rPr kumimoji="1" lang="zh-CN" altLang="en-US" sz="2800" dirty="0">
                    <a:solidFill>
                      <a:prstClr val="black"/>
                    </a:solidFill>
                    <a:latin typeface="Times New Roman" panose="02020603050405020304"/>
                    <a:ea typeface="黑体" panose="02010609060101010101" pitchFamily="49" charset="-122"/>
                    <a:cs typeface="+mn-ea"/>
                    <a:sym typeface="+mn-lt"/>
                  </a:rPr>
                  <a:t>有一圆柱体受压后发生形变</a:t>
                </a:r>
                <a14:m>
                  <m:oMath xmlns:m="http://schemas.openxmlformats.org/officeDocument/2006/math">
                    <m:r>
                      <a:rPr kumimoji="1" lang="zh-CN" altLang="en-US" sz="2800" smtClean="0">
                        <a:solidFill>
                          <a:prstClr val="black"/>
                        </a:solidFill>
                        <a:latin typeface="Cambria Math" panose="02040503050406030204" charset="0"/>
                        <a:ea typeface="黑体" panose="02010609060101010101" pitchFamily="49" charset="-122"/>
                        <a:cs typeface="+mn-ea"/>
                      </a:rPr>
                      <m:t>,</m:t>
                    </m:r>
                  </m:oMath>
                </a14:m>
                <a:endParaRPr kumimoji="1" lang="en-US" altLang="zh-CN" sz="2800" dirty="0">
                  <a:solidFill>
                    <a:prstClr val="black"/>
                  </a:solidFill>
                  <a:latin typeface="Times New Roman" panose="02020603050405020304"/>
                  <a:ea typeface="黑体" panose="02010609060101010101" pitchFamily="49" charset="-122"/>
                  <a:cs typeface="+mn-ea"/>
                  <a:sym typeface="+mn-lt"/>
                </a:endParaRPr>
              </a:p>
            </p:txBody>
          </p:sp>
        </mc:Choice>
        <mc:Fallback>
          <p:sp>
            <p:nvSpPr>
              <p:cNvPr id="10" name="Rectangle 26"/>
              <p:cNvSpPr txBox="1">
                <a:spLocks noRot="1" noChangeAspect="1" noMove="1" noResize="1" noEditPoints="1" noAdjustHandles="1" noChangeArrowheads="1" noChangeShapeType="1" noTextEdit="1"/>
              </p:cNvSpPr>
              <p:nvPr/>
            </p:nvSpPr>
            <p:spPr>
              <a:xfrm>
                <a:off x="1822503" y="774700"/>
                <a:ext cx="6096000" cy="609600"/>
              </a:xfrm>
              <a:prstGeom prst="rect">
                <a:avLst/>
              </a:prstGeom>
              <a:blipFill rotWithShape="1">
                <a:blip r:embed="rId7"/>
                <a:stretch>
                  <a:fillRect l="-1" t="-3333" r="1"/>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1" name="Text Box 27"/>
              <p:cNvSpPr txBox="1">
                <a:spLocks noChangeArrowheads="1"/>
              </p:cNvSpPr>
              <p:nvPr/>
            </p:nvSpPr>
            <p:spPr bwMode="auto">
              <a:xfrm>
                <a:off x="2590800" y="1275081"/>
                <a:ext cx="2209800" cy="52322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lvl="0" fontAlgn="base">
                  <a:spcBef>
                    <a:spcPct val="50000"/>
                  </a:spcBef>
                  <a:spcAft>
                    <a:spcPct val="0"/>
                  </a:spcAft>
                  <a:defRPr/>
                </a:pPr>
                <a:r>
                  <a:rPr kumimoji="1" lang="en-US" altLang="zh-CN" sz="2800" dirty="0">
                    <a:solidFill>
                      <a:prstClr val="black"/>
                    </a:solidFill>
                    <a:latin typeface="Times New Roman" panose="02020603050405020304"/>
                    <a:ea typeface="黑体" panose="02010609060101010101" pitchFamily="49" charset="-122"/>
                    <a:cs typeface="+mn-ea"/>
                    <a:sym typeface="+mn-lt"/>
                  </a:rPr>
                  <a:t>20.05cm</a:t>
                </a:r>
                <a:r>
                  <a:rPr kumimoji="1" lang="zh-CN" altLang="en-US" sz="2800" dirty="0">
                    <a:solidFill>
                      <a:prstClr val="black"/>
                    </a:solidFill>
                    <a:ea typeface="黑体" panose="02010609060101010101" pitchFamily="49" charset="-122"/>
                    <a:cs typeface="+mn-ea"/>
                  </a:rPr>
                  <a:t> </a:t>
                </a:r>
                <a14:m>
                  <m:oMath xmlns:m="http://schemas.openxmlformats.org/officeDocument/2006/math">
                    <m:r>
                      <a:rPr kumimoji="1" lang="zh-CN" altLang="en-US" sz="2800">
                        <a:solidFill>
                          <a:prstClr val="black"/>
                        </a:solidFill>
                        <a:latin typeface="Cambria Math" panose="02040503050406030204" charset="0"/>
                        <a:ea typeface="黑体" panose="02010609060101010101" pitchFamily="49" charset="-122"/>
                        <a:cs typeface="+mn-ea"/>
                      </a:rPr>
                      <m:t>,</m:t>
                    </m:r>
                  </m:oMath>
                </a14:m>
                <a:endParaRPr kumimoji="1" lang="en-US" altLang="zh-CN" sz="2800" dirty="0">
                  <a:solidFill>
                    <a:prstClr val="black"/>
                  </a:solidFill>
                  <a:latin typeface="Times New Roman" panose="02020603050405020304"/>
                  <a:ea typeface="黑体" panose="02010609060101010101" pitchFamily="49" charset="-122"/>
                  <a:cs typeface="+mn-ea"/>
                  <a:sym typeface="+mn-lt"/>
                </a:endParaRPr>
              </a:p>
            </p:txBody>
          </p:sp>
        </mc:Choice>
        <mc:Fallback>
          <p:sp>
            <p:nvSpPr>
              <p:cNvPr id="11" name="Text Box 27"/>
              <p:cNvSpPr txBox="1">
                <a:spLocks noRot="1" noChangeAspect="1" noMove="1" noResize="1" noEditPoints="1" noAdjustHandles="1" noChangeArrowheads="1" noChangeShapeType="1" noTextEdit="1"/>
              </p:cNvSpPr>
              <p:nvPr/>
            </p:nvSpPr>
            <p:spPr bwMode="auto">
              <a:xfrm>
                <a:off x="2590800" y="1275081"/>
                <a:ext cx="2209800" cy="523220"/>
              </a:xfrm>
              <a:prstGeom prst="rect">
                <a:avLst/>
              </a:prstGeom>
              <a:blipFill rotWithShape="1">
                <a:blip r:embed="rId8"/>
                <a:stretch>
                  <a:fillRect b="118"/>
                </a:stretch>
              </a:blip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lstStyle/>
              <a:p>
                <a:r>
                  <a:rPr lang="zh-CN" altLang="en-US">
                    <a:noFill/>
                  </a:rPr>
                  <a:t> </a:t>
                </a:r>
              </a:p>
            </p:txBody>
          </p:sp>
        </mc:Fallback>
      </mc:AlternateContent>
      <p:sp>
        <p:nvSpPr>
          <p:cNvPr id="12" name="Text Box 28"/>
          <p:cNvSpPr txBox="1">
            <a:spLocks noChangeArrowheads="1"/>
          </p:cNvSpPr>
          <p:nvPr/>
        </p:nvSpPr>
        <p:spPr bwMode="auto">
          <a:xfrm>
            <a:off x="4539446" y="2400121"/>
            <a:ext cx="575388" cy="43088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square">
            <a:spAutoFit/>
          </a:bodyPr>
          <a:lstStyle/>
          <a:p>
            <a:pPr marR="0" lvl="0" indent="0" fontAlgn="base">
              <a:lnSpc>
                <a:spcPct val="100000"/>
              </a:lnSpc>
              <a:spcBef>
                <a:spcPct val="50000"/>
              </a:spcBef>
              <a:spcAft>
                <a:spcPct val="0"/>
              </a:spcAft>
              <a:buClrTx/>
              <a:buSzTx/>
              <a:buFontTx/>
              <a:buNone/>
              <a:defRPr/>
            </a:pPr>
            <a:r>
              <a:rPr kumimoji="1" lang="zh-CN" altLang="en-US" sz="2200" dirty="0">
                <a:solidFill>
                  <a:prstClr val="black"/>
                </a:solidFill>
                <a:latin typeface="Times New Roman" panose="02020603050405020304"/>
                <a:ea typeface="黑体" panose="02010609060101010101" pitchFamily="49" charset="-122"/>
                <a:cs typeface="+mn-ea"/>
                <a:sym typeface="+mn-lt"/>
              </a:rPr>
              <a:t>则</a:t>
            </a:r>
            <a:endParaRPr kumimoji="1" lang="zh-CN" altLang="en-US" sz="2200" dirty="0">
              <a:solidFill>
                <a:prstClr val="black"/>
              </a:solidFill>
              <a:latin typeface="Times New Roman" panose="02020603050405020304"/>
              <a:ea typeface="黑体" panose="02010609060101010101" pitchFamily="49" charset="-122"/>
              <a:cs typeface="+mn-ea"/>
              <a:sym typeface="+mn-lt"/>
            </a:endParaRPr>
          </a:p>
        </p:txBody>
      </p:sp>
      <mc:AlternateContent xmlns:mc="http://schemas.openxmlformats.org/markup-compatibility/2006">
        <mc:Choice xmlns:a14="http://schemas.microsoft.com/office/drawing/2010/main" Requires="a14">
          <p:sp>
            <p:nvSpPr>
              <p:cNvPr id="13" name="Object 29"/>
              <p:cNvSpPr txBox="1"/>
              <p:nvPr/>
            </p:nvSpPr>
            <p:spPr bwMode="auto">
              <a:xfrm>
                <a:off x="3933787" y="2891159"/>
                <a:ext cx="1282700" cy="406400"/>
              </a:xfrm>
              <a:prstGeom prst="rect">
                <a:avLst/>
              </a:prstGeom>
              <a:noFill/>
              <a:ln>
                <a:noFill/>
              </a:ln>
              <a:effectLst/>
            </p:spPr>
            <p:txBody>
              <a:bodyPr>
                <a:noAutofit/>
              </a:bodyPr>
              <a:lstStyle/>
              <a:p>
                <a14:m>
                  <m:oMathPara xmlns:m="http://schemas.openxmlformats.org/officeDocument/2006/math">
                    <m:oMathParaPr>
                      <m:jc m:val="left"/>
                    </m:oMathParaPr>
                    <m:oMath xmlns:m="http://schemas.openxmlformats.org/officeDocument/2006/math">
                      <m:r>
                        <a:rPr kumimoji="1" lang="zh-CN" altLang="en-US" sz="2200">
                          <a:solidFill>
                            <a:prstClr val="black"/>
                          </a:solidFill>
                          <a:latin typeface="Cambria Math" panose="02040503050406030204" charset="0"/>
                          <a:ea typeface="黑体" panose="02010609060101010101" pitchFamily="49" charset="-122"/>
                          <a:cs typeface="+mn-ea"/>
                        </a:rPr>
                        <m:t>2</m:t>
                      </m:r>
                      <m:r>
                        <m:rPr>
                          <m:sty m:val="p"/>
                        </m:rPr>
                        <a:rPr kumimoji="1" lang="zh-CN" altLang="en-US" sz="2200" i="0">
                          <a:solidFill>
                            <a:prstClr val="black"/>
                          </a:solidFill>
                          <a:latin typeface="Cambria Math" panose="02040503050406030204" charset="0"/>
                          <a:ea typeface="黑体" panose="02010609060101010101" pitchFamily="49" charset="-122"/>
                          <a:cs typeface="+mn-ea"/>
                        </a:rPr>
                        <m:t>π</m:t>
                      </m:r>
                      <m:r>
                        <a:rPr kumimoji="1" lang="zh-CN" altLang="en-US" sz="2200">
                          <a:solidFill>
                            <a:prstClr val="black"/>
                          </a:solidFill>
                          <a:latin typeface="Cambria Math" panose="02040503050406030204" charset="0"/>
                          <a:ea typeface="黑体" panose="02010609060101010101" pitchFamily="49" charset="-122"/>
                          <a:cs typeface="+mn-ea"/>
                        </a:rPr>
                        <m:t>𝑟ℎ</m:t>
                      </m:r>
                      <m:r>
                        <m:rPr>
                          <m:sty m:val="p"/>
                        </m:rPr>
                        <a:rPr kumimoji="1" lang="zh-CN" altLang="en-US" sz="2200">
                          <a:solidFill>
                            <a:prstClr val="black"/>
                          </a:solidFill>
                          <a:latin typeface="Cambria Math" panose="02040503050406030204" charset="0"/>
                          <a:ea typeface="黑体" panose="02010609060101010101" pitchFamily="49" charset="-122"/>
                          <a:cs typeface="+mn-ea"/>
                        </a:rPr>
                        <m:t>Δ</m:t>
                      </m:r>
                      <m:r>
                        <a:rPr kumimoji="1" lang="zh-CN" altLang="en-US" sz="2200">
                          <a:solidFill>
                            <a:prstClr val="black"/>
                          </a:solidFill>
                          <a:latin typeface="Cambria Math" panose="02040503050406030204" charset="0"/>
                          <a:ea typeface="黑体" panose="02010609060101010101" pitchFamily="49" charset="-122"/>
                          <a:cs typeface="+mn-ea"/>
                        </a:rPr>
                        <m:t>𝑟</m:t>
                      </m:r>
                    </m:oMath>
                  </m:oMathPara>
                </a14:m>
                <a:endParaRPr kumimoji="1" lang="zh-CN" altLang="en-US" sz="2200" dirty="0">
                  <a:solidFill>
                    <a:prstClr val="black"/>
                  </a:solidFill>
                  <a:latin typeface="Times New Roman" panose="02020603050405020304"/>
                  <a:ea typeface="黑体" panose="02010609060101010101" pitchFamily="49" charset="-122"/>
                  <a:cs typeface="+mn-ea"/>
                </a:endParaRPr>
              </a:p>
            </p:txBody>
          </p:sp>
        </mc:Choice>
        <mc:Fallback>
          <p:sp>
            <p:nvSpPr>
              <p:cNvPr id="13" name="Object 29"/>
              <p:cNvSpPr txBox="1">
                <a:spLocks noRot="1" noChangeAspect="1" noMove="1" noResize="1" noEditPoints="1" noAdjustHandles="1" noChangeArrowheads="1" noChangeShapeType="1" noTextEdit="1"/>
              </p:cNvSpPr>
              <p:nvPr/>
            </p:nvSpPr>
            <p:spPr bwMode="auto">
              <a:xfrm>
                <a:off x="3933787" y="2891159"/>
                <a:ext cx="1282700" cy="406400"/>
              </a:xfrm>
              <a:prstGeom prst="rect">
                <a:avLst/>
              </a:prstGeom>
              <a:blipFill rotWithShape="1">
                <a:blip r:embed="rId9"/>
                <a:stretch>
                  <a:fillRect l="-47" t="-1" r="47" b="1"/>
                </a:stretch>
              </a:blipFill>
              <a:ln>
                <a:noFill/>
              </a:ln>
              <a:effectLst/>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4" name="Object 30"/>
              <p:cNvSpPr txBox="1"/>
              <p:nvPr/>
            </p:nvSpPr>
            <p:spPr bwMode="auto">
              <a:xfrm>
                <a:off x="4897893" y="2889254"/>
                <a:ext cx="1320800" cy="469900"/>
              </a:xfrm>
              <a:prstGeom prst="rect">
                <a:avLst/>
              </a:prstGeom>
              <a:noFill/>
              <a:ln>
                <a:noFill/>
              </a:ln>
              <a:effectLst/>
            </p:spPr>
            <p:txBody>
              <a:bodyPr>
                <a:normAutofit/>
              </a:bodyPr>
              <a:lstStyle/>
              <a:p>
                <a14:m>
                  <m:oMathPara xmlns:m="http://schemas.openxmlformats.org/officeDocument/2006/math">
                    <m:oMathParaPr>
                      <m:jc m:val="left"/>
                    </m:oMathParaPr>
                    <m:oMath xmlns:m="http://schemas.openxmlformats.org/officeDocument/2006/math">
                      <m:r>
                        <a:rPr kumimoji="1" lang="zh-CN" altLang="en-US" sz="2200">
                          <a:solidFill>
                            <a:prstClr val="black"/>
                          </a:solidFill>
                          <a:latin typeface="Cambria Math" panose="02040503050406030204" charset="0"/>
                          <a:ea typeface="黑体" panose="02010609060101010101" pitchFamily="49" charset="-122"/>
                          <a:cs typeface="+mn-ea"/>
                        </a:rPr>
                        <m:t>+</m:t>
                      </m:r>
                      <m:r>
                        <m:rPr>
                          <m:sty m:val="p"/>
                        </m:rPr>
                        <a:rPr kumimoji="1" lang="zh-CN" altLang="en-US" sz="2200" i="0">
                          <a:solidFill>
                            <a:prstClr val="black"/>
                          </a:solidFill>
                          <a:latin typeface="Cambria Math" panose="02040503050406030204" charset="0"/>
                          <a:ea typeface="黑体" panose="02010609060101010101" pitchFamily="49" charset="-122"/>
                          <a:cs typeface="+mn-ea"/>
                        </a:rPr>
                        <m:t>π</m:t>
                      </m:r>
                      <m:sSup>
                        <m:sSupPr>
                          <m:ctrlPr>
                            <a:rPr kumimoji="1" lang="zh-CN" altLang="en-US" sz="2200" i="1">
                              <a:solidFill>
                                <a:prstClr val="black"/>
                              </a:solidFill>
                              <a:latin typeface="Cambria Math" panose="02040503050406030204" charset="0"/>
                              <a:ea typeface="黑体" panose="02010609060101010101" pitchFamily="49" charset="-122"/>
                              <a:cs typeface="+mn-ea"/>
                            </a:rPr>
                          </m:ctrlPr>
                        </m:sSupPr>
                        <m:e>
                          <m:r>
                            <a:rPr kumimoji="1" lang="zh-CN" altLang="en-US" sz="2200">
                              <a:solidFill>
                                <a:prstClr val="black"/>
                              </a:solidFill>
                              <a:latin typeface="Cambria Math" panose="02040503050406030204" charset="0"/>
                              <a:ea typeface="黑体" panose="02010609060101010101" pitchFamily="49" charset="-122"/>
                              <a:cs typeface="+mn-ea"/>
                            </a:rPr>
                            <m:t>𝑟</m:t>
                          </m:r>
                        </m:e>
                        <m:sup>
                          <m:r>
                            <a:rPr kumimoji="1" lang="zh-CN" altLang="en-US" sz="2200">
                              <a:solidFill>
                                <a:prstClr val="black"/>
                              </a:solidFill>
                              <a:latin typeface="Cambria Math" panose="02040503050406030204" charset="0"/>
                              <a:ea typeface="黑体" panose="02010609060101010101" pitchFamily="49" charset="-122"/>
                              <a:cs typeface="+mn-ea"/>
                            </a:rPr>
                            <m:t>2</m:t>
                          </m:r>
                        </m:sup>
                      </m:sSup>
                      <m:r>
                        <m:rPr>
                          <m:sty m:val="p"/>
                        </m:rPr>
                        <a:rPr kumimoji="1" lang="zh-CN" altLang="en-US" sz="2200">
                          <a:solidFill>
                            <a:prstClr val="black"/>
                          </a:solidFill>
                          <a:latin typeface="Cambria Math" panose="02040503050406030204" charset="0"/>
                          <a:ea typeface="黑体" panose="02010609060101010101" pitchFamily="49" charset="-122"/>
                          <a:cs typeface="+mn-ea"/>
                        </a:rPr>
                        <m:t>Δ</m:t>
                      </m:r>
                      <m:r>
                        <a:rPr kumimoji="1" lang="zh-CN" altLang="en-US" sz="2200">
                          <a:solidFill>
                            <a:prstClr val="black"/>
                          </a:solidFill>
                          <a:latin typeface="Cambria Math" panose="02040503050406030204" charset="0"/>
                          <a:ea typeface="黑体" panose="02010609060101010101" pitchFamily="49" charset="-122"/>
                          <a:cs typeface="+mn-ea"/>
                        </a:rPr>
                        <m:t>​</m:t>
                      </m:r>
                      <m:r>
                        <a:rPr kumimoji="1" lang="zh-CN" altLang="en-US" sz="2200">
                          <a:solidFill>
                            <a:prstClr val="black"/>
                          </a:solidFill>
                          <a:latin typeface="Cambria Math" panose="02040503050406030204" charset="0"/>
                          <a:ea typeface="黑体" panose="02010609060101010101" pitchFamily="49" charset="-122"/>
                          <a:cs typeface="+mn-ea"/>
                        </a:rPr>
                        <m:t>ℎ</m:t>
                      </m:r>
                      <m:r>
                        <a:rPr kumimoji="1" lang="zh-CN" altLang="en-US" sz="2200">
                          <a:solidFill>
                            <a:prstClr val="black"/>
                          </a:solidFill>
                          <a:latin typeface="Cambria Math" panose="02040503050406030204" charset="0"/>
                          <a:ea typeface="黑体" panose="02010609060101010101" pitchFamily="49" charset="-122"/>
                          <a:cs typeface="+mn-ea"/>
                        </a:rPr>
                        <m:t>.</m:t>
                      </m:r>
                    </m:oMath>
                  </m:oMathPara>
                </a14:m>
                <a:endParaRPr kumimoji="1" lang="zh-CN" altLang="en-US" sz="2200" dirty="0">
                  <a:solidFill>
                    <a:prstClr val="black"/>
                  </a:solidFill>
                  <a:latin typeface="Times New Roman" panose="02020603050405020304"/>
                  <a:ea typeface="黑体" panose="02010609060101010101" pitchFamily="49" charset="-122"/>
                  <a:cs typeface="+mn-ea"/>
                </a:endParaRPr>
              </a:p>
            </p:txBody>
          </p:sp>
        </mc:Choice>
        <mc:Fallback>
          <p:sp>
            <p:nvSpPr>
              <p:cNvPr id="14" name="Object 30"/>
              <p:cNvSpPr txBox="1">
                <a:spLocks noRot="1" noChangeAspect="1" noMove="1" noResize="1" noEditPoints="1" noAdjustHandles="1" noChangeArrowheads="1" noChangeShapeType="1" noTextEdit="1"/>
              </p:cNvSpPr>
              <p:nvPr/>
            </p:nvSpPr>
            <p:spPr bwMode="auto">
              <a:xfrm>
                <a:off x="4897893" y="2889254"/>
                <a:ext cx="1320800" cy="469900"/>
              </a:xfrm>
              <a:prstGeom prst="rect">
                <a:avLst/>
              </a:prstGeom>
              <a:blipFill rotWithShape="1">
                <a:blip r:embed="rId10"/>
                <a:stretch>
                  <a:fillRect l="-10" t="-1" r="10" b="1"/>
                </a:stretch>
              </a:blipFill>
              <a:ln>
                <a:noFill/>
              </a:ln>
              <a:effectLst/>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5" name="Object 31"/>
              <p:cNvSpPr txBox="1"/>
              <p:nvPr/>
            </p:nvSpPr>
            <p:spPr bwMode="auto">
              <a:xfrm>
                <a:off x="3694622" y="3966284"/>
                <a:ext cx="2882900" cy="393700"/>
              </a:xfrm>
              <a:prstGeom prst="rect">
                <a:avLst/>
              </a:prstGeom>
              <a:noFill/>
              <a:ln>
                <a:noFill/>
              </a:ln>
              <a:effectLst/>
            </p:spPr>
            <p:txBody>
              <a:bodyPr>
                <a:noAutofit/>
              </a:bodyPr>
              <a:lstStyle/>
              <a:p>
                <a14:m>
                  <m:oMathPara xmlns:m="http://schemas.openxmlformats.org/officeDocument/2006/math">
                    <m:oMathParaPr>
                      <m:jc m:val="left"/>
                    </m:oMathParaPr>
                    <m:oMath xmlns:m="http://schemas.openxmlformats.org/officeDocument/2006/math">
                      <m:r>
                        <m:rPr>
                          <m:sty m:val="p"/>
                        </m:rPr>
                        <a:rPr kumimoji="1" lang="zh-CN" altLang="en-US" sz="2200">
                          <a:solidFill>
                            <a:prstClr val="black"/>
                          </a:solidFill>
                          <a:latin typeface="Cambria Math" panose="02040503050406030204" charset="0"/>
                          <a:ea typeface="黑体" panose="02010609060101010101" pitchFamily="49" charset="-122"/>
                          <a:cs typeface="+mn-ea"/>
                        </a:rPr>
                        <m:t>Δ</m:t>
                      </m:r>
                      <m:r>
                        <a:rPr kumimoji="1" lang="zh-CN" altLang="en-US" sz="2200">
                          <a:solidFill>
                            <a:prstClr val="black"/>
                          </a:solidFill>
                          <a:latin typeface="Cambria Math" panose="02040503050406030204" charset="0"/>
                          <a:ea typeface="黑体" panose="02010609060101010101" pitchFamily="49" charset="-122"/>
                          <a:cs typeface="+mn-ea"/>
                        </a:rPr>
                        <m:t>𝑟</m:t>
                      </m:r>
                      <m:r>
                        <a:rPr kumimoji="1" lang="zh-CN" altLang="en-US" sz="2200">
                          <a:solidFill>
                            <a:prstClr val="black"/>
                          </a:solidFill>
                          <a:latin typeface="Cambria Math" panose="02040503050406030204" charset="0"/>
                          <a:ea typeface="黑体" panose="02010609060101010101" pitchFamily="49" charset="-122"/>
                          <a:cs typeface="+mn-ea"/>
                        </a:rPr>
                        <m:t>=</m:t>
                      </m:r>
                      <m:r>
                        <a:rPr kumimoji="1" lang="zh-CN" altLang="en-US" sz="2200">
                          <a:solidFill>
                            <a:prstClr val="black"/>
                          </a:solidFill>
                          <a:latin typeface="Cambria Math" panose="02040503050406030204" charset="0"/>
                          <a:ea typeface="黑体" panose="02010609060101010101" pitchFamily="49" charset="-122"/>
                          <a:cs typeface="+mn-ea"/>
                        </a:rPr>
                        <m:t>0</m:t>
                      </m:r>
                      <m:r>
                        <a:rPr kumimoji="1" lang="zh-CN" altLang="en-US" sz="2200">
                          <a:solidFill>
                            <a:prstClr val="black"/>
                          </a:solidFill>
                          <a:latin typeface="Cambria Math" panose="02040503050406030204" charset="0"/>
                          <a:ea typeface="黑体" panose="02010609060101010101" pitchFamily="49" charset="-122"/>
                          <a:cs typeface="+mn-ea"/>
                        </a:rPr>
                        <m:t>.</m:t>
                      </m:r>
                      <m:r>
                        <a:rPr kumimoji="1" lang="zh-CN" altLang="en-US" sz="2200">
                          <a:solidFill>
                            <a:prstClr val="black"/>
                          </a:solidFill>
                          <a:latin typeface="Cambria Math" panose="02040503050406030204" charset="0"/>
                          <a:ea typeface="黑体" panose="02010609060101010101" pitchFamily="49" charset="-122"/>
                          <a:cs typeface="+mn-ea"/>
                        </a:rPr>
                        <m:t>05</m:t>
                      </m:r>
                      <m:r>
                        <a:rPr kumimoji="1" lang="zh-CN" altLang="en-US" sz="2200">
                          <a:solidFill>
                            <a:prstClr val="black"/>
                          </a:solidFill>
                          <a:latin typeface="Cambria Math" panose="02040503050406030204" charset="0"/>
                          <a:ea typeface="黑体" panose="02010609060101010101" pitchFamily="49" charset="-122"/>
                          <a:cs typeface="+mn-ea"/>
                        </a:rPr>
                        <m:t>, </m:t>
                      </m:r>
                      <m:r>
                        <m:rPr>
                          <m:sty m:val="p"/>
                        </m:rPr>
                        <a:rPr kumimoji="1" lang="zh-CN" altLang="en-US" sz="2200">
                          <a:solidFill>
                            <a:prstClr val="black"/>
                          </a:solidFill>
                          <a:latin typeface="Cambria Math" panose="02040503050406030204" charset="0"/>
                          <a:ea typeface="黑体" panose="02010609060101010101" pitchFamily="49" charset="-122"/>
                          <a:cs typeface="+mn-ea"/>
                        </a:rPr>
                        <m:t>Δ</m:t>
                      </m:r>
                      <m:r>
                        <a:rPr kumimoji="1" lang="zh-CN" altLang="en-US" sz="2200">
                          <a:solidFill>
                            <a:prstClr val="black"/>
                          </a:solidFill>
                          <a:latin typeface="Cambria Math" panose="02040503050406030204" charset="0"/>
                          <a:ea typeface="黑体" panose="02010609060101010101" pitchFamily="49" charset="-122"/>
                          <a:cs typeface="+mn-ea"/>
                        </a:rPr>
                        <m:t>​</m:t>
                      </m:r>
                      <m:r>
                        <a:rPr kumimoji="1" lang="zh-CN" altLang="en-US" sz="2200">
                          <a:solidFill>
                            <a:prstClr val="black"/>
                          </a:solidFill>
                          <a:latin typeface="Cambria Math" panose="02040503050406030204" charset="0"/>
                          <a:ea typeface="黑体" panose="02010609060101010101" pitchFamily="49" charset="-122"/>
                          <a:cs typeface="+mn-ea"/>
                        </a:rPr>
                        <m:t>ℎ</m:t>
                      </m:r>
                      <m:r>
                        <a:rPr kumimoji="1" lang="zh-CN" altLang="en-US" sz="2200">
                          <a:solidFill>
                            <a:prstClr val="black"/>
                          </a:solidFill>
                          <a:latin typeface="Cambria Math" panose="02040503050406030204" charset="0"/>
                          <a:ea typeface="黑体" panose="02010609060101010101" pitchFamily="49" charset="-122"/>
                          <a:cs typeface="+mn-ea"/>
                        </a:rPr>
                        <m:t>=−</m:t>
                      </m:r>
                      <m:r>
                        <a:rPr kumimoji="1" lang="zh-CN" altLang="en-US" sz="2200">
                          <a:solidFill>
                            <a:prstClr val="black"/>
                          </a:solidFill>
                          <a:latin typeface="Cambria Math" panose="02040503050406030204" charset="0"/>
                          <a:ea typeface="黑体" panose="02010609060101010101" pitchFamily="49" charset="-122"/>
                          <a:cs typeface="+mn-ea"/>
                        </a:rPr>
                        <m:t>1</m:t>
                      </m:r>
                      <m:r>
                        <a:rPr kumimoji="1" lang="zh-CN" altLang="en-US" sz="2200">
                          <a:solidFill>
                            <a:prstClr val="black"/>
                          </a:solidFill>
                          <a:latin typeface="Cambria Math" panose="02040503050406030204" charset="0"/>
                          <a:ea typeface="黑体" panose="02010609060101010101" pitchFamily="49" charset="-122"/>
                          <a:cs typeface="+mn-ea"/>
                        </a:rPr>
                        <m:t>.</m:t>
                      </m:r>
                    </m:oMath>
                  </m:oMathPara>
                </a14:m>
                <a:endParaRPr kumimoji="1" lang="zh-CN" altLang="en-US" sz="2200" dirty="0">
                  <a:solidFill>
                    <a:prstClr val="black"/>
                  </a:solidFill>
                  <a:latin typeface="Times New Roman" panose="02020603050405020304"/>
                  <a:ea typeface="黑体" panose="02010609060101010101" pitchFamily="49" charset="-122"/>
                  <a:cs typeface="+mn-ea"/>
                </a:endParaRPr>
              </a:p>
            </p:txBody>
          </p:sp>
        </mc:Choice>
        <mc:Fallback>
          <p:sp>
            <p:nvSpPr>
              <p:cNvPr id="15" name="Object 31"/>
              <p:cNvSpPr txBox="1">
                <a:spLocks noRot="1" noChangeAspect="1" noMove="1" noResize="1" noEditPoints="1" noAdjustHandles="1" noChangeArrowheads="1" noChangeShapeType="1" noTextEdit="1"/>
              </p:cNvSpPr>
              <p:nvPr/>
            </p:nvSpPr>
            <p:spPr bwMode="auto">
              <a:xfrm>
                <a:off x="3694622" y="3966284"/>
                <a:ext cx="2882900" cy="393700"/>
              </a:xfrm>
              <a:prstGeom prst="rect">
                <a:avLst/>
              </a:prstGeom>
              <a:blipFill rotWithShape="1">
                <a:blip r:embed="rId11"/>
                <a:stretch>
                  <a:fillRect l="-7" t="-19" r="7" b="19"/>
                </a:stretch>
              </a:blipFill>
              <a:ln>
                <a:noFill/>
              </a:ln>
              <a:effectLst/>
            </p:spPr>
            <p:txBody>
              <a:bodyPr/>
              <a:lstStyle/>
              <a:p>
                <a:r>
                  <a:rPr lang="zh-CN" altLang="en-US">
                    <a:noFill/>
                  </a:rPr>
                  <a:t> </a:t>
                </a:r>
              </a:p>
            </p:txBody>
          </p:sp>
        </mc:Fallback>
      </mc:AlternateContent>
      <p:sp>
        <p:nvSpPr>
          <p:cNvPr id="16" name="Line 32"/>
          <p:cNvSpPr>
            <a:spLocks noChangeShapeType="1"/>
          </p:cNvSpPr>
          <p:nvPr/>
        </p:nvSpPr>
        <p:spPr bwMode="auto">
          <a:xfrm>
            <a:off x="3573971" y="3392809"/>
            <a:ext cx="0" cy="1219200"/>
          </a:xfrm>
          <a:prstGeom prst="line">
            <a:avLst/>
          </a:prstGeom>
          <a:noFill/>
          <a:ln w="28575">
            <a:solidFill>
              <a:schemeClr val="tx1"/>
            </a:solidFill>
            <a:round/>
            <a:tailEnd type="triangle" w="med" len="med"/>
          </a:ln>
          <a:extLst>
            <a:ext uri="{909E8E84-426E-40DD-AFC4-6F175D3DCCD1}">
              <a14:hiddenFill xmlns:a14="http://schemas.microsoft.com/office/drawing/2010/main">
                <a:noFill/>
              </a14:hiddenFill>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en-US" sz="4800" b="0" i="0" u="none" strike="noStrike" kern="1200" cap="none" spc="0" normalizeH="0" baseline="0" noProof="0">
              <a:ln>
                <a:noFill/>
              </a:ln>
              <a:solidFill>
                <a:prstClr val="black"/>
              </a:solidFill>
              <a:effectLst/>
              <a:uLnTx/>
              <a:uFillTx/>
              <a:latin typeface="Times New Roman" panose="02020603050405020304"/>
              <a:ea typeface="黑体" panose="02010609060101010101" pitchFamily="49" charset="-122"/>
              <a:cs typeface="+mn-ea"/>
              <a:sym typeface="+mn-lt"/>
            </a:endParaRPr>
          </a:p>
        </p:txBody>
      </p:sp>
      <mc:AlternateContent xmlns:mc="http://schemas.openxmlformats.org/markup-compatibility/2006">
        <mc:Choice xmlns:a14="http://schemas.microsoft.com/office/drawing/2010/main" Requires="a14">
          <p:sp>
            <p:nvSpPr>
              <p:cNvPr id="17" name="Object 35"/>
              <p:cNvSpPr txBox="1"/>
              <p:nvPr/>
            </p:nvSpPr>
            <p:spPr bwMode="auto">
              <a:xfrm>
                <a:off x="3048315" y="5135592"/>
                <a:ext cx="2110740" cy="469900"/>
              </a:xfrm>
              <a:prstGeom prst="rect">
                <a:avLst/>
              </a:prstGeom>
              <a:noFill/>
              <a:ln>
                <a:noFill/>
              </a:ln>
              <a:effectLst/>
            </p:spPr>
            <p:txBody>
              <a:bodyPr>
                <a:normAutofit/>
              </a:bodyPr>
              <a:lstStyle/>
              <a:p>
                <a14:m>
                  <m:oMathPara xmlns:m="http://schemas.openxmlformats.org/officeDocument/2006/math">
                    <m:oMathParaPr>
                      <m:jc m:val="left"/>
                    </m:oMathParaPr>
                    <m:oMath xmlns:m="http://schemas.openxmlformats.org/officeDocument/2006/math">
                      <m:r>
                        <a:rPr kumimoji="1" lang="zh-CN" altLang="en-US" sz="2200">
                          <a:solidFill>
                            <a:prstClr val="black"/>
                          </a:solidFill>
                          <a:latin typeface="Cambria Math" panose="02040503050406030204" charset="0"/>
                          <a:ea typeface="黑体" panose="02010609060101010101" pitchFamily="49" charset="-122"/>
                          <a:cs typeface="+mn-ea"/>
                        </a:rPr>
                        <m:t>=−</m:t>
                      </m:r>
                      <m:r>
                        <a:rPr kumimoji="1" lang="zh-CN" altLang="en-US" sz="2200">
                          <a:solidFill>
                            <a:prstClr val="black"/>
                          </a:solidFill>
                          <a:latin typeface="Cambria Math" panose="02040503050406030204" charset="0"/>
                          <a:ea typeface="黑体" panose="02010609060101010101" pitchFamily="49" charset="-122"/>
                          <a:cs typeface="+mn-ea"/>
                        </a:rPr>
                        <m:t>200</m:t>
                      </m:r>
                      <m:r>
                        <m:rPr>
                          <m:sty m:val="p"/>
                        </m:rPr>
                        <a:rPr kumimoji="1" lang="zh-CN" altLang="en-US" sz="2200" i="0">
                          <a:solidFill>
                            <a:prstClr val="black"/>
                          </a:solidFill>
                          <a:latin typeface="Cambria Math" panose="02040503050406030204" charset="0"/>
                          <a:ea typeface="黑体" panose="02010609060101010101" pitchFamily="49" charset="-122"/>
                          <a:cs typeface="+mn-ea"/>
                        </a:rPr>
                        <m:t>π</m:t>
                      </m:r>
                      <m:r>
                        <a:rPr kumimoji="1" lang="zh-CN" altLang="en-US" sz="2200">
                          <a:solidFill>
                            <a:prstClr val="black"/>
                          </a:solidFill>
                          <a:latin typeface="Cambria Math" panose="02040503050406030204" charset="0"/>
                          <a:ea typeface="黑体" panose="02010609060101010101" pitchFamily="49" charset="-122"/>
                          <a:cs typeface="+mn-ea"/>
                        </a:rPr>
                        <m:t>(</m:t>
                      </m:r>
                      <m:r>
                        <m:rPr>
                          <m:nor/>
                        </m:rPr>
                        <a:rPr kumimoji="1" lang="zh-CN" altLang="en-US" sz="2200">
                          <a:solidFill>
                            <a:prstClr val="black"/>
                          </a:solidFill>
                          <a:latin typeface="Times New Roman" panose="02020603050405020304"/>
                          <a:ea typeface="黑体" panose="02010609060101010101" pitchFamily="49" charset="-122"/>
                          <a:cs typeface="+mn-ea"/>
                        </a:rPr>
                        <m:t>c</m:t>
                      </m:r>
                      <m:sSup>
                        <m:sSupPr>
                          <m:ctrlPr>
                            <a:rPr kumimoji="1" lang="zh-CN" altLang="en-US" sz="2200" i="1">
                              <a:solidFill>
                                <a:prstClr val="black"/>
                              </a:solidFill>
                              <a:latin typeface="Cambria Math" panose="02040503050406030204" charset="0"/>
                              <a:ea typeface="黑体" panose="02010609060101010101" pitchFamily="49" charset="-122"/>
                              <a:cs typeface="+mn-ea"/>
                            </a:rPr>
                          </m:ctrlPr>
                        </m:sSupPr>
                        <m:e>
                          <m:r>
                            <m:rPr>
                              <m:nor/>
                            </m:rPr>
                            <a:rPr kumimoji="1" lang="zh-CN" altLang="en-US" sz="2200">
                              <a:solidFill>
                                <a:prstClr val="black"/>
                              </a:solidFill>
                              <a:latin typeface="Times New Roman" panose="02020603050405020304"/>
                              <a:ea typeface="黑体" panose="02010609060101010101" pitchFamily="49" charset="-122"/>
                              <a:cs typeface="+mn-ea"/>
                            </a:rPr>
                            <m:t>m</m:t>
                          </m:r>
                        </m:e>
                        <m:sup>
                          <m:r>
                            <a:rPr kumimoji="1" lang="zh-CN" altLang="en-US" sz="2200">
                              <a:solidFill>
                                <a:prstClr val="black"/>
                              </a:solidFill>
                              <a:latin typeface="Cambria Math" panose="02040503050406030204" charset="0"/>
                              <a:ea typeface="黑体" panose="02010609060101010101" pitchFamily="49" charset="-122"/>
                              <a:cs typeface="+mn-ea"/>
                            </a:rPr>
                            <m:t>3</m:t>
                          </m:r>
                        </m:sup>
                      </m:sSup>
                      <m:r>
                        <a:rPr kumimoji="1" lang="zh-CN" altLang="en-US" sz="2200">
                          <a:solidFill>
                            <a:prstClr val="black"/>
                          </a:solidFill>
                          <a:latin typeface="Cambria Math" panose="02040503050406030204" charset="0"/>
                          <a:ea typeface="黑体" panose="02010609060101010101" pitchFamily="49" charset="-122"/>
                          <a:cs typeface="+mn-ea"/>
                        </a:rPr>
                        <m:t>).</m:t>
                      </m:r>
                    </m:oMath>
                  </m:oMathPara>
                </a14:m>
                <a:endParaRPr kumimoji="1" lang="zh-CN" altLang="en-US" sz="2200" dirty="0">
                  <a:solidFill>
                    <a:prstClr val="black"/>
                  </a:solidFill>
                  <a:latin typeface="Times New Roman" panose="02020603050405020304"/>
                  <a:ea typeface="黑体" panose="02010609060101010101" pitchFamily="49" charset="-122"/>
                  <a:cs typeface="+mn-ea"/>
                </a:endParaRPr>
              </a:p>
            </p:txBody>
          </p:sp>
        </mc:Choice>
        <mc:Fallback>
          <p:sp>
            <p:nvSpPr>
              <p:cNvPr id="17" name="Object 35"/>
              <p:cNvSpPr txBox="1">
                <a:spLocks noRot="1" noChangeAspect="1" noMove="1" noResize="1" noEditPoints="1" noAdjustHandles="1" noChangeArrowheads="1" noChangeShapeType="1" noTextEdit="1"/>
              </p:cNvSpPr>
              <p:nvPr/>
            </p:nvSpPr>
            <p:spPr bwMode="auto">
              <a:xfrm>
                <a:off x="3048315" y="5135592"/>
                <a:ext cx="2110740" cy="469900"/>
              </a:xfrm>
              <a:prstGeom prst="rect">
                <a:avLst/>
              </a:prstGeom>
              <a:blipFill rotWithShape="1">
                <a:blip r:embed="rId12"/>
                <a:stretch>
                  <a:fillRect l="-15" t="-74" r="15" b="74"/>
                </a:stretch>
              </a:blipFill>
              <a:ln>
                <a:noFill/>
              </a:ln>
              <a:effectLst/>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8" name="Text Box 37"/>
              <p:cNvSpPr txBox="1">
                <a:spLocks noChangeArrowheads="1"/>
              </p:cNvSpPr>
              <p:nvPr/>
            </p:nvSpPr>
            <p:spPr bwMode="auto">
              <a:xfrm>
                <a:off x="4068660" y="1275081"/>
                <a:ext cx="4495800" cy="5191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lvl="0" fontAlgn="base">
                  <a:spcBef>
                    <a:spcPct val="50000"/>
                  </a:spcBef>
                  <a:spcAft>
                    <a:spcPct val="0"/>
                  </a:spcAft>
                  <a:defRPr/>
                </a:pPr>
                <a:r>
                  <a:rPr kumimoji="1" lang="zh-CN" altLang="en-US" sz="2800" dirty="0">
                    <a:solidFill>
                      <a:prstClr val="black"/>
                    </a:solidFill>
                    <a:latin typeface="Times New Roman" panose="02020603050405020304"/>
                    <a:ea typeface="黑体" panose="02010609060101010101" pitchFamily="49" charset="-122"/>
                    <a:cs typeface="+mn-ea"/>
                    <a:sym typeface="+mn-lt"/>
                  </a:rPr>
                  <a:t>高度由</a:t>
                </a:r>
                <a:r>
                  <a:rPr kumimoji="1" lang="en-US" altLang="zh-CN" sz="2800" dirty="0">
                    <a:solidFill>
                      <a:prstClr val="black"/>
                    </a:solidFill>
                    <a:latin typeface="Times New Roman" panose="02020603050405020304"/>
                    <a:ea typeface="黑体" panose="02010609060101010101" pitchFamily="49" charset="-122"/>
                    <a:cs typeface="+mn-ea"/>
                    <a:sym typeface="+mn-lt"/>
                  </a:rPr>
                  <a:t>100cm </a:t>
                </a:r>
                <a:r>
                  <a:rPr kumimoji="1" lang="zh-CN" altLang="en-US" sz="2800" dirty="0">
                    <a:solidFill>
                      <a:prstClr val="black"/>
                    </a:solidFill>
                    <a:latin typeface="Times New Roman" panose="02020603050405020304"/>
                    <a:ea typeface="黑体" panose="02010609060101010101" pitchFamily="49" charset="-122"/>
                    <a:cs typeface="+mn-ea"/>
                    <a:sym typeface="+mn-lt"/>
                  </a:rPr>
                  <a:t>减少到 </a:t>
                </a:r>
                <a:r>
                  <a:rPr kumimoji="1" lang="en-US" altLang="zh-CN" sz="2800" dirty="0">
                    <a:solidFill>
                      <a:prstClr val="black"/>
                    </a:solidFill>
                    <a:latin typeface="Times New Roman" panose="02020603050405020304"/>
                    <a:ea typeface="黑体" panose="02010609060101010101" pitchFamily="49" charset="-122"/>
                    <a:cs typeface="+mn-ea"/>
                    <a:sym typeface="+mn-lt"/>
                  </a:rPr>
                  <a:t>99cm</a:t>
                </a:r>
                <a:r>
                  <a:rPr kumimoji="1" lang="zh-CN" altLang="en-US" sz="2800" dirty="0">
                    <a:solidFill>
                      <a:prstClr val="black"/>
                    </a:solidFill>
                    <a:ea typeface="黑体" panose="02010609060101010101" pitchFamily="49" charset="-122"/>
                    <a:cs typeface="+mn-ea"/>
                  </a:rPr>
                  <a:t> </a:t>
                </a:r>
                <a14:m>
                  <m:oMath xmlns:m="http://schemas.openxmlformats.org/officeDocument/2006/math">
                    <m:r>
                      <a:rPr kumimoji="1" lang="zh-CN" altLang="en-US" sz="2800">
                        <a:solidFill>
                          <a:prstClr val="black"/>
                        </a:solidFill>
                        <a:latin typeface="Cambria Math" panose="02040503050406030204" charset="0"/>
                        <a:ea typeface="黑体" panose="02010609060101010101" pitchFamily="49" charset="-122"/>
                        <a:cs typeface="+mn-ea"/>
                      </a:rPr>
                      <m:t>,</m:t>
                    </m:r>
                  </m:oMath>
                </a14:m>
                <a:endParaRPr kumimoji="1" lang="en-US" altLang="zh-CN" sz="2800" dirty="0">
                  <a:solidFill>
                    <a:prstClr val="black"/>
                  </a:solidFill>
                  <a:latin typeface="Times New Roman" panose="02020603050405020304"/>
                  <a:ea typeface="黑体" panose="02010609060101010101" pitchFamily="49" charset="-122"/>
                  <a:cs typeface="+mn-ea"/>
                  <a:sym typeface="+mn-lt"/>
                </a:endParaRPr>
              </a:p>
            </p:txBody>
          </p:sp>
        </mc:Choice>
        <mc:Fallback>
          <p:sp>
            <p:nvSpPr>
              <p:cNvPr id="18" name="Text Box 37"/>
              <p:cNvSpPr txBox="1">
                <a:spLocks noRot="1" noChangeAspect="1" noMove="1" noResize="1" noEditPoints="1" noAdjustHandles="1" noChangeArrowheads="1" noChangeShapeType="1" noTextEdit="1"/>
              </p:cNvSpPr>
              <p:nvPr/>
            </p:nvSpPr>
            <p:spPr bwMode="auto">
              <a:xfrm>
                <a:off x="4068660" y="1275081"/>
                <a:ext cx="4495800" cy="519113"/>
              </a:xfrm>
              <a:prstGeom prst="rect">
                <a:avLst/>
              </a:prstGeom>
              <a:blipFill rotWithShape="1">
                <a:blip r:embed="rId13"/>
                <a:stretch>
                  <a:fillRect l="-5" r="5" b="61"/>
                </a:stretch>
              </a:blip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9" name="Text Box 38"/>
              <p:cNvSpPr txBox="1">
                <a:spLocks noChangeArrowheads="1"/>
              </p:cNvSpPr>
              <p:nvPr/>
            </p:nvSpPr>
            <p:spPr bwMode="auto">
              <a:xfrm>
                <a:off x="2590800" y="1828801"/>
                <a:ext cx="3243809" cy="5191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square">
                <a:spAutoFit/>
              </a:bodyPr>
              <a:lstStyle/>
              <a:p>
                <a:pPr lvl="0" fontAlgn="base">
                  <a:spcBef>
                    <a:spcPct val="50000"/>
                  </a:spcBef>
                  <a:spcAft>
                    <a:spcPct val="0"/>
                  </a:spcAft>
                  <a:defRPr/>
                </a:pPr>
                <a:r>
                  <a:rPr kumimoji="1" lang="zh-CN" altLang="en-US" sz="2800" dirty="0">
                    <a:solidFill>
                      <a:prstClr val="black"/>
                    </a:solidFill>
                    <a:latin typeface="Times New Roman" panose="02020603050405020304"/>
                    <a:ea typeface="黑体" panose="02010609060101010101" pitchFamily="49" charset="-122"/>
                    <a:cs typeface="+mn-ea"/>
                    <a:sym typeface="+mn-lt"/>
                  </a:rPr>
                  <a:t>体积的近似改变量</a:t>
                </a:r>
                <a14:m>
                  <m:oMath xmlns:m="http://schemas.openxmlformats.org/officeDocument/2006/math">
                    <m:r>
                      <a:rPr kumimoji="1" lang="zh-CN" altLang="en-US" sz="2800">
                        <a:solidFill>
                          <a:prstClr val="black"/>
                        </a:solidFill>
                        <a:latin typeface="Cambria Math" panose="02040503050406030204" charset="0"/>
                        <a:ea typeface="黑体" panose="02010609060101010101" pitchFamily="49" charset="-122"/>
                        <a:cs typeface="+mn-ea"/>
                      </a:rPr>
                      <m:t>.</m:t>
                    </m:r>
                  </m:oMath>
                </a14:m>
                <a:endParaRPr kumimoji="1" lang="en-US" altLang="zh-CN" sz="2800" dirty="0">
                  <a:solidFill>
                    <a:prstClr val="black"/>
                  </a:solidFill>
                  <a:latin typeface="Times New Roman" panose="02020603050405020304"/>
                  <a:ea typeface="黑体" panose="02010609060101010101" pitchFamily="49" charset="-122"/>
                  <a:cs typeface="+mn-ea"/>
                  <a:sym typeface="+mn-lt"/>
                </a:endParaRPr>
              </a:p>
            </p:txBody>
          </p:sp>
        </mc:Choice>
        <mc:Fallback>
          <p:sp>
            <p:nvSpPr>
              <p:cNvPr id="19" name="Text Box 38"/>
              <p:cNvSpPr txBox="1">
                <a:spLocks noRot="1" noChangeAspect="1" noMove="1" noResize="1" noEditPoints="1" noAdjustHandles="1" noChangeArrowheads="1" noChangeShapeType="1" noTextEdit="1"/>
              </p:cNvSpPr>
              <p:nvPr/>
            </p:nvSpPr>
            <p:spPr bwMode="auto">
              <a:xfrm>
                <a:off x="2590800" y="1828801"/>
                <a:ext cx="3243809" cy="519113"/>
              </a:xfrm>
              <a:prstGeom prst="rect">
                <a:avLst/>
              </a:prstGeom>
              <a:blipFill rotWithShape="1">
                <a:blip r:embed="rId14"/>
                <a:stretch>
                  <a:fillRect r="7" b="61"/>
                </a:stretch>
              </a:blip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lstStyle/>
              <a:p>
                <a:r>
                  <a:rPr lang="zh-CN" altLang="en-US">
                    <a:noFill/>
                  </a:rPr>
                  <a:t> </a:t>
                </a:r>
              </a:p>
            </p:txBody>
          </p:sp>
        </mc:Fallback>
      </mc:AlternateContent>
      <p:sp>
        <p:nvSpPr>
          <p:cNvPr id="20" name="Text Box 46"/>
          <p:cNvSpPr txBox="1">
            <a:spLocks noChangeArrowheads="1"/>
          </p:cNvSpPr>
          <p:nvPr/>
        </p:nvSpPr>
        <p:spPr bwMode="auto">
          <a:xfrm>
            <a:off x="8412060" y="1275081"/>
            <a:ext cx="196215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base" latinLnBrk="0" hangingPunct="1">
              <a:lnSpc>
                <a:spcPct val="100000"/>
              </a:lnSpc>
              <a:spcBef>
                <a:spcPct val="50000"/>
              </a:spcBef>
              <a:spcAft>
                <a:spcPct val="0"/>
              </a:spcAft>
              <a:buClrTx/>
              <a:buSzTx/>
              <a:buFontTx/>
              <a:buNone/>
              <a:defRPr/>
            </a:pPr>
            <a:r>
              <a:rPr kumimoji="1" lang="zh-CN" altLang="en-US" sz="2800" dirty="0">
                <a:solidFill>
                  <a:prstClr val="black"/>
                </a:solidFill>
                <a:latin typeface="Times New Roman" panose="02020603050405020304"/>
                <a:ea typeface="黑体" panose="02010609060101010101" pitchFamily="49" charset="-122"/>
                <a:cs typeface="+mn-ea"/>
                <a:sym typeface="+mn-lt"/>
              </a:rPr>
              <a:t>求此圆柱体</a:t>
            </a:r>
            <a:endParaRPr kumimoji="1" lang="zh-CN" altLang="en-US" sz="2800" dirty="0">
              <a:solidFill>
                <a:prstClr val="black"/>
              </a:solidFill>
              <a:latin typeface="Times New Roman" panose="02020603050405020304"/>
              <a:ea typeface="黑体" panose="02010609060101010101" pitchFamily="49" charset="-122"/>
              <a:cs typeface="+mn-ea"/>
              <a:sym typeface="+mn-lt"/>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wipe(left)">
                                      <p:cBhvr>
                                        <p:cTn id="7" dur="5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wipe(left)">
                                      <p:cBhvr>
                                        <p:cTn id="12" dur="500"/>
                                        <p:tgtEl>
                                          <p:spTgt spid="2"/>
                                        </p:tgtEl>
                                      </p:cBhvr>
                                    </p:animEffect>
                                  </p:childTnLst>
                                </p:cTn>
                              </p:par>
                            </p:childTnLst>
                          </p:cTn>
                        </p:par>
                        <p:par>
                          <p:cTn id="13" fill="hold">
                            <p:stCondLst>
                              <p:cond delay="500"/>
                            </p:stCondLst>
                            <p:childTnLst>
                              <p:par>
                                <p:cTn id="14" presetID="22" presetClass="entr" presetSubtype="8" fill="hold" grpId="0" nodeType="after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wipe(left)">
                                      <p:cBhvr>
                                        <p:cTn id="16" dur="500"/>
                                        <p:tgtEl>
                                          <p:spTgt spid="11"/>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18"/>
                                        </p:tgtEl>
                                        <p:attrNameLst>
                                          <p:attrName>style.visibility</p:attrName>
                                        </p:attrNameLst>
                                      </p:cBhvr>
                                      <p:to>
                                        <p:strVal val="visible"/>
                                      </p:to>
                                    </p:set>
                                    <p:animEffect transition="in" filter="wipe(left)">
                                      <p:cBhvr>
                                        <p:cTn id="21" dur="500"/>
                                        <p:tgtEl>
                                          <p:spTgt spid="18"/>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grpId="0" nodeType="clickEffect">
                                  <p:stCondLst>
                                    <p:cond delay="0"/>
                                  </p:stCondLst>
                                  <p:childTnLst>
                                    <p:set>
                                      <p:cBhvr>
                                        <p:cTn id="25" dur="1" fill="hold">
                                          <p:stCondLst>
                                            <p:cond delay="0"/>
                                          </p:stCondLst>
                                        </p:cTn>
                                        <p:tgtEl>
                                          <p:spTgt spid="20"/>
                                        </p:tgtEl>
                                        <p:attrNameLst>
                                          <p:attrName>style.visibility</p:attrName>
                                        </p:attrNameLst>
                                      </p:cBhvr>
                                      <p:to>
                                        <p:strVal val="visible"/>
                                      </p:to>
                                    </p:set>
                                    <p:animEffect transition="in" filter="wipe(left)">
                                      <p:cBhvr>
                                        <p:cTn id="26" dur="500"/>
                                        <p:tgtEl>
                                          <p:spTgt spid="20"/>
                                        </p:tgtEl>
                                      </p:cBhvr>
                                    </p:animEffect>
                                  </p:childTnLst>
                                </p:cTn>
                              </p:par>
                            </p:childTnLst>
                          </p:cTn>
                        </p:par>
                        <p:par>
                          <p:cTn id="27" fill="hold">
                            <p:stCondLst>
                              <p:cond delay="500"/>
                            </p:stCondLst>
                            <p:childTnLst>
                              <p:par>
                                <p:cTn id="28" presetID="22" presetClass="entr" presetSubtype="8" fill="hold" grpId="0" nodeType="afterEffect">
                                  <p:stCondLst>
                                    <p:cond delay="0"/>
                                  </p:stCondLst>
                                  <p:childTnLst>
                                    <p:set>
                                      <p:cBhvr>
                                        <p:cTn id="29" dur="1" fill="hold">
                                          <p:stCondLst>
                                            <p:cond delay="0"/>
                                          </p:stCondLst>
                                        </p:cTn>
                                        <p:tgtEl>
                                          <p:spTgt spid="19"/>
                                        </p:tgtEl>
                                        <p:attrNameLst>
                                          <p:attrName>style.visibility</p:attrName>
                                        </p:attrNameLst>
                                      </p:cBhvr>
                                      <p:to>
                                        <p:strVal val="visible"/>
                                      </p:to>
                                    </p:set>
                                    <p:animEffect transition="in" filter="wipe(left)">
                                      <p:cBhvr>
                                        <p:cTn id="30" dur="500"/>
                                        <p:tgtEl>
                                          <p:spTgt spid="19"/>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8" fill="hold" grpId="0" nodeType="clickEffect">
                                  <p:stCondLst>
                                    <p:cond delay="0"/>
                                  </p:stCondLst>
                                  <p:childTnLst>
                                    <p:set>
                                      <p:cBhvr>
                                        <p:cTn id="34" dur="1" fill="hold">
                                          <p:stCondLst>
                                            <p:cond delay="0"/>
                                          </p:stCondLst>
                                        </p:cTn>
                                        <p:tgtEl>
                                          <p:spTgt spid="3"/>
                                        </p:tgtEl>
                                        <p:attrNameLst>
                                          <p:attrName>style.visibility</p:attrName>
                                        </p:attrNameLst>
                                      </p:cBhvr>
                                      <p:to>
                                        <p:strVal val="visible"/>
                                      </p:to>
                                    </p:set>
                                    <p:animEffect transition="in" filter="wipe(left)">
                                      <p:cBhvr>
                                        <p:cTn id="35" dur="500"/>
                                        <p:tgtEl>
                                          <p:spTgt spid="3"/>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8" fill="hold" grpId="0" nodeType="clickEffect">
                                  <p:stCondLst>
                                    <p:cond delay="0"/>
                                  </p:stCondLst>
                                  <p:childTnLst>
                                    <p:set>
                                      <p:cBhvr>
                                        <p:cTn id="39" dur="1" fill="hold">
                                          <p:stCondLst>
                                            <p:cond delay="0"/>
                                          </p:stCondLst>
                                        </p:cTn>
                                        <p:tgtEl>
                                          <p:spTgt spid="4"/>
                                        </p:tgtEl>
                                        <p:attrNameLst>
                                          <p:attrName>style.visibility</p:attrName>
                                        </p:attrNameLst>
                                      </p:cBhvr>
                                      <p:to>
                                        <p:strVal val="visible"/>
                                      </p:to>
                                    </p:set>
                                    <p:animEffect transition="in" filter="wipe(left)">
                                      <p:cBhvr>
                                        <p:cTn id="40" dur="500"/>
                                        <p:tgtEl>
                                          <p:spTgt spid="4"/>
                                        </p:tgtEl>
                                      </p:cBhvr>
                                    </p:animEffect>
                                  </p:childTnLst>
                                </p:cTn>
                              </p:par>
                            </p:childTnLst>
                          </p:cTn>
                        </p:par>
                      </p:childTnLst>
                    </p:cTn>
                  </p:par>
                  <p:par>
                    <p:cTn id="41" fill="hold">
                      <p:stCondLst>
                        <p:cond delay="indefinite"/>
                      </p:stCondLst>
                      <p:childTnLst>
                        <p:par>
                          <p:cTn id="42" fill="hold">
                            <p:stCondLst>
                              <p:cond delay="0"/>
                            </p:stCondLst>
                            <p:childTnLst>
                              <p:par>
                                <p:cTn id="43" presetID="22" presetClass="entr" presetSubtype="8" fill="hold" grpId="0" nodeType="clickEffect">
                                  <p:stCondLst>
                                    <p:cond delay="0"/>
                                  </p:stCondLst>
                                  <p:childTnLst>
                                    <p:set>
                                      <p:cBhvr>
                                        <p:cTn id="44" dur="1" fill="hold">
                                          <p:stCondLst>
                                            <p:cond delay="0"/>
                                          </p:stCondLst>
                                        </p:cTn>
                                        <p:tgtEl>
                                          <p:spTgt spid="12"/>
                                        </p:tgtEl>
                                        <p:attrNameLst>
                                          <p:attrName>style.visibility</p:attrName>
                                        </p:attrNameLst>
                                      </p:cBhvr>
                                      <p:to>
                                        <p:strVal val="visible"/>
                                      </p:to>
                                    </p:set>
                                    <p:animEffect transition="in" filter="wipe(left)">
                                      <p:cBhvr>
                                        <p:cTn id="45" dur="500"/>
                                        <p:tgtEl>
                                          <p:spTgt spid="12"/>
                                        </p:tgtEl>
                                      </p:cBhvr>
                                    </p:animEffect>
                                  </p:childTnLst>
                                </p:cTn>
                              </p:par>
                            </p:childTnLst>
                          </p:cTn>
                        </p:par>
                      </p:childTnLst>
                    </p:cTn>
                  </p:par>
                  <p:par>
                    <p:cTn id="46" fill="hold">
                      <p:stCondLst>
                        <p:cond delay="indefinite"/>
                      </p:stCondLst>
                      <p:childTnLst>
                        <p:par>
                          <p:cTn id="47" fill="hold">
                            <p:stCondLst>
                              <p:cond delay="0"/>
                            </p:stCondLst>
                            <p:childTnLst>
                              <p:par>
                                <p:cTn id="48" presetID="22" presetClass="entr" presetSubtype="8" fill="hold" grpId="0" nodeType="clickEffect">
                                  <p:stCondLst>
                                    <p:cond delay="0"/>
                                  </p:stCondLst>
                                  <p:childTnLst>
                                    <p:set>
                                      <p:cBhvr>
                                        <p:cTn id="49" dur="1" fill="hold">
                                          <p:stCondLst>
                                            <p:cond delay="0"/>
                                          </p:stCondLst>
                                        </p:cTn>
                                        <p:tgtEl>
                                          <p:spTgt spid="5"/>
                                        </p:tgtEl>
                                        <p:attrNameLst>
                                          <p:attrName>style.visibility</p:attrName>
                                        </p:attrNameLst>
                                      </p:cBhvr>
                                      <p:to>
                                        <p:strVal val="visible"/>
                                      </p:to>
                                    </p:set>
                                    <p:animEffect transition="in" filter="wipe(left)">
                                      <p:cBhvr>
                                        <p:cTn id="50" dur="500"/>
                                        <p:tgtEl>
                                          <p:spTgt spid="5"/>
                                        </p:tgtEl>
                                      </p:cBhvr>
                                    </p:animEffect>
                                  </p:childTnLst>
                                </p:cTn>
                              </p:par>
                            </p:childTnLst>
                          </p:cTn>
                        </p:par>
                      </p:childTnLst>
                    </p:cTn>
                  </p:par>
                  <p:par>
                    <p:cTn id="51" fill="hold">
                      <p:stCondLst>
                        <p:cond delay="indefinite"/>
                      </p:stCondLst>
                      <p:childTnLst>
                        <p:par>
                          <p:cTn id="52" fill="hold">
                            <p:stCondLst>
                              <p:cond delay="0"/>
                            </p:stCondLst>
                            <p:childTnLst>
                              <p:par>
                                <p:cTn id="53" presetID="22" presetClass="entr" presetSubtype="8" fill="hold" grpId="0" nodeType="clickEffect">
                                  <p:stCondLst>
                                    <p:cond delay="0"/>
                                  </p:stCondLst>
                                  <p:childTnLst>
                                    <p:set>
                                      <p:cBhvr>
                                        <p:cTn id="54" dur="1" fill="hold">
                                          <p:stCondLst>
                                            <p:cond delay="0"/>
                                          </p:stCondLst>
                                        </p:cTn>
                                        <p:tgtEl>
                                          <p:spTgt spid="13"/>
                                        </p:tgtEl>
                                        <p:attrNameLst>
                                          <p:attrName>style.visibility</p:attrName>
                                        </p:attrNameLst>
                                      </p:cBhvr>
                                      <p:to>
                                        <p:strVal val="visible"/>
                                      </p:to>
                                    </p:set>
                                    <p:animEffect transition="in" filter="wipe(left)">
                                      <p:cBhvr>
                                        <p:cTn id="55" dur="500"/>
                                        <p:tgtEl>
                                          <p:spTgt spid="13"/>
                                        </p:tgtEl>
                                      </p:cBhvr>
                                    </p:animEffect>
                                  </p:childTnLst>
                                </p:cTn>
                              </p:par>
                            </p:childTnLst>
                          </p:cTn>
                        </p:par>
                      </p:childTnLst>
                    </p:cTn>
                  </p:par>
                  <p:par>
                    <p:cTn id="56" fill="hold">
                      <p:stCondLst>
                        <p:cond delay="indefinite"/>
                      </p:stCondLst>
                      <p:childTnLst>
                        <p:par>
                          <p:cTn id="57" fill="hold">
                            <p:stCondLst>
                              <p:cond delay="0"/>
                            </p:stCondLst>
                            <p:childTnLst>
                              <p:par>
                                <p:cTn id="58" presetID="22" presetClass="entr" presetSubtype="8" fill="hold" grpId="0" nodeType="clickEffect">
                                  <p:stCondLst>
                                    <p:cond delay="0"/>
                                  </p:stCondLst>
                                  <p:childTnLst>
                                    <p:set>
                                      <p:cBhvr>
                                        <p:cTn id="59" dur="1" fill="hold">
                                          <p:stCondLst>
                                            <p:cond delay="0"/>
                                          </p:stCondLst>
                                        </p:cTn>
                                        <p:tgtEl>
                                          <p:spTgt spid="14"/>
                                        </p:tgtEl>
                                        <p:attrNameLst>
                                          <p:attrName>style.visibility</p:attrName>
                                        </p:attrNameLst>
                                      </p:cBhvr>
                                      <p:to>
                                        <p:strVal val="visible"/>
                                      </p:to>
                                    </p:set>
                                    <p:animEffect transition="in" filter="wipe(left)">
                                      <p:cBhvr>
                                        <p:cTn id="60" dur="500"/>
                                        <p:tgtEl>
                                          <p:spTgt spid="14"/>
                                        </p:tgtEl>
                                      </p:cBhvr>
                                    </p:animEffect>
                                  </p:childTnLst>
                                </p:cTn>
                              </p:par>
                            </p:childTnLst>
                          </p:cTn>
                        </p:par>
                      </p:childTnLst>
                    </p:cTn>
                  </p:par>
                  <p:par>
                    <p:cTn id="61" fill="hold">
                      <p:stCondLst>
                        <p:cond delay="indefinite"/>
                      </p:stCondLst>
                      <p:childTnLst>
                        <p:par>
                          <p:cTn id="62" fill="hold">
                            <p:stCondLst>
                              <p:cond delay="0"/>
                            </p:stCondLst>
                            <p:childTnLst>
                              <p:par>
                                <p:cTn id="63" presetID="22" presetClass="entr" presetSubtype="8" fill="hold" grpId="0" nodeType="clickEffect">
                                  <p:stCondLst>
                                    <p:cond delay="0"/>
                                  </p:stCondLst>
                                  <p:childTnLst>
                                    <p:set>
                                      <p:cBhvr>
                                        <p:cTn id="64" dur="1" fill="hold">
                                          <p:stCondLst>
                                            <p:cond delay="0"/>
                                          </p:stCondLst>
                                        </p:cTn>
                                        <p:tgtEl>
                                          <p:spTgt spid="6"/>
                                        </p:tgtEl>
                                        <p:attrNameLst>
                                          <p:attrName>style.visibility</p:attrName>
                                        </p:attrNameLst>
                                      </p:cBhvr>
                                      <p:to>
                                        <p:strVal val="visible"/>
                                      </p:to>
                                    </p:set>
                                    <p:animEffect transition="in" filter="wipe(left)">
                                      <p:cBhvr>
                                        <p:cTn id="65" dur="500"/>
                                        <p:tgtEl>
                                          <p:spTgt spid="6"/>
                                        </p:tgtEl>
                                      </p:cBhvr>
                                    </p:animEffect>
                                  </p:childTnLst>
                                </p:cTn>
                              </p:par>
                            </p:childTnLst>
                          </p:cTn>
                        </p:par>
                      </p:childTnLst>
                    </p:cTn>
                  </p:par>
                  <p:par>
                    <p:cTn id="66" fill="hold">
                      <p:stCondLst>
                        <p:cond delay="indefinite"/>
                      </p:stCondLst>
                      <p:childTnLst>
                        <p:par>
                          <p:cTn id="67" fill="hold">
                            <p:stCondLst>
                              <p:cond delay="0"/>
                            </p:stCondLst>
                            <p:childTnLst>
                              <p:par>
                                <p:cTn id="68" presetID="22" presetClass="entr" presetSubtype="8" fill="hold" grpId="0" nodeType="clickEffect">
                                  <p:stCondLst>
                                    <p:cond delay="0"/>
                                  </p:stCondLst>
                                  <p:childTnLst>
                                    <p:set>
                                      <p:cBhvr>
                                        <p:cTn id="69" dur="1" fill="hold">
                                          <p:stCondLst>
                                            <p:cond delay="0"/>
                                          </p:stCondLst>
                                        </p:cTn>
                                        <p:tgtEl>
                                          <p:spTgt spid="15"/>
                                        </p:tgtEl>
                                        <p:attrNameLst>
                                          <p:attrName>style.visibility</p:attrName>
                                        </p:attrNameLst>
                                      </p:cBhvr>
                                      <p:to>
                                        <p:strVal val="visible"/>
                                      </p:to>
                                    </p:set>
                                    <p:animEffect transition="in" filter="wipe(left)">
                                      <p:cBhvr>
                                        <p:cTn id="70" dur="500"/>
                                        <p:tgtEl>
                                          <p:spTgt spid="15"/>
                                        </p:tgtEl>
                                      </p:cBhvr>
                                    </p:animEffect>
                                  </p:childTnLst>
                                </p:cTn>
                              </p:par>
                            </p:childTnLst>
                          </p:cTn>
                        </p:par>
                        <p:par>
                          <p:cTn id="71" fill="hold">
                            <p:stCondLst>
                              <p:cond delay="500"/>
                            </p:stCondLst>
                            <p:childTnLst>
                              <p:par>
                                <p:cTn id="72" presetID="22" presetClass="entr" presetSubtype="1" fill="hold" grpId="0" nodeType="afterEffect">
                                  <p:stCondLst>
                                    <p:cond delay="0"/>
                                  </p:stCondLst>
                                  <p:childTnLst>
                                    <p:set>
                                      <p:cBhvr>
                                        <p:cTn id="73" dur="1" fill="hold">
                                          <p:stCondLst>
                                            <p:cond delay="0"/>
                                          </p:stCondLst>
                                        </p:cTn>
                                        <p:tgtEl>
                                          <p:spTgt spid="16"/>
                                        </p:tgtEl>
                                        <p:attrNameLst>
                                          <p:attrName>style.visibility</p:attrName>
                                        </p:attrNameLst>
                                      </p:cBhvr>
                                      <p:to>
                                        <p:strVal val="visible"/>
                                      </p:to>
                                    </p:set>
                                    <p:animEffect transition="in" filter="wipe(up)">
                                      <p:cBhvr>
                                        <p:cTn id="74" dur="500"/>
                                        <p:tgtEl>
                                          <p:spTgt spid="16"/>
                                        </p:tgtEl>
                                      </p:cBhvr>
                                    </p:animEffect>
                                  </p:childTnLst>
                                </p:cTn>
                              </p:par>
                            </p:childTnLst>
                          </p:cTn>
                        </p:par>
                      </p:childTnLst>
                    </p:cTn>
                  </p:par>
                  <p:par>
                    <p:cTn id="75" fill="hold">
                      <p:stCondLst>
                        <p:cond delay="indefinite"/>
                      </p:stCondLst>
                      <p:childTnLst>
                        <p:par>
                          <p:cTn id="76" fill="hold">
                            <p:stCondLst>
                              <p:cond delay="0"/>
                            </p:stCondLst>
                            <p:childTnLst>
                              <p:par>
                                <p:cTn id="77" presetID="22" presetClass="entr" presetSubtype="8" fill="hold" grpId="0" nodeType="clickEffect">
                                  <p:stCondLst>
                                    <p:cond delay="0"/>
                                  </p:stCondLst>
                                  <p:childTnLst>
                                    <p:set>
                                      <p:cBhvr>
                                        <p:cTn id="78" dur="1" fill="hold">
                                          <p:stCondLst>
                                            <p:cond delay="0"/>
                                          </p:stCondLst>
                                        </p:cTn>
                                        <p:tgtEl>
                                          <p:spTgt spid="7"/>
                                        </p:tgtEl>
                                        <p:attrNameLst>
                                          <p:attrName>style.visibility</p:attrName>
                                        </p:attrNameLst>
                                      </p:cBhvr>
                                      <p:to>
                                        <p:strVal val="visible"/>
                                      </p:to>
                                    </p:set>
                                    <p:animEffect transition="in" filter="wipe(left)">
                                      <p:cBhvr>
                                        <p:cTn id="79" dur="500"/>
                                        <p:tgtEl>
                                          <p:spTgt spid="7"/>
                                        </p:tgtEl>
                                      </p:cBhvr>
                                    </p:animEffect>
                                  </p:childTnLst>
                                </p:cTn>
                              </p:par>
                            </p:childTnLst>
                          </p:cTn>
                        </p:par>
                      </p:childTnLst>
                    </p:cTn>
                  </p:par>
                  <p:par>
                    <p:cTn id="80" fill="hold">
                      <p:stCondLst>
                        <p:cond delay="indefinite"/>
                      </p:stCondLst>
                      <p:childTnLst>
                        <p:par>
                          <p:cTn id="81" fill="hold">
                            <p:stCondLst>
                              <p:cond delay="0"/>
                            </p:stCondLst>
                            <p:childTnLst>
                              <p:par>
                                <p:cTn id="82" presetID="22" presetClass="entr" presetSubtype="8" fill="hold" grpId="0" nodeType="clickEffect">
                                  <p:stCondLst>
                                    <p:cond delay="0"/>
                                  </p:stCondLst>
                                  <p:childTnLst>
                                    <p:set>
                                      <p:cBhvr>
                                        <p:cTn id="83" dur="1" fill="hold">
                                          <p:stCondLst>
                                            <p:cond delay="0"/>
                                          </p:stCondLst>
                                        </p:cTn>
                                        <p:tgtEl>
                                          <p:spTgt spid="17"/>
                                        </p:tgtEl>
                                        <p:attrNameLst>
                                          <p:attrName>style.visibility</p:attrName>
                                        </p:attrNameLst>
                                      </p:cBhvr>
                                      <p:to>
                                        <p:strVal val="visible"/>
                                      </p:to>
                                    </p:set>
                                    <p:animEffect transition="in" filter="wipe(left)">
                                      <p:cBhvr>
                                        <p:cTn id="84" dur="500"/>
                                        <p:tgtEl>
                                          <p:spTgt spid="17"/>
                                        </p:tgtEl>
                                      </p:cBhvr>
                                    </p:animEffect>
                                  </p:childTnLst>
                                </p:cTn>
                              </p:par>
                            </p:childTnLst>
                          </p:cTn>
                        </p:par>
                      </p:childTnLst>
                    </p:cTn>
                  </p:par>
                  <p:par>
                    <p:cTn id="85" fill="hold">
                      <p:stCondLst>
                        <p:cond delay="indefinite"/>
                      </p:stCondLst>
                      <p:childTnLst>
                        <p:par>
                          <p:cTn id="86" fill="hold">
                            <p:stCondLst>
                              <p:cond delay="0"/>
                            </p:stCondLst>
                            <p:childTnLst>
                              <p:par>
                                <p:cTn id="87" presetID="22" presetClass="entr" presetSubtype="8" fill="hold" grpId="0" nodeType="clickEffect">
                                  <p:stCondLst>
                                    <p:cond delay="0"/>
                                  </p:stCondLst>
                                  <p:childTnLst>
                                    <p:set>
                                      <p:cBhvr>
                                        <p:cTn id="88" dur="1" fill="hold">
                                          <p:stCondLst>
                                            <p:cond delay="0"/>
                                          </p:stCondLst>
                                        </p:cTn>
                                        <p:tgtEl>
                                          <p:spTgt spid="8"/>
                                        </p:tgtEl>
                                        <p:attrNameLst>
                                          <p:attrName>style.visibility</p:attrName>
                                        </p:attrNameLst>
                                      </p:cBhvr>
                                      <p:to>
                                        <p:strVal val="visible"/>
                                      </p:to>
                                    </p:set>
                                    <p:animEffect transition="in" filter="wipe(left)">
                                      <p:cBhvr>
                                        <p:cTn id="89" dur="500"/>
                                        <p:tgtEl>
                                          <p:spTgt spid="8"/>
                                        </p:tgtEl>
                                      </p:cBhvr>
                                    </p:animEffect>
                                  </p:childTnLst>
                                </p:cTn>
                              </p:par>
                            </p:childTnLst>
                          </p:cTn>
                        </p:par>
                        <p:par>
                          <p:cTn id="90" fill="hold">
                            <p:stCondLst>
                              <p:cond delay="500"/>
                            </p:stCondLst>
                            <p:childTnLst>
                              <p:par>
                                <p:cTn id="91" presetID="22" presetClass="entr" presetSubtype="8" fill="hold" grpId="0" nodeType="afterEffect">
                                  <p:stCondLst>
                                    <p:cond delay="0"/>
                                  </p:stCondLst>
                                  <p:childTnLst>
                                    <p:set>
                                      <p:cBhvr>
                                        <p:cTn id="92" dur="1" fill="hold">
                                          <p:stCondLst>
                                            <p:cond delay="0"/>
                                          </p:stCondLst>
                                        </p:cTn>
                                        <p:tgtEl>
                                          <p:spTgt spid="9"/>
                                        </p:tgtEl>
                                        <p:attrNameLst>
                                          <p:attrName>style.visibility</p:attrName>
                                        </p:attrNameLst>
                                      </p:cBhvr>
                                      <p:to>
                                        <p:strVal val="visible"/>
                                      </p:to>
                                    </p:set>
                                    <p:animEffect transition="in" filter="wipe(left)">
                                      <p:cBhvr>
                                        <p:cTn id="93"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4" grpId="0"/>
      <p:bldP spid="5" grpId="0"/>
      <p:bldP spid="6" grpId="0"/>
      <p:bldP spid="7" grpId="0"/>
      <p:bldP spid="8" grpId="0"/>
      <p:bldP spid="9" grpId="0"/>
      <p:bldP spid="10" grpId="0"/>
      <p:bldP spid="11" grpId="0"/>
      <p:bldP spid="12" grpId="0"/>
      <p:bldP spid="13" grpId="0"/>
      <p:bldP spid="14" grpId="0"/>
      <p:bldP spid="15" grpId="0"/>
      <p:bldP spid="16" grpId="0" animBg="1"/>
      <p:bldP spid="17" grpId="0"/>
      <p:bldP spid="18" grpId="0"/>
      <p:bldP spid="19" grpId="0"/>
      <p:bldP spid="20"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41" name="矩形 40"/>
              <p:cNvSpPr/>
              <p:nvPr/>
            </p:nvSpPr>
            <p:spPr>
              <a:xfrm>
                <a:off x="687959" y="536260"/>
                <a:ext cx="10817352" cy="5799897"/>
              </a:xfrm>
              <a:prstGeom prst="rect">
                <a:avLst/>
              </a:prstGeom>
              <a:solidFill>
                <a:schemeClr val="bg1"/>
              </a:solidFill>
              <a:ln>
                <a:noFill/>
              </a:ln>
              <a:effectLst>
                <a:outerShdw blurRad="63500" sx="102000" sy="102000" algn="ctr" rotWithShape="0">
                  <a:prstClr val="black">
                    <a:alpha val="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kumimoji="1" lang="en-US" altLang="zh-CN" dirty="0">
                          <a:latin typeface="Cambria Math" panose="02040503050406030204" charset="0"/>
                          <a:ea typeface="黑体" panose="02010609060101010101" pitchFamily="49" charset="-122"/>
                          <a:cs typeface="Cambria Math" panose="02040503050406030204" charset="0"/>
                        </a:rPr>
                        <m:t>,</m:t>
                      </m:r>
                    </m:oMath>
                  </m:oMathPara>
                </a14:m>
                <a:endParaRPr lang="zh-CN" altLang="en-US"/>
              </a:p>
            </p:txBody>
          </p:sp>
        </mc:Choice>
        <mc:Fallback>
          <p:sp>
            <p:nvSpPr>
              <p:cNvPr id="41" name="矩形 40"/>
              <p:cNvSpPr>
                <a:spLocks noRot="1" noChangeAspect="1" noMove="1" noResize="1" noEditPoints="1" noAdjustHandles="1" noChangeArrowheads="1" noChangeShapeType="1" noTextEdit="1"/>
              </p:cNvSpPr>
              <p:nvPr/>
            </p:nvSpPr>
            <p:spPr>
              <a:xfrm>
                <a:off x="687959" y="536260"/>
                <a:ext cx="10817352" cy="5799897"/>
              </a:xfrm>
              <a:prstGeom prst="rect">
                <a:avLst/>
              </a:prstGeom>
              <a:blipFill rotWithShape="1">
                <a:blip r:embed="rId1"/>
                <a:stretch>
                  <a:fillRect l="-1499" t="-1932" r="-1493" b="-1914"/>
                </a:stretch>
              </a:blipFill>
              <a:ln>
                <a:noFill/>
              </a:ln>
              <a:effectLst>
                <a:outerShdw blurRad="63500" sx="102000" sy="102000" algn="ctr" rotWithShape="0">
                  <a:prstClr val="black">
                    <a:alpha val="9000"/>
                  </a:prstClr>
                </a:outerShdw>
              </a:effectLst>
            </p:spPr>
            <p:style>
              <a:lnRef idx="2">
                <a:schemeClr val="accent1">
                  <a:shade val="50000"/>
                </a:schemeClr>
              </a:lnRef>
              <a:fillRef idx="1">
                <a:schemeClr val="accent1"/>
              </a:fillRef>
              <a:effectRef idx="0">
                <a:schemeClr val="accent1"/>
              </a:effectRef>
              <a:fontRef idx="minor">
                <a:schemeClr val="lt1"/>
              </a:fontRef>
            </p:style>
            <p:txBody>
              <a:bodyPr/>
              <a:lstStyle/>
              <a:p>
                <a:r>
                  <a:rPr lang="zh-CN" altLang="en-US">
                    <a:noFill/>
                  </a:rPr>
                  <a:t> </a:t>
                </a:r>
              </a:p>
            </p:txBody>
          </p:sp>
        </mc:Fallback>
      </mc:AlternateContent>
      <p:sp>
        <p:nvSpPr>
          <p:cNvPr id="42" name="半闭框 41"/>
          <p:cNvSpPr/>
          <p:nvPr/>
        </p:nvSpPr>
        <p:spPr>
          <a:xfrm>
            <a:off x="687324" y="536434"/>
            <a:ext cx="681355" cy="739173"/>
          </a:xfrm>
          <a:prstGeom prst="halfFrame">
            <a:avLst>
              <a:gd name="adj1" fmla="val 7739"/>
              <a:gd name="adj2" fmla="val 6987"/>
            </a:avLst>
          </a:prstGeom>
          <a:gradFill flip="none" rotWithShape="1">
            <a:gsLst>
              <a:gs pos="0">
                <a:schemeClr val="bg1"/>
              </a:gs>
              <a:gs pos="46000">
                <a:srgbClr val="039463"/>
              </a:gs>
              <a:gs pos="100000">
                <a:schemeClr val="bg1"/>
              </a:gs>
            </a:gsLst>
            <a:path path="circle">
              <a:fillToRect t="100000" r="100000"/>
            </a:path>
            <a:tileRect l="-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43" name="半闭框 42"/>
          <p:cNvSpPr/>
          <p:nvPr/>
        </p:nvSpPr>
        <p:spPr>
          <a:xfrm flipH="1">
            <a:off x="10823530" y="535820"/>
            <a:ext cx="681146" cy="739134"/>
          </a:xfrm>
          <a:prstGeom prst="halfFrame">
            <a:avLst>
              <a:gd name="adj1" fmla="val 7739"/>
              <a:gd name="adj2" fmla="val 6987"/>
            </a:avLst>
          </a:prstGeom>
          <a:gradFill flip="none" rotWithShape="1">
            <a:gsLst>
              <a:gs pos="0">
                <a:schemeClr val="bg1"/>
              </a:gs>
              <a:gs pos="46000">
                <a:srgbClr val="039463"/>
              </a:gs>
              <a:gs pos="100000">
                <a:schemeClr val="bg1"/>
              </a:gs>
            </a:gsLst>
            <a:path path="circle">
              <a:fillToRect t="100000" r="100000"/>
            </a:path>
            <a:tileRect l="-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44" name="半闭框 43"/>
          <p:cNvSpPr/>
          <p:nvPr/>
        </p:nvSpPr>
        <p:spPr>
          <a:xfrm flipV="1">
            <a:off x="687324" y="5665394"/>
            <a:ext cx="681355" cy="673517"/>
          </a:xfrm>
          <a:prstGeom prst="halfFrame">
            <a:avLst>
              <a:gd name="adj1" fmla="val 7739"/>
              <a:gd name="adj2" fmla="val 6987"/>
            </a:avLst>
          </a:prstGeom>
          <a:gradFill flip="none" rotWithShape="1">
            <a:gsLst>
              <a:gs pos="0">
                <a:schemeClr val="bg1"/>
              </a:gs>
              <a:gs pos="46000">
                <a:srgbClr val="039463"/>
              </a:gs>
              <a:gs pos="100000">
                <a:schemeClr val="bg1"/>
              </a:gs>
            </a:gsLst>
            <a:path path="circle">
              <a:fillToRect t="100000" r="100000"/>
            </a:path>
            <a:tileRect l="-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200">
              <a:solidFill>
                <a:schemeClr val="tx1"/>
              </a:solidFill>
            </a:endParaRPr>
          </a:p>
        </p:txBody>
      </p:sp>
      <p:sp>
        <p:nvSpPr>
          <p:cNvPr id="45" name="半闭框 44"/>
          <p:cNvSpPr/>
          <p:nvPr/>
        </p:nvSpPr>
        <p:spPr>
          <a:xfrm flipH="1" flipV="1">
            <a:off x="10824165" y="5642774"/>
            <a:ext cx="681146" cy="693383"/>
          </a:xfrm>
          <a:prstGeom prst="halfFrame">
            <a:avLst>
              <a:gd name="adj1" fmla="val 7739"/>
              <a:gd name="adj2" fmla="val 6987"/>
            </a:avLst>
          </a:prstGeom>
          <a:gradFill flip="none" rotWithShape="1">
            <a:gsLst>
              <a:gs pos="0">
                <a:schemeClr val="bg1"/>
              </a:gs>
              <a:gs pos="46000">
                <a:srgbClr val="039463"/>
              </a:gs>
              <a:gs pos="100000">
                <a:schemeClr val="bg1"/>
              </a:gs>
            </a:gsLst>
            <a:path path="circle">
              <a:fillToRect t="100000" r="100000"/>
            </a:path>
            <a:tileRect l="-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2" name="Rectangle 2"/>
          <p:cNvSpPr txBox="1">
            <a:spLocks noChangeArrowheads="1"/>
          </p:cNvSpPr>
          <p:nvPr/>
        </p:nvSpPr>
        <p:spPr>
          <a:xfrm>
            <a:off x="2668815" y="1316174"/>
            <a:ext cx="2057400" cy="53340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kumimoji="1" lang="zh-CN" altLang="en-US" sz="2800" b="1" dirty="0">
                <a:solidFill>
                  <a:srgbClr val="04926A"/>
                </a:solidFill>
                <a:latin typeface="微软雅黑" panose="020B0503020204020204" pitchFamily="34" charset="-122"/>
                <a:ea typeface="微软雅黑" panose="020B0503020204020204" pitchFamily="34" charset="-122"/>
                <a:cs typeface="+mn-cs"/>
                <a:sym typeface="+mn-lt"/>
              </a:rPr>
              <a:t>例</a:t>
            </a:r>
            <a:r>
              <a:rPr kumimoji="1" lang="en-US" altLang="zh-CN" sz="2800" b="1" dirty="0">
                <a:solidFill>
                  <a:srgbClr val="04926A"/>
                </a:solidFill>
                <a:latin typeface="微软雅黑" panose="020B0503020204020204" pitchFamily="34" charset="-122"/>
                <a:ea typeface="微软雅黑" panose="020B0503020204020204" pitchFamily="34" charset="-122"/>
                <a:cs typeface="+mn-cs"/>
                <a:sym typeface="+mn-lt"/>
              </a:rPr>
              <a:t>5  </a:t>
            </a:r>
            <a:r>
              <a:rPr kumimoji="1" lang="zh-CN" altLang="en-US" sz="2800" dirty="0">
                <a:solidFill>
                  <a:prstClr val="black"/>
                </a:solidFill>
                <a:latin typeface="Times New Roman" panose="02020603050405020304"/>
                <a:ea typeface="黑体" panose="02010609060101010101" pitchFamily="49" charset="-122"/>
                <a:cs typeface="+mn-ea"/>
                <a:sym typeface="+mn-lt"/>
              </a:rPr>
              <a:t>计算</a:t>
            </a:r>
            <a:endParaRPr kumimoji="1" lang="zh-CN" altLang="en-US" sz="2800" dirty="0">
              <a:solidFill>
                <a:prstClr val="black"/>
              </a:solidFill>
              <a:latin typeface="Times New Roman" panose="02020603050405020304"/>
              <a:ea typeface="黑体" panose="02010609060101010101" pitchFamily="49" charset="-122"/>
              <a:cs typeface="+mn-ea"/>
              <a:sym typeface="+mn-lt"/>
            </a:endParaRPr>
          </a:p>
        </p:txBody>
      </p:sp>
      <p:sp>
        <p:nvSpPr>
          <p:cNvPr id="3" name="Text Box 3"/>
          <p:cNvSpPr txBox="1">
            <a:spLocks noChangeArrowheads="1"/>
          </p:cNvSpPr>
          <p:nvPr/>
        </p:nvSpPr>
        <p:spPr bwMode="auto">
          <a:xfrm>
            <a:off x="5475400" y="1291857"/>
            <a:ext cx="1820862" cy="5191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square">
            <a:spAutoFit/>
          </a:bodyPr>
          <a:lstStyle/>
          <a:p>
            <a:pPr marL="0" marR="0" lvl="0" indent="0" algn="l" defTabSz="914400" rtl="0" eaLnBrk="1" fontAlgn="base" latinLnBrk="0" hangingPunct="1">
              <a:lnSpc>
                <a:spcPct val="100000"/>
              </a:lnSpc>
              <a:spcBef>
                <a:spcPct val="50000"/>
              </a:spcBef>
              <a:spcAft>
                <a:spcPct val="0"/>
              </a:spcAft>
              <a:buClrTx/>
              <a:buSzTx/>
              <a:buFontTx/>
              <a:buNone/>
              <a:defRPr/>
            </a:pPr>
            <a:r>
              <a:rPr kumimoji="1" lang="zh-CN" altLang="en-US" sz="2800" dirty="0">
                <a:solidFill>
                  <a:prstClr val="black"/>
                </a:solidFill>
                <a:latin typeface="Times New Roman" panose="02020603050405020304"/>
                <a:ea typeface="黑体" panose="02010609060101010101" pitchFamily="49" charset="-122"/>
                <a:cs typeface="+mn-ea"/>
                <a:sym typeface="+mn-lt"/>
              </a:rPr>
              <a:t>的近似值</a:t>
            </a:r>
            <a:r>
              <a:rPr kumimoji="1" lang="en-US" altLang="zh-CN" sz="2800" dirty="0">
                <a:solidFill>
                  <a:prstClr val="black"/>
                </a:solidFill>
                <a:latin typeface="Times New Roman" panose="02020603050405020304"/>
                <a:ea typeface="黑体" panose="02010609060101010101" pitchFamily="49" charset="-122"/>
                <a:cs typeface="+mn-ea"/>
                <a:sym typeface="+mn-lt"/>
              </a:rPr>
              <a:t>.  </a:t>
            </a:r>
            <a:endParaRPr kumimoji="1" lang="en-US" altLang="zh-CN" sz="2800" dirty="0">
              <a:solidFill>
                <a:prstClr val="black"/>
              </a:solidFill>
              <a:latin typeface="Times New Roman" panose="02020603050405020304"/>
              <a:ea typeface="黑体" panose="02010609060101010101" pitchFamily="49" charset="-122"/>
              <a:cs typeface="+mn-ea"/>
              <a:sym typeface="+mn-lt"/>
            </a:endParaRPr>
          </a:p>
        </p:txBody>
      </p:sp>
      <mc:AlternateContent xmlns:mc="http://schemas.openxmlformats.org/markup-compatibility/2006">
        <mc:Choice xmlns:a14="http://schemas.microsoft.com/office/drawing/2010/main" Requires="a14">
          <p:sp>
            <p:nvSpPr>
              <p:cNvPr id="4" name="Object 4"/>
              <p:cNvSpPr txBox="1"/>
              <p:nvPr/>
            </p:nvSpPr>
            <p:spPr bwMode="auto">
              <a:xfrm>
                <a:off x="4241784" y="1320116"/>
                <a:ext cx="1130300" cy="444500"/>
              </a:xfrm>
              <a:prstGeom prst="rect">
                <a:avLst/>
              </a:prstGeom>
              <a:noFill/>
              <a:ln>
                <a:noFill/>
              </a:ln>
              <a:effectLst/>
            </p:spPr>
            <p:txBody>
              <a:bodyPr>
                <a:noAutofit/>
              </a:bodyPr>
              <a:lstStyle/>
              <a:p>
                <a14:m>
                  <m:oMathPara xmlns:m="http://schemas.openxmlformats.org/officeDocument/2006/math">
                    <m:oMathParaPr>
                      <m:jc m:val="left"/>
                    </m:oMathParaPr>
                    <m:oMath xmlns:m="http://schemas.openxmlformats.org/officeDocument/2006/math">
                      <m:r>
                        <a:rPr kumimoji="1" lang="zh-CN" altLang="en-US" sz="2800">
                          <a:solidFill>
                            <a:prstClr val="black"/>
                          </a:solidFill>
                          <a:latin typeface="Cambria Math" panose="02040503050406030204" charset="0"/>
                          <a:ea typeface="黑体" panose="02010609060101010101" pitchFamily="49" charset="-122"/>
                          <a:cs typeface="+mn-ea"/>
                        </a:rPr>
                        <m:t>1</m:t>
                      </m:r>
                      <m:r>
                        <a:rPr kumimoji="1" lang="zh-CN" altLang="en-US" sz="2800">
                          <a:solidFill>
                            <a:prstClr val="black"/>
                          </a:solidFill>
                          <a:latin typeface="Cambria Math" panose="02040503050406030204" charset="0"/>
                          <a:ea typeface="黑体" panose="02010609060101010101" pitchFamily="49" charset="-122"/>
                          <a:cs typeface="+mn-ea"/>
                        </a:rPr>
                        <m:t>.</m:t>
                      </m:r>
                      <m:r>
                        <a:rPr kumimoji="1" lang="zh-CN" altLang="en-US" sz="2800">
                          <a:solidFill>
                            <a:prstClr val="black"/>
                          </a:solidFill>
                          <a:latin typeface="Cambria Math" panose="02040503050406030204" charset="0"/>
                          <a:ea typeface="黑体" panose="02010609060101010101" pitchFamily="49" charset="-122"/>
                          <a:cs typeface="+mn-ea"/>
                        </a:rPr>
                        <m:t>0</m:t>
                      </m:r>
                      <m:sSup>
                        <m:sSupPr>
                          <m:ctrlPr>
                            <a:rPr kumimoji="1" lang="zh-CN" altLang="en-US" sz="2800" i="1">
                              <a:solidFill>
                                <a:prstClr val="black"/>
                              </a:solidFill>
                              <a:latin typeface="Cambria Math" panose="02040503050406030204" charset="0"/>
                              <a:ea typeface="黑体" panose="02010609060101010101" pitchFamily="49" charset="-122"/>
                              <a:cs typeface="+mn-ea"/>
                            </a:rPr>
                          </m:ctrlPr>
                        </m:sSupPr>
                        <m:e>
                          <m:r>
                            <a:rPr kumimoji="1" lang="zh-CN" altLang="en-US" sz="2800">
                              <a:solidFill>
                                <a:prstClr val="black"/>
                              </a:solidFill>
                              <a:latin typeface="Cambria Math" panose="02040503050406030204" charset="0"/>
                              <a:ea typeface="黑体" panose="02010609060101010101" pitchFamily="49" charset="-122"/>
                              <a:cs typeface="+mn-ea"/>
                            </a:rPr>
                            <m:t>4</m:t>
                          </m:r>
                        </m:e>
                        <m:sup>
                          <m:r>
                            <a:rPr kumimoji="1" lang="zh-CN" altLang="en-US" sz="2800">
                              <a:solidFill>
                                <a:prstClr val="black"/>
                              </a:solidFill>
                              <a:latin typeface="Cambria Math" panose="02040503050406030204" charset="0"/>
                              <a:ea typeface="黑体" panose="02010609060101010101" pitchFamily="49" charset="-122"/>
                              <a:cs typeface="+mn-ea"/>
                            </a:rPr>
                            <m:t>2</m:t>
                          </m:r>
                          <m:r>
                            <a:rPr kumimoji="1" lang="zh-CN" altLang="en-US" sz="2800">
                              <a:solidFill>
                                <a:prstClr val="black"/>
                              </a:solidFill>
                              <a:latin typeface="Cambria Math" panose="02040503050406030204" charset="0"/>
                              <a:ea typeface="黑体" panose="02010609060101010101" pitchFamily="49" charset="-122"/>
                              <a:cs typeface="+mn-ea"/>
                            </a:rPr>
                            <m:t>.</m:t>
                          </m:r>
                          <m:r>
                            <a:rPr kumimoji="1" lang="zh-CN" altLang="en-US" sz="2800">
                              <a:solidFill>
                                <a:prstClr val="black"/>
                              </a:solidFill>
                              <a:latin typeface="Cambria Math" panose="02040503050406030204" charset="0"/>
                              <a:ea typeface="黑体" panose="02010609060101010101" pitchFamily="49" charset="-122"/>
                              <a:cs typeface="+mn-ea"/>
                            </a:rPr>
                            <m:t>02</m:t>
                          </m:r>
                        </m:sup>
                      </m:sSup>
                    </m:oMath>
                  </m:oMathPara>
                </a14:m>
                <a:endParaRPr kumimoji="1" lang="zh-CN" altLang="en-US" sz="2800" dirty="0">
                  <a:solidFill>
                    <a:prstClr val="black"/>
                  </a:solidFill>
                  <a:latin typeface="Times New Roman" panose="02020603050405020304"/>
                  <a:ea typeface="黑体" panose="02010609060101010101" pitchFamily="49" charset="-122"/>
                  <a:cs typeface="+mn-ea"/>
                </a:endParaRPr>
              </a:p>
            </p:txBody>
          </p:sp>
        </mc:Choice>
        <mc:Fallback>
          <p:sp>
            <p:nvSpPr>
              <p:cNvPr id="4" name="Object 4"/>
              <p:cNvSpPr txBox="1">
                <a:spLocks noRot="1" noChangeAspect="1" noMove="1" noResize="1" noEditPoints="1" noAdjustHandles="1" noChangeArrowheads="1" noChangeShapeType="1" noTextEdit="1"/>
              </p:cNvSpPr>
              <p:nvPr/>
            </p:nvSpPr>
            <p:spPr bwMode="auto">
              <a:xfrm>
                <a:off x="4241784" y="1320116"/>
                <a:ext cx="1130300" cy="444500"/>
              </a:xfrm>
              <a:prstGeom prst="rect">
                <a:avLst/>
              </a:prstGeom>
              <a:blipFill rotWithShape="1">
                <a:blip r:embed="rId2"/>
                <a:stretch>
                  <a:fillRect l="-55" t="-132" r="-11518" b="-9725"/>
                </a:stretch>
              </a:blipFill>
              <a:ln>
                <a:noFill/>
              </a:ln>
              <a:effectLst/>
            </p:spPr>
            <p:txBody>
              <a:bodyPr/>
              <a:lstStyle/>
              <a:p>
                <a:r>
                  <a:rPr lang="zh-CN" altLang="en-US">
                    <a:noFill/>
                  </a:rPr>
                  <a:t> </a:t>
                </a:r>
              </a:p>
            </p:txBody>
          </p:sp>
        </mc:Fallback>
      </mc:AlternateContent>
      <p:sp>
        <p:nvSpPr>
          <p:cNvPr id="5" name="Text Box 5"/>
          <p:cNvSpPr txBox="1">
            <a:spLocks noChangeArrowheads="1"/>
          </p:cNvSpPr>
          <p:nvPr/>
        </p:nvSpPr>
        <p:spPr bwMode="auto">
          <a:xfrm>
            <a:off x="2668814" y="1983291"/>
            <a:ext cx="1341119" cy="52322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square">
            <a:spAutoFit/>
          </a:bodyPr>
          <a:lstStyle/>
          <a:p>
            <a:pPr marL="0" marR="0" lvl="0" indent="0" algn="l" defTabSz="914400" rtl="0" eaLnBrk="1" fontAlgn="base" latinLnBrk="0" hangingPunct="1">
              <a:lnSpc>
                <a:spcPct val="100000"/>
              </a:lnSpc>
              <a:spcBef>
                <a:spcPct val="50000"/>
              </a:spcBef>
              <a:spcAft>
                <a:spcPct val="0"/>
              </a:spcAft>
              <a:buClrTx/>
              <a:buSzTx/>
              <a:buFontTx/>
              <a:buNone/>
              <a:defRPr/>
            </a:pPr>
            <a:r>
              <a:rPr kumimoji="1" lang="zh-CN" altLang="en-US" sz="2800" b="1" dirty="0">
                <a:solidFill>
                  <a:srgbClr val="04926A"/>
                </a:solidFill>
                <a:latin typeface="微软雅黑" panose="020B0503020204020204" pitchFamily="34" charset="-122"/>
                <a:ea typeface="微软雅黑" panose="020B0503020204020204" pitchFamily="34" charset="-122"/>
                <a:sym typeface="+mn-lt"/>
              </a:rPr>
              <a:t>解</a:t>
            </a:r>
            <a:r>
              <a:rPr kumimoji="1" lang="en-US" altLang="zh-CN" sz="2800" b="1" dirty="0">
                <a:solidFill>
                  <a:srgbClr val="04926A"/>
                </a:solidFill>
                <a:latin typeface="微软雅黑" panose="020B0503020204020204" pitchFamily="34" charset="-122"/>
                <a:ea typeface="微软雅黑" panose="020B0503020204020204" pitchFamily="34" charset="-122"/>
                <a:sym typeface="+mn-lt"/>
              </a:rPr>
              <a:t> </a:t>
            </a:r>
            <a:r>
              <a:rPr kumimoji="1" lang="en-US" altLang="zh-CN" sz="2800" b="1" i="0" u="none" strike="noStrike" kern="1200" cap="none" spc="0" normalizeH="0" baseline="0" noProof="0" dirty="0">
                <a:ln>
                  <a:noFill/>
                </a:ln>
                <a:solidFill>
                  <a:srgbClr val="44546A"/>
                </a:solidFill>
                <a:effectLst/>
                <a:uLnTx/>
                <a:uFillTx/>
                <a:latin typeface="Times New Roman" panose="02020603050405020304"/>
                <a:ea typeface="黑体" panose="02010609060101010101" pitchFamily="49" charset="-122"/>
                <a:cs typeface="+mn-ea"/>
                <a:sym typeface="+mn-lt"/>
              </a:rPr>
              <a:t>    </a:t>
            </a:r>
            <a:r>
              <a:rPr kumimoji="1" lang="zh-CN" altLang="en-US" sz="2200" dirty="0">
                <a:solidFill>
                  <a:prstClr val="black"/>
                </a:solidFill>
                <a:latin typeface="Times New Roman" panose="02020603050405020304"/>
                <a:ea typeface="黑体" panose="02010609060101010101" pitchFamily="49" charset="-122"/>
                <a:cs typeface="+mn-ea"/>
                <a:sym typeface="+mn-lt"/>
              </a:rPr>
              <a:t>设</a:t>
            </a:r>
            <a:endParaRPr kumimoji="1" lang="zh-CN" altLang="en-US" sz="2200" dirty="0">
              <a:solidFill>
                <a:prstClr val="black"/>
              </a:solidFill>
              <a:latin typeface="Times New Roman" panose="02020603050405020304"/>
              <a:ea typeface="黑体" panose="02010609060101010101" pitchFamily="49" charset="-122"/>
              <a:cs typeface="+mn-ea"/>
              <a:sym typeface="+mn-lt"/>
            </a:endParaRPr>
          </a:p>
        </p:txBody>
      </p:sp>
      <mc:AlternateContent xmlns:mc="http://schemas.openxmlformats.org/markup-compatibility/2006">
        <mc:Choice xmlns:a14="http://schemas.microsoft.com/office/drawing/2010/main" Requires="a14">
          <p:sp>
            <p:nvSpPr>
              <p:cNvPr id="6" name="Object 6"/>
              <p:cNvSpPr txBox="1"/>
              <p:nvPr/>
            </p:nvSpPr>
            <p:spPr bwMode="auto">
              <a:xfrm>
                <a:off x="3916589" y="2032504"/>
                <a:ext cx="1966912" cy="469900"/>
              </a:xfrm>
              <a:prstGeom prst="rect">
                <a:avLst/>
              </a:prstGeom>
              <a:noFill/>
              <a:ln>
                <a:noFill/>
              </a:ln>
              <a:effectLst/>
            </p:spPr>
            <p:txBody>
              <a:bodyPr>
                <a:normAutofit/>
              </a:bodyPr>
              <a:lstStyle/>
              <a:p>
                <a:pPr fontAlgn="base">
                  <a:spcBef>
                    <a:spcPct val="50000"/>
                  </a:spcBef>
                  <a:spcAft>
                    <a:spcPct val="0"/>
                  </a:spcAft>
                  <a:defRPr/>
                </a:pPr>
                <a14:m>
                  <m:oMathPara xmlns:m="http://schemas.openxmlformats.org/officeDocument/2006/math">
                    <m:oMathParaPr>
                      <m:jc m:val="left"/>
                    </m:oMathParaPr>
                    <m:oMath xmlns:m="http://schemas.openxmlformats.org/officeDocument/2006/math">
                      <m:r>
                        <a:rPr kumimoji="1" lang="zh-CN" altLang="en-US" sz="2200">
                          <a:solidFill>
                            <a:prstClr val="black"/>
                          </a:solidFill>
                          <a:latin typeface="Cambria Math" panose="02040503050406030204" charset="0"/>
                          <a:ea typeface="黑体" panose="02010609060101010101" pitchFamily="49" charset="-122"/>
                          <a:cs typeface="+mn-ea"/>
                        </a:rPr>
                        <m:t>𝑓</m:t>
                      </m:r>
                      <m:r>
                        <a:rPr kumimoji="1" lang="zh-CN" altLang="en-US" sz="2200">
                          <a:solidFill>
                            <a:prstClr val="black"/>
                          </a:solidFill>
                          <a:latin typeface="Cambria Math" panose="02040503050406030204" charset="0"/>
                          <a:ea typeface="黑体" panose="02010609060101010101" pitchFamily="49" charset="-122"/>
                          <a:cs typeface="+mn-ea"/>
                        </a:rPr>
                        <m:t>(</m:t>
                      </m:r>
                      <m:r>
                        <a:rPr kumimoji="1" lang="zh-CN" altLang="en-US" sz="2200">
                          <a:solidFill>
                            <a:prstClr val="black"/>
                          </a:solidFill>
                          <a:latin typeface="Cambria Math" panose="02040503050406030204" charset="0"/>
                          <a:ea typeface="黑体" panose="02010609060101010101" pitchFamily="49" charset="-122"/>
                          <a:cs typeface="+mn-ea"/>
                        </a:rPr>
                        <m:t>𝑥</m:t>
                      </m:r>
                      <m:r>
                        <a:rPr kumimoji="1" lang="zh-CN" altLang="en-US" sz="2200">
                          <a:solidFill>
                            <a:prstClr val="black"/>
                          </a:solidFill>
                          <a:latin typeface="Cambria Math" panose="02040503050406030204" charset="0"/>
                          <a:ea typeface="黑体" panose="02010609060101010101" pitchFamily="49" charset="-122"/>
                          <a:cs typeface="+mn-ea"/>
                        </a:rPr>
                        <m:t>,</m:t>
                      </m:r>
                      <m:r>
                        <a:rPr kumimoji="1" lang="zh-CN" altLang="en-US" sz="2200">
                          <a:solidFill>
                            <a:prstClr val="black"/>
                          </a:solidFill>
                          <a:latin typeface="Cambria Math" panose="02040503050406030204" charset="0"/>
                          <a:ea typeface="黑体" panose="02010609060101010101" pitchFamily="49" charset="-122"/>
                          <a:cs typeface="+mn-ea"/>
                        </a:rPr>
                        <m:t>𝑦</m:t>
                      </m:r>
                      <m:r>
                        <a:rPr kumimoji="1" lang="zh-CN" altLang="en-US" sz="2200">
                          <a:solidFill>
                            <a:prstClr val="black"/>
                          </a:solidFill>
                          <a:latin typeface="Cambria Math" panose="02040503050406030204" charset="0"/>
                          <a:ea typeface="黑体" panose="02010609060101010101" pitchFamily="49" charset="-122"/>
                          <a:cs typeface="+mn-ea"/>
                        </a:rPr>
                        <m:t>)=</m:t>
                      </m:r>
                      <m:sSup>
                        <m:sSupPr>
                          <m:ctrlPr>
                            <a:rPr kumimoji="1" lang="zh-CN" altLang="en-US" sz="2200" i="1">
                              <a:solidFill>
                                <a:prstClr val="black"/>
                              </a:solidFill>
                              <a:latin typeface="Cambria Math" panose="02040503050406030204" charset="0"/>
                              <a:ea typeface="黑体" panose="02010609060101010101" pitchFamily="49" charset="-122"/>
                              <a:cs typeface="+mn-ea"/>
                            </a:rPr>
                          </m:ctrlPr>
                        </m:sSupPr>
                        <m:e>
                          <m:r>
                            <a:rPr kumimoji="1" lang="zh-CN" altLang="en-US" sz="2200">
                              <a:solidFill>
                                <a:prstClr val="black"/>
                              </a:solidFill>
                              <a:latin typeface="Cambria Math" panose="02040503050406030204" charset="0"/>
                              <a:ea typeface="黑体" panose="02010609060101010101" pitchFamily="49" charset="-122"/>
                              <a:cs typeface="+mn-ea"/>
                            </a:rPr>
                            <m:t>𝑥</m:t>
                          </m:r>
                        </m:e>
                        <m:sup>
                          <m:r>
                            <a:rPr kumimoji="1" lang="zh-CN" altLang="en-US" sz="2200">
                              <a:solidFill>
                                <a:prstClr val="black"/>
                              </a:solidFill>
                              <a:latin typeface="Cambria Math" panose="02040503050406030204" charset="0"/>
                              <a:ea typeface="黑体" panose="02010609060101010101" pitchFamily="49" charset="-122"/>
                              <a:cs typeface="+mn-ea"/>
                            </a:rPr>
                            <m:t>𝑦</m:t>
                          </m:r>
                        </m:sup>
                      </m:sSup>
                      <m:r>
                        <a:rPr kumimoji="1" lang="zh-CN" altLang="en-US" sz="2200">
                          <a:solidFill>
                            <a:prstClr val="black"/>
                          </a:solidFill>
                          <a:latin typeface="Cambria Math" panose="02040503050406030204" charset="0"/>
                          <a:ea typeface="黑体" panose="02010609060101010101" pitchFamily="49" charset="-122"/>
                          <a:cs typeface="+mn-ea"/>
                        </a:rPr>
                        <m:t>,</m:t>
                      </m:r>
                    </m:oMath>
                  </m:oMathPara>
                </a14:m>
                <a:endParaRPr kumimoji="1" lang="zh-CN" altLang="en-US" sz="2200" dirty="0">
                  <a:solidFill>
                    <a:prstClr val="black"/>
                  </a:solidFill>
                  <a:latin typeface="Times New Roman" panose="02020603050405020304"/>
                  <a:ea typeface="黑体" panose="02010609060101010101" pitchFamily="49" charset="-122"/>
                  <a:cs typeface="+mn-ea"/>
                </a:endParaRPr>
              </a:p>
            </p:txBody>
          </p:sp>
        </mc:Choice>
        <mc:Fallback>
          <p:sp>
            <p:nvSpPr>
              <p:cNvPr id="6" name="Object 6"/>
              <p:cNvSpPr txBox="1">
                <a:spLocks noRot="1" noChangeAspect="1" noMove="1" noResize="1" noEditPoints="1" noAdjustHandles="1" noChangeArrowheads="1" noChangeShapeType="1" noTextEdit="1"/>
              </p:cNvSpPr>
              <p:nvPr/>
            </p:nvSpPr>
            <p:spPr bwMode="auto">
              <a:xfrm>
                <a:off x="3916589" y="2032504"/>
                <a:ext cx="1966912" cy="469900"/>
              </a:xfrm>
              <a:prstGeom prst="rect">
                <a:avLst/>
              </a:prstGeom>
              <a:blipFill rotWithShape="1">
                <a:blip r:embed="rId3"/>
                <a:stretch>
                  <a:fillRect l="-28" t="-107" r="11" b="107"/>
                </a:stretch>
              </a:blipFill>
              <a:ln>
                <a:noFill/>
              </a:ln>
              <a:effectLst/>
            </p:spPr>
            <p:txBody>
              <a:bodyPr/>
              <a:lstStyle/>
              <a:p>
                <a:r>
                  <a:rPr lang="zh-CN" altLang="en-US">
                    <a:noFill/>
                  </a:rPr>
                  <a:t> </a:t>
                </a:r>
              </a:p>
            </p:txBody>
          </p:sp>
        </mc:Fallback>
      </mc:AlternateContent>
      <p:sp>
        <p:nvSpPr>
          <p:cNvPr id="7" name="Text Box 7"/>
          <p:cNvSpPr txBox="1">
            <a:spLocks noChangeArrowheads="1"/>
          </p:cNvSpPr>
          <p:nvPr/>
        </p:nvSpPr>
        <p:spPr bwMode="auto">
          <a:xfrm>
            <a:off x="5534925" y="2052010"/>
            <a:ext cx="529553" cy="43088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square">
            <a:spAutoFit/>
          </a:bodyPr>
          <a:lstStyle/>
          <a:p>
            <a:pPr marL="0" marR="0" lvl="0" indent="0" algn="l" defTabSz="914400" rtl="0" eaLnBrk="1" fontAlgn="base" latinLnBrk="0" hangingPunct="1">
              <a:lnSpc>
                <a:spcPct val="100000"/>
              </a:lnSpc>
              <a:spcBef>
                <a:spcPct val="50000"/>
              </a:spcBef>
              <a:spcAft>
                <a:spcPct val="0"/>
              </a:spcAft>
              <a:buClrTx/>
              <a:buSzTx/>
              <a:buFontTx/>
              <a:buNone/>
              <a:defRPr/>
            </a:pPr>
            <a:r>
              <a:rPr kumimoji="1" lang="zh-CN" altLang="en-US" sz="2200" dirty="0">
                <a:solidFill>
                  <a:prstClr val="black"/>
                </a:solidFill>
                <a:latin typeface="Times New Roman" panose="02020603050405020304"/>
                <a:ea typeface="黑体" panose="02010609060101010101" pitchFamily="49" charset="-122"/>
                <a:cs typeface="+mn-ea"/>
                <a:sym typeface="+mn-lt"/>
              </a:rPr>
              <a:t>则</a:t>
            </a:r>
            <a:endParaRPr kumimoji="1" lang="zh-CN" altLang="en-US" sz="2200" dirty="0">
              <a:solidFill>
                <a:prstClr val="black"/>
              </a:solidFill>
              <a:latin typeface="Times New Roman" panose="02020603050405020304"/>
              <a:ea typeface="黑体" panose="02010609060101010101" pitchFamily="49" charset="-122"/>
              <a:cs typeface="+mn-ea"/>
              <a:sym typeface="+mn-lt"/>
            </a:endParaRPr>
          </a:p>
        </p:txBody>
      </p:sp>
      <mc:AlternateContent xmlns:mc="http://schemas.openxmlformats.org/markup-compatibility/2006">
        <mc:Choice xmlns:a14="http://schemas.microsoft.com/office/drawing/2010/main" Requires="a14">
          <p:sp>
            <p:nvSpPr>
              <p:cNvPr id="8" name="Object 8"/>
              <p:cNvSpPr txBox="1"/>
              <p:nvPr/>
            </p:nvSpPr>
            <p:spPr bwMode="auto">
              <a:xfrm>
                <a:off x="3916589" y="2645578"/>
                <a:ext cx="1498600" cy="444500"/>
              </a:xfrm>
              <a:prstGeom prst="rect">
                <a:avLst/>
              </a:prstGeom>
              <a:noFill/>
              <a:ln>
                <a:noFill/>
              </a:ln>
              <a:effectLst/>
            </p:spPr>
            <p:txBody>
              <a:bodyPr>
                <a:normAutofit/>
              </a:bodyPr>
              <a:lstStyle/>
              <a:p>
                <a:pPr fontAlgn="base">
                  <a:spcBef>
                    <a:spcPct val="50000"/>
                  </a:spcBef>
                  <a:spcAft>
                    <a:spcPct val="0"/>
                  </a:spcAft>
                  <a:defRPr/>
                </a:pPr>
                <a14:m>
                  <m:oMathPara xmlns:m="http://schemas.openxmlformats.org/officeDocument/2006/math">
                    <m:oMathParaPr>
                      <m:jc m:val="left"/>
                    </m:oMathParaPr>
                    <m:oMath xmlns:m="http://schemas.openxmlformats.org/officeDocument/2006/math">
                      <m:sSub>
                        <m:sSubPr>
                          <m:ctrlPr>
                            <a:rPr kumimoji="1" lang="zh-CN" altLang="en-US" sz="2200" i="1">
                              <a:solidFill>
                                <a:prstClr val="black"/>
                              </a:solidFill>
                              <a:latin typeface="Cambria Math" panose="02040503050406030204" charset="0"/>
                              <a:ea typeface="黑体" panose="02010609060101010101" pitchFamily="49" charset="-122"/>
                              <a:cs typeface="+mn-ea"/>
                            </a:rPr>
                          </m:ctrlPr>
                        </m:sSubPr>
                        <m:e>
                          <m:r>
                            <a:rPr kumimoji="1" lang="zh-CN" altLang="en-US" sz="2200">
                              <a:solidFill>
                                <a:prstClr val="black"/>
                              </a:solidFill>
                              <a:latin typeface="Cambria Math" panose="02040503050406030204" charset="0"/>
                              <a:ea typeface="黑体" panose="02010609060101010101" pitchFamily="49" charset="-122"/>
                              <a:cs typeface="+mn-ea"/>
                            </a:rPr>
                            <m:t>𝑓</m:t>
                          </m:r>
                        </m:e>
                        <m:sub>
                          <m:r>
                            <a:rPr kumimoji="1" lang="zh-CN" altLang="en-US" sz="2200">
                              <a:solidFill>
                                <a:prstClr val="black"/>
                              </a:solidFill>
                              <a:latin typeface="Cambria Math" panose="02040503050406030204" charset="0"/>
                              <a:ea typeface="黑体" panose="02010609060101010101" pitchFamily="49" charset="-122"/>
                              <a:cs typeface="+mn-ea"/>
                            </a:rPr>
                            <m:t>𝑥</m:t>
                          </m:r>
                        </m:sub>
                      </m:sSub>
                      <m:r>
                        <a:rPr kumimoji="1" lang="zh-CN" altLang="en-US" sz="2200">
                          <a:solidFill>
                            <a:prstClr val="black"/>
                          </a:solidFill>
                          <a:latin typeface="Cambria Math" panose="02040503050406030204" charset="0"/>
                          <a:ea typeface="黑体" panose="02010609060101010101" pitchFamily="49" charset="-122"/>
                          <a:cs typeface="+mn-ea"/>
                        </a:rPr>
                        <m:t>(</m:t>
                      </m:r>
                      <m:r>
                        <a:rPr kumimoji="1" lang="zh-CN" altLang="en-US" sz="2200">
                          <a:solidFill>
                            <a:prstClr val="black"/>
                          </a:solidFill>
                          <a:latin typeface="Cambria Math" panose="02040503050406030204" charset="0"/>
                          <a:ea typeface="黑体" panose="02010609060101010101" pitchFamily="49" charset="-122"/>
                          <a:cs typeface="+mn-ea"/>
                        </a:rPr>
                        <m:t>𝑥</m:t>
                      </m:r>
                      <m:r>
                        <a:rPr kumimoji="1" lang="zh-CN" altLang="en-US" sz="2200">
                          <a:solidFill>
                            <a:prstClr val="black"/>
                          </a:solidFill>
                          <a:latin typeface="Cambria Math" panose="02040503050406030204" charset="0"/>
                          <a:ea typeface="黑体" panose="02010609060101010101" pitchFamily="49" charset="-122"/>
                          <a:cs typeface="+mn-ea"/>
                        </a:rPr>
                        <m:t>,</m:t>
                      </m:r>
                      <m:r>
                        <a:rPr kumimoji="1" lang="zh-CN" altLang="en-US" sz="2200">
                          <a:solidFill>
                            <a:prstClr val="black"/>
                          </a:solidFill>
                          <a:latin typeface="Cambria Math" panose="02040503050406030204" charset="0"/>
                          <a:ea typeface="黑体" panose="02010609060101010101" pitchFamily="49" charset="-122"/>
                          <a:cs typeface="+mn-ea"/>
                        </a:rPr>
                        <m:t>𝑦</m:t>
                      </m:r>
                      <m:r>
                        <a:rPr kumimoji="1" lang="zh-CN" altLang="en-US" sz="2200">
                          <a:solidFill>
                            <a:prstClr val="black"/>
                          </a:solidFill>
                          <a:latin typeface="Cambria Math" panose="02040503050406030204" charset="0"/>
                          <a:ea typeface="黑体" panose="02010609060101010101" pitchFamily="49" charset="-122"/>
                          <a:cs typeface="+mn-ea"/>
                        </a:rPr>
                        <m:t>)=</m:t>
                      </m:r>
                    </m:oMath>
                  </m:oMathPara>
                </a14:m>
                <a:endParaRPr kumimoji="1" lang="zh-CN" altLang="en-US" sz="2200" dirty="0">
                  <a:solidFill>
                    <a:prstClr val="black"/>
                  </a:solidFill>
                  <a:latin typeface="Times New Roman" panose="02020603050405020304"/>
                  <a:ea typeface="黑体" panose="02010609060101010101" pitchFamily="49" charset="-122"/>
                  <a:cs typeface="+mn-ea"/>
                </a:endParaRPr>
              </a:p>
            </p:txBody>
          </p:sp>
        </mc:Choice>
        <mc:Fallback>
          <p:sp>
            <p:nvSpPr>
              <p:cNvPr id="8" name="Object 8"/>
              <p:cNvSpPr txBox="1">
                <a:spLocks noRot="1" noChangeAspect="1" noMove="1" noResize="1" noEditPoints="1" noAdjustHandles="1" noChangeArrowheads="1" noChangeShapeType="1" noTextEdit="1"/>
              </p:cNvSpPr>
              <p:nvPr/>
            </p:nvSpPr>
            <p:spPr bwMode="auto">
              <a:xfrm>
                <a:off x="3916589" y="2645578"/>
                <a:ext cx="1498600" cy="444500"/>
              </a:xfrm>
              <a:prstGeom prst="rect">
                <a:avLst/>
              </a:prstGeom>
              <a:blipFill rotWithShape="1">
                <a:blip r:embed="rId4"/>
                <a:stretch>
                  <a:fillRect l="-36" t="-38" r="36" b="38"/>
                </a:stretch>
              </a:blipFill>
              <a:ln>
                <a:noFill/>
              </a:ln>
              <a:effectLst/>
            </p:spPr>
            <p:txBody>
              <a:bodyPr/>
              <a:lstStyle/>
              <a:p>
                <a:r>
                  <a:rPr lang="zh-CN" altLang="en-US">
                    <a:noFill/>
                  </a:rPr>
                  <a:t> </a:t>
                </a:r>
              </a:p>
            </p:txBody>
          </p:sp>
        </mc:Fallback>
      </mc:AlternateContent>
      <p:sp>
        <p:nvSpPr>
          <p:cNvPr id="9" name="Text Box 9"/>
          <p:cNvSpPr txBox="1">
            <a:spLocks noChangeArrowheads="1"/>
          </p:cNvSpPr>
          <p:nvPr/>
        </p:nvSpPr>
        <p:spPr bwMode="auto">
          <a:xfrm>
            <a:off x="3499394" y="3244016"/>
            <a:ext cx="685800" cy="43088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fontAlgn="base">
              <a:spcBef>
                <a:spcPct val="50000"/>
              </a:spcBef>
              <a:spcAft>
                <a:spcPct val="0"/>
              </a:spcAft>
              <a:defRPr/>
            </a:pPr>
            <a:r>
              <a:rPr kumimoji="1" lang="zh-CN" altLang="en-US" sz="2200" dirty="0">
                <a:solidFill>
                  <a:prstClr val="black"/>
                </a:solidFill>
                <a:latin typeface="Times New Roman" panose="02020603050405020304"/>
                <a:ea typeface="黑体" panose="02010609060101010101" pitchFamily="49" charset="-122"/>
                <a:cs typeface="+mn-ea"/>
                <a:sym typeface="+mn-lt"/>
              </a:rPr>
              <a:t>取</a:t>
            </a:r>
            <a:endParaRPr kumimoji="1" lang="zh-CN" altLang="en-US" sz="2200" dirty="0">
              <a:solidFill>
                <a:prstClr val="black"/>
              </a:solidFill>
              <a:latin typeface="Times New Roman" panose="02020603050405020304"/>
              <a:ea typeface="黑体" panose="02010609060101010101" pitchFamily="49" charset="-122"/>
              <a:cs typeface="+mn-ea"/>
              <a:sym typeface="+mn-lt"/>
            </a:endParaRPr>
          </a:p>
        </p:txBody>
      </p:sp>
      <mc:AlternateContent xmlns:mc="http://schemas.openxmlformats.org/markup-compatibility/2006">
        <mc:Choice xmlns:a14="http://schemas.microsoft.com/office/drawing/2010/main" Requires="a14">
          <p:sp>
            <p:nvSpPr>
              <p:cNvPr id="10" name="Object 10"/>
              <p:cNvSpPr txBox="1"/>
              <p:nvPr/>
            </p:nvSpPr>
            <p:spPr bwMode="auto">
              <a:xfrm>
                <a:off x="3870869" y="3235112"/>
                <a:ext cx="2038349" cy="393700"/>
              </a:xfrm>
              <a:prstGeom prst="rect">
                <a:avLst/>
              </a:prstGeom>
              <a:noFill/>
              <a:ln>
                <a:noFill/>
              </a:ln>
              <a:effectLst/>
            </p:spPr>
            <p:txBody>
              <a:bodyPr>
                <a:noAutofit/>
              </a:bodyPr>
              <a:lstStyle/>
              <a:p>
                <a:pPr fontAlgn="base">
                  <a:spcBef>
                    <a:spcPct val="50000"/>
                  </a:spcBef>
                  <a:spcAft>
                    <a:spcPct val="0"/>
                  </a:spcAft>
                  <a:defRPr/>
                </a:pPr>
                <a14:m>
                  <m:oMathPara xmlns:m="http://schemas.openxmlformats.org/officeDocument/2006/math">
                    <m:oMathParaPr>
                      <m:jc m:val="left"/>
                    </m:oMathParaPr>
                    <m:oMath xmlns:m="http://schemas.openxmlformats.org/officeDocument/2006/math">
                      <m:r>
                        <a:rPr kumimoji="1" lang="zh-CN" altLang="en-US" sz="2200">
                          <a:solidFill>
                            <a:prstClr val="black"/>
                          </a:solidFill>
                          <a:latin typeface="Cambria Math" panose="02040503050406030204" charset="0"/>
                          <a:ea typeface="黑体" panose="02010609060101010101" pitchFamily="49" charset="-122"/>
                          <a:cs typeface="+mn-ea"/>
                        </a:rPr>
                        <m:t>𝑥</m:t>
                      </m:r>
                      <m:r>
                        <a:rPr kumimoji="1" lang="zh-CN" altLang="en-US" sz="2200">
                          <a:solidFill>
                            <a:prstClr val="black"/>
                          </a:solidFill>
                          <a:latin typeface="Cambria Math" panose="02040503050406030204" charset="0"/>
                          <a:ea typeface="黑体" panose="02010609060101010101" pitchFamily="49" charset="-122"/>
                          <a:cs typeface="+mn-ea"/>
                        </a:rPr>
                        <m:t>=</m:t>
                      </m:r>
                      <m:r>
                        <a:rPr kumimoji="1" lang="zh-CN" altLang="en-US" sz="2200">
                          <a:solidFill>
                            <a:prstClr val="black"/>
                          </a:solidFill>
                          <a:latin typeface="Cambria Math" panose="02040503050406030204" charset="0"/>
                          <a:ea typeface="黑体" panose="02010609060101010101" pitchFamily="49" charset="-122"/>
                          <a:cs typeface="+mn-ea"/>
                        </a:rPr>
                        <m:t>1</m:t>
                      </m:r>
                      <m:r>
                        <a:rPr kumimoji="1" lang="zh-CN" altLang="en-US" sz="2200">
                          <a:solidFill>
                            <a:prstClr val="black"/>
                          </a:solidFill>
                          <a:latin typeface="Cambria Math" panose="02040503050406030204" charset="0"/>
                          <a:ea typeface="黑体" panose="02010609060101010101" pitchFamily="49" charset="-122"/>
                          <a:cs typeface="+mn-ea"/>
                        </a:rPr>
                        <m:t>,</m:t>
                      </m:r>
                      <m:r>
                        <a:rPr kumimoji="1" lang="zh-CN" altLang="en-US" sz="2200">
                          <a:solidFill>
                            <a:prstClr val="black"/>
                          </a:solidFill>
                          <a:latin typeface="Cambria Math" panose="02040503050406030204" charset="0"/>
                          <a:ea typeface="黑体" panose="02010609060101010101" pitchFamily="49" charset="-122"/>
                          <a:cs typeface="+mn-ea"/>
                        </a:rPr>
                        <m:t>𝑦</m:t>
                      </m:r>
                      <m:r>
                        <a:rPr kumimoji="1" lang="zh-CN" altLang="en-US" sz="2200">
                          <a:solidFill>
                            <a:prstClr val="black"/>
                          </a:solidFill>
                          <a:latin typeface="Cambria Math" panose="02040503050406030204" charset="0"/>
                          <a:ea typeface="黑体" panose="02010609060101010101" pitchFamily="49" charset="-122"/>
                          <a:cs typeface="+mn-ea"/>
                        </a:rPr>
                        <m:t>=</m:t>
                      </m:r>
                      <m:r>
                        <a:rPr kumimoji="1" lang="zh-CN" altLang="en-US" sz="2200">
                          <a:solidFill>
                            <a:prstClr val="black"/>
                          </a:solidFill>
                          <a:latin typeface="Cambria Math" panose="02040503050406030204" charset="0"/>
                          <a:ea typeface="黑体" panose="02010609060101010101" pitchFamily="49" charset="-122"/>
                          <a:cs typeface="+mn-ea"/>
                        </a:rPr>
                        <m:t>2</m:t>
                      </m:r>
                      <m:r>
                        <a:rPr kumimoji="1" lang="zh-CN" altLang="en-US" sz="2200">
                          <a:solidFill>
                            <a:prstClr val="black"/>
                          </a:solidFill>
                          <a:latin typeface="Cambria Math" panose="02040503050406030204" charset="0"/>
                          <a:ea typeface="黑体" panose="02010609060101010101" pitchFamily="49" charset="-122"/>
                          <a:cs typeface="+mn-ea"/>
                        </a:rPr>
                        <m:t>,</m:t>
                      </m:r>
                    </m:oMath>
                  </m:oMathPara>
                </a14:m>
                <a:endParaRPr kumimoji="1" lang="zh-CN" altLang="en-US" sz="2200" dirty="0">
                  <a:solidFill>
                    <a:prstClr val="black"/>
                  </a:solidFill>
                  <a:latin typeface="Times New Roman" panose="02020603050405020304"/>
                  <a:ea typeface="黑体" panose="02010609060101010101" pitchFamily="49" charset="-122"/>
                  <a:cs typeface="+mn-ea"/>
                </a:endParaRPr>
              </a:p>
            </p:txBody>
          </p:sp>
        </mc:Choice>
        <mc:Fallback>
          <p:sp>
            <p:nvSpPr>
              <p:cNvPr id="10" name="Object 10"/>
              <p:cNvSpPr txBox="1">
                <a:spLocks noRot="1" noChangeAspect="1" noMove="1" noResize="1" noEditPoints="1" noAdjustHandles="1" noChangeArrowheads="1" noChangeShapeType="1" noTextEdit="1"/>
              </p:cNvSpPr>
              <p:nvPr/>
            </p:nvSpPr>
            <p:spPr bwMode="auto">
              <a:xfrm>
                <a:off x="3870869" y="3235112"/>
                <a:ext cx="2038349" cy="393700"/>
              </a:xfrm>
              <a:prstGeom prst="rect">
                <a:avLst/>
              </a:prstGeom>
              <a:blipFill rotWithShape="1">
                <a:blip r:embed="rId5"/>
                <a:stretch>
                  <a:fillRect l="-27" t="-107" r="27" b="107"/>
                </a:stretch>
              </a:blipFill>
              <a:ln>
                <a:noFill/>
              </a:ln>
              <a:effectLst/>
            </p:spPr>
            <p:txBody>
              <a:bodyPr/>
              <a:lstStyle/>
              <a:p>
                <a:r>
                  <a:rPr lang="zh-CN" altLang="en-US">
                    <a:noFill/>
                  </a:rPr>
                  <a:t> </a:t>
                </a:r>
              </a:p>
            </p:txBody>
          </p:sp>
        </mc:Fallback>
      </mc:AlternateContent>
      <p:sp>
        <p:nvSpPr>
          <p:cNvPr id="11" name="Text Box 11"/>
          <p:cNvSpPr txBox="1">
            <a:spLocks noChangeArrowheads="1"/>
          </p:cNvSpPr>
          <p:nvPr/>
        </p:nvSpPr>
        <p:spPr bwMode="auto">
          <a:xfrm>
            <a:off x="3499394" y="3896846"/>
            <a:ext cx="762000" cy="43088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fontAlgn="base">
              <a:spcBef>
                <a:spcPct val="50000"/>
              </a:spcBef>
              <a:spcAft>
                <a:spcPct val="0"/>
              </a:spcAft>
              <a:defRPr/>
            </a:pPr>
            <a:r>
              <a:rPr kumimoji="1" lang="zh-CN" altLang="en-US" sz="2200" dirty="0">
                <a:solidFill>
                  <a:prstClr val="black"/>
                </a:solidFill>
                <a:latin typeface="Times New Roman" panose="02020603050405020304"/>
                <a:ea typeface="黑体" panose="02010609060101010101" pitchFamily="49" charset="-122"/>
                <a:cs typeface="+mn-ea"/>
                <a:sym typeface="+mn-lt"/>
              </a:rPr>
              <a:t>则</a:t>
            </a:r>
            <a:endParaRPr kumimoji="1" lang="zh-CN" altLang="en-US" sz="2200" dirty="0">
              <a:solidFill>
                <a:prstClr val="black"/>
              </a:solidFill>
              <a:latin typeface="Times New Roman" panose="02020603050405020304"/>
              <a:ea typeface="黑体" panose="02010609060101010101" pitchFamily="49" charset="-122"/>
              <a:cs typeface="+mn-ea"/>
              <a:sym typeface="+mn-lt"/>
            </a:endParaRPr>
          </a:p>
        </p:txBody>
      </p:sp>
      <mc:AlternateContent xmlns:mc="http://schemas.openxmlformats.org/markup-compatibility/2006">
        <mc:Choice xmlns:a14="http://schemas.microsoft.com/office/drawing/2010/main" Requires="a14">
          <p:sp>
            <p:nvSpPr>
              <p:cNvPr id="12" name="Object 12"/>
              <p:cNvSpPr txBox="1"/>
              <p:nvPr/>
            </p:nvSpPr>
            <p:spPr bwMode="auto">
              <a:xfrm>
                <a:off x="3889181" y="3870602"/>
                <a:ext cx="3681413" cy="520700"/>
              </a:xfrm>
              <a:prstGeom prst="rect">
                <a:avLst/>
              </a:prstGeom>
              <a:noFill/>
              <a:ln>
                <a:noFill/>
              </a:ln>
              <a:effectLst/>
            </p:spPr>
            <p:txBody>
              <a:bodyPr>
                <a:normAutofit/>
              </a:bodyPr>
              <a:lstStyle/>
              <a:p>
                <a:pPr fontAlgn="base">
                  <a:spcBef>
                    <a:spcPct val="50000"/>
                  </a:spcBef>
                  <a:spcAft>
                    <a:spcPct val="0"/>
                  </a:spcAft>
                  <a:defRPr/>
                </a:pPr>
                <a14:m>
                  <m:oMathPara xmlns:m="http://schemas.openxmlformats.org/officeDocument/2006/math">
                    <m:oMathParaPr>
                      <m:jc m:val="left"/>
                    </m:oMathParaPr>
                    <m:oMath xmlns:m="http://schemas.openxmlformats.org/officeDocument/2006/math">
                      <m:r>
                        <a:rPr kumimoji="1" lang="zh-CN" altLang="en-US" sz="2200">
                          <a:solidFill>
                            <a:prstClr val="black"/>
                          </a:solidFill>
                          <a:latin typeface="Cambria Math" panose="02040503050406030204" charset="0"/>
                          <a:ea typeface="黑体" panose="02010609060101010101" pitchFamily="49" charset="-122"/>
                          <a:cs typeface="+mn-ea"/>
                        </a:rPr>
                        <m:t>1</m:t>
                      </m:r>
                      <m:r>
                        <a:rPr kumimoji="1" lang="zh-CN" altLang="en-US" sz="2200">
                          <a:solidFill>
                            <a:prstClr val="black"/>
                          </a:solidFill>
                          <a:latin typeface="Cambria Math" panose="02040503050406030204" charset="0"/>
                          <a:ea typeface="黑体" panose="02010609060101010101" pitchFamily="49" charset="-122"/>
                          <a:cs typeface="+mn-ea"/>
                        </a:rPr>
                        <m:t>.</m:t>
                      </m:r>
                      <m:r>
                        <a:rPr kumimoji="1" lang="zh-CN" altLang="en-US" sz="2200">
                          <a:solidFill>
                            <a:prstClr val="black"/>
                          </a:solidFill>
                          <a:latin typeface="Cambria Math" panose="02040503050406030204" charset="0"/>
                          <a:ea typeface="黑体" panose="02010609060101010101" pitchFamily="49" charset="-122"/>
                          <a:cs typeface="+mn-ea"/>
                        </a:rPr>
                        <m:t>0</m:t>
                      </m:r>
                      <m:sSup>
                        <m:sSupPr>
                          <m:ctrlPr>
                            <a:rPr kumimoji="1" lang="zh-CN" altLang="en-US" sz="2200" i="1">
                              <a:solidFill>
                                <a:prstClr val="black"/>
                              </a:solidFill>
                              <a:latin typeface="Cambria Math" panose="02040503050406030204" charset="0"/>
                              <a:ea typeface="黑体" panose="02010609060101010101" pitchFamily="49" charset="-122"/>
                              <a:cs typeface="+mn-ea"/>
                            </a:rPr>
                          </m:ctrlPr>
                        </m:sSupPr>
                        <m:e>
                          <m:r>
                            <a:rPr kumimoji="1" lang="zh-CN" altLang="en-US" sz="2200">
                              <a:solidFill>
                                <a:prstClr val="black"/>
                              </a:solidFill>
                              <a:latin typeface="Cambria Math" panose="02040503050406030204" charset="0"/>
                              <a:ea typeface="黑体" panose="02010609060101010101" pitchFamily="49" charset="-122"/>
                              <a:cs typeface="+mn-ea"/>
                            </a:rPr>
                            <m:t>4</m:t>
                          </m:r>
                        </m:e>
                        <m:sup>
                          <m:r>
                            <a:rPr kumimoji="1" lang="zh-CN" altLang="en-US" sz="2200">
                              <a:solidFill>
                                <a:prstClr val="black"/>
                              </a:solidFill>
                              <a:latin typeface="Cambria Math" panose="02040503050406030204" charset="0"/>
                              <a:ea typeface="黑体" panose="02010609060101010101" pitchFamily="49" charset="-122"/>
                              <a:cs typeface="+mn-ea"/>
                            </a:rPr>
                            <m:t>2</m:t>
                          </m:r>
                          <m:r>
                            <a:rPr kumimoji="1" lang="zh-CN" altLang="en-US" sz="2200">
                              <a:solidFill>
                                <a:prstClr val="black"/>
                              </a:solidFill>
                              <a:latin typeface="Cambria Math" panose="02040503050406030204" charset="0"/>
                              <a:ea typeface="黑体" panose="02010609060101010101" pitchFamily="49" charset="-122"/>
                              <a:cs typeface="+mn-ea"/>
                            </a:rPr>
                            <m:t>.</m:t>
                          </m:r>
                          <m:r>
                            <a:rPr kumimoji="1" lang="zh-CN" altLang="en-US" sz="2200">
                              <a:solidFill>
                                <a:prstClr val="black"/>
                              </a:solidFill>
                              <a:latin typeface="Cambria Math" panose="02040503050406030204" charset="0"/>
                              <a:ea typeface="黑体" panose="02010609060101010101" pitchFamily="49" charset="-122"/>
                              <a:cs typeface="+mn-ea"/>
                            </a:rPr>
                            <m:t>02</m:t>
                          </m:r>
                        </m:sup>
                      </m:sSup>
                      <m:r>
                        <a:rPr kumimoji="1" lang="zh-CN" altLang="en-US" sz="2200">
                          <a:solidFill>
                            <a:prstClr val="black"/>
                          </a:solidFill>
                          <a:latin typeface="Cambria Math" panose="02040503050406030204" charset="0"/>
                          <a:ea typeface="黑体" panose="02010609060101010101" pitchFamily="49" charset="-122"/>
                          <a:cs typeface="+mn-ea"/>
                        </a:rPr>
                        <m:t>=</m:t>
                      </m:r>
                      <m:r>
                        <a:rPr kumimoji="1" lang="zh-CN" altLang="en-US" sz="2200">
                          <a:solidFill>
                            <a:prstClr val="black"/>
                          </a:solidFill>
                          <a:latin typeface="Cambria Math" panose="02040503050406030204" charset="0"/>
                          <a:ea typeface="黑体" panose="02010609060101010101" pitchFamily="49" charset="-122"/>
                          <a:cs typeface="+mn-ea"/>
                        </a:rPr>
                        <m:t>𝑓</m:t>
                      </m:r>
                      <m:r>
                        <a:rPr kumimoji="1" lang="zh-CN" altLang="en-US" sz="2200">
                          <a:solidFill>
                            <a:prstClr val="black"/>
                          </a:solidFill>
                          <a:latin typeface="Cambria Math" panose="02040503050406030204" charset="0"/>
                          <a:ea typeface="黑体" panose="02010609060101010101" pitchFamily="49" charset="-122"/>
                          <a:cs typeface="+mn-ea"/>
                        </a:rPr>
                        <m:t>(</m:t>
                      </m:r>
                      <m:r>
                        <a:rPr kumimoji="1" lang="zh-CN" altLang="en-US" sz="2200">
                          <a:solidFill>
                            <a:prstClr val="black"/>
                          </a:solidFill>
                          <a:latin typeface="Cambria Math" panose="02040503050406030204" charset="0"/>
                          <a:ea typeface="黑体" panose="02010609060101010101" pitchFamily="49" charset="-122"/>
                          <a:cs typeface="+mn-ea"/>
                        </a:rPr>
                        <m:t>1</m:t>
                      </m:r>
                      <m:r>
                        <a:rPr kumimoji="1" lang="zh-CN" altLang="en-US" sz="2200">
                          <a:solidFill>
                            <a:prstClr val="black"/>
                          </a:solidFill>
                          <a:latin typeface="Cambria Math" panose="02040503050406030204" charset="0"/>
                          <a:ea typeface="黑体" panose="02010609060101010101" pitchFamily="49" charset="-122"/>
                          <a:cs typeface="+mn-ea"/>
                        </a:rPr>
                        <m:t>.</m:t>
                      </m:r>
                      <m:r>
                        <a:rPr kumimoji="1" lang="zh-CN" altLang="en-US" sz="2200">
                          <a:solidFill>
                            <a:prstClr val="black"/>
                          </a:solidFill>
                          <a:latin typeface="Cambria Math" panose="02040503050406030204" charset="0"/>
                          <a:ea typeface="黑体" panose="02010609060101010101" pitchFamily="49" charset="-122"/>
                          <a:cs typeface="+mn-ea"/>
                        </a:rPr>
                        <m:t>04</m:t>
                      </m:r>
                      <m:r>
                        <a:rPr kumimoji="1" lang="zh-CN" altLang="en-US" sz="2200">
                          <a:solidFill>
                            <a:prstClr val="black"/>
                          </a:solidFill>
                          <a:latin typeface="Cambria Math" panose="02040503050406030204" charset="0"/>
                          <a:ea typeface="黑体" panose="02010609060101010101" pitchFamily="49" charset="-122"/>
                          <a:cs typeface="+mn-ea"/>
                        </a:rPr>
                        <m:t>,  </m:t>
                      </m:r>
                      <m:r>
                        <a:rPr kumimoji="1" lang="zh-CN" altLang="en-US" sz="2200">
                          <a:solidFill>
                            <a:prstClr val="black"/>
                          </a:solidFill>
                          <a:latin typeface="Cambria Math" panose="02040503050406030204" charset="0"/>
                          <a:ea typeface="黑体" panose="02010609060101010101" pitchFamily="49" charset="-122"/>
                          <a:cs typeface="+mn-ea"/>
                        </a:rPr>
                        <m:t>2</m:t>
                      </m:r>
                      <m:r>
                        <a:rPr kumimoji="1" lang="zh-CN" altLang="en-US" sz="2200">
                          <a:solidFill>
                            <a:prstClr val="black"/>
                          </a:solidFill>
                          <a:latin typeface="Cambria Math" panose="02040503050406030204" charset="0"/>
                          <a:ea typeface="黑体" panose="02010609060101010101" pitchFamily="49" charset="-122"/>
                          <a:cs typeface="+mn-ea"/>
                        </a:rPr>
                        <m:t>.</m:t>
                      </m:r>
                      <m:r>
                        <a:rPr kumimoji="1" lang="zh-CN" altLang="en-US" sz="2200">
                          <a:solidFill>
                            <a:prstClr val="black"/>
                          </a:solidFill>
                          <a:latin typeface="Cambria Math" panose="02040503050406030204" charset="0"/>
                          <a:ea typeface="黑体" panose="02010609060101010101" pitchFamily="49" charset="-122"/>
                          <a:cs typeface="+mn-ea"/>
                        </a:rPr>
                        <m:t>02</m:t>
                      </m:r>
                      <m:r>
                        <a:rPr kumimoji="1" lang="zh-CN" altLang="en-US" sz="2200">
                          <a:solidFill>
                            <a:prstClr val="black"/>
                          </a:solidFill>
                          <a:latin typeface="Cambria Math" panose="02040503050406030204" charset="0"/>
                          <a:ea typeface="黑体" panose="02010609060101010101" pitchFamily="49" charset="-122"/>
                          <a:cs typeface="+mn-ea"/>
                        </a:rPr>
                        <m:t> )</m:t>
                      </m:r>
                    </m:oMath>
                  </m:oMathPara>
                </a14:m>
                <a:endParaRPr kumimoji="1" lang="zh-CN" altLang="en-US" sz="2200" dirty="0">
                  <a:solidFill>
                    <a:prstClr val="black"/>
                  </a:solidFill>
                  <a:latin typeface="Times New Roman" panose="02020603050405020304"/>
                  <a:ea typeface="黑体" panose="02010609060101010101" pitchFamily="49" charset="-122"/>
                  <a:cs typeface="+mn-ea"/>
                </a:endParaRPr>
              </a:p>
            </p:txBody>
          </p:sp>
        </mc:Choice>
        <mc:Fallback>
          <p:sp>
            <p:nvSpPr>
              <p:cNvPr id="12" name="Object 12"/>
              <p:cNvSpPr txBox="1">
                <a:spLocks noRot="1" noChangeAspect="1" noMove="1" noResize="1" noEditPoints="1" noAdjustHandles="1" noChangeArrowheads="1" noChangeShapeType="1" noTextEdit="1"/>
              </p:cNvSpPr>
              <p:nvPr/>
            </p:nvSpPr>
            <p:spPr bwMode="auto">
              <a:xfrm>
                <a:off x="3889181" y="3870602"/>
                <a:ext cx="3681413" cy="520700"/>
              </a:xfrm>
              <a:prstGeom prst="rect">
                <a:avLst/>
              </a:prstGeom>
              <a:blipFill rotWithShape="1">
                <a:blip r:embed="rId6"/>
                <a:stretch>
                  <a:fillRect l="-12" t="-53" r="3" b="53"/>
                </a:stretch>
              </a:blipFill>
              <a:ln>
                <a:noFill/>
              </a:ln>
              <a:effectLst/>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3" name="Object 13"/>
              <p:cNvSpPr txBox="1"/>
              <p:nvPr/>
            </p:nvSpPr>
            <p:spPr bwMode="auto">
              <a:xfrm>
                <a:off x="4879658" y="4537645"/>
                <a:ext cx="5078412" cy="495300"/>
              </a:xfrm>
              <a:prstGeom prst="rect">
                <a:avLst/>
              </a:prstGeom>
              <a:noFill/>
              <a:ln>
                <a:noFill/>
              </a:ln>
              <a:effectLst/>
            </p:spPr>
            <p:txBody>
              <a:bodyPr>
                <a:normAutofit/>
              </a:bodyPr>
              <a:lstStyle/>
              <a:p>
                <a:pPr fontAlgn="base">
                  <a:spcBef>
                    <a:spcPct val="50000"/>
                  </a:spcBef>
                  <a:spcAft>
                    <a:spcPct val="0"/>
                  </a:spcAft>
                  <a:defRPr/>
                </a:pPr>
                <a14:m>
                  <m:oMathPara xmlns:m="http://schemas.openxmlformats.org/officeDocument/2006/math">
                    <m:oMathParaPr>
                      <m:jc m:val="left"/>
                    </m:oMathParaPr>
                    <m:oMath xmlns:m="http://schemas.openxmlformats.org/officeDocument/2006/math">
                      <m:r>
                        <a:rPr kumimoji="1" lang="zh-CN" altLang="en-US" sz="2200">
                          <a:solidFill>
                            <a:prstClr val="black"/>
                          </a:solidFill>
                          <a:latin typeface="Cambria Math" panose="02040503050406030204" charset="0"/>
                          <a:ea typeface="黑体" panose="02010609060101010101" pitchFamily="49" charset="-122"/>
                          <a:cs typeface="+mn-ea"/>
                        </a:rPr>
                        <m:t>≈</m:t>
                      </m:r>
                      <m:r>
                        <a:rPr kumimoji="1" lang="zh-CN" altLang="en-US" sz="2200">
                          <a:solidFill>
                            <a:prstClr val="black"/>
                          </a:solidFill>
                          <a:latin typeface="Cambria Math" panose="02040503050406030204" charset="0"/>
                          <a:ea typeface="黑体" panose="02010609060101010101" pitchFamily="49" charset="-122"/>
                          <a:cs typeface="+mn-ea"/>
                        </a:rPr>
                        <m:t>𝑓</m:t>
                      </m:r>
                      <m:r>
                        <a:rPr kumimoji="1" lang="zh-CN" altLang="en-US" sz="2200">
                          <a:solidFill>
                            <a:prstClr val="black"/>
                          </a:solidFill>
                          <a:latin typeface="Cambria Math" panose="02040503050406030204" charset="0"/>
                          <a:ea typeface="黑体" panose="02010609060101010101" pitchFamily="49" charset="-122"/>
                          <a:cs typeface="+mn-ea"/>
                        </a:rPr>
                        <m:t>(</m:t>
                      </m:r>
                      <m:r>
                        <a:rPr kumimoji="1" lang="zh-CN" altLang="en-US" sz="2200">
                          <a:solidFill>
                            <a:prstClr val="black"/>
                          </a:solidFill>
                          <a:latin typeface="Cambria Math" panose="02040503050406030204" charset="0"/>
                          <a:ea typeface="黑体" panose="02010609060101010101" pitchFamily="49" charset="-122"/>
                          <a:cs typeface="+mn-ea"/>
                        </a:rPr>
                        <m:t>1</m:t>
                      </m:r>
                      <m:r>
                        <a:rPr kumimoji="1" lang="zh-CN" altLang="en-US" sz="2200">
                          <a:solidFill>
                            <a:prstClr val="black"/>
                          </a:solidFill>
                          <a:latin typeface="Cambria Math" panose="02040503050406030204" charset="0"/>
                          <a:ea typeface="黑体" panose="02010609060101010101" pitchFamily="49" charset="-122"/>
                          <a:cs typeface="+mn-ea"/>
                        </a:rPr>
                        <m:t>, </m:t>
                      </m:r>
                      <m:r>
                        <a:rPr kumimoji="1" lang="zh-CN" altLang="en-US" sz="2200">
                          <a:solidFill>
                            <a:prstClr val="black"/>
                          </a:solidFill>
                          <a:latin typeface="Cambria Math" panose="02040503050406030204" charset="0"/>
                          <a:ea typeface="黑体" panose="02010609060101010101" pitchFamily="49" charset="-122"/>
                          <a:cs typeface="+mn-ea"/>
                        </a:rPr>
                        <m:t>2</m:t>
                      </m:r>
                      <m:r>
                        <a:rPr kumimoji="1" lang="zh-CN" altLang="en-US" sz="2200">
                          <a:solidFill>
                            <a:prstClr val="black"/>
                          </a:solidFill>
                          <a:latin typeface="Cambria Math" panose="02040503050406030204" charset="0"/>
                          <a:ea typeface="黑体" panose="02010609060101010101" pitchFamily="49" charset="-122"/>
                          <a:cs typeface="+mn-ea"/>
                        </a:rPr>
                        <m:t>)+</m:t>
                      </m:r>
                      <m:sSub>
                        <m:sSubPr>
                          <m:ctrlPr>
                            <a:rPr kumimoji="1" lang="zh-CN" altLang="en-US" sz="2200" i="1">
                              <a:solidFill>
                                <a:prstClr val="black"/>
                              </a:solidFill>
                              <a:latin typeface="Cambria Math" panose="02040503050406030204" charset="0"/>
                              <a:ea typeface="黑体" panose="02010609060101010101" pitchFamily="49" charset="-122"/>
                              <a:cs typeface="+mn-ea"/>
                            </a:rPr>
                          </m:ctrlPr>
                        </m:sSubPr>
                        <m:e>
                          <m:r>
                            <a:rPr kumimoji="1" lang="zh-CN" altLang="en-US" sz="2200">
                              <a:solidFill>
                                <a:prstClr val="black"/>
                              </a:solidFill>
                              <a:latin typeface="Cambria Math" panose="02040503050406030204" charset="0"/>
                              <a:ea typeface="黑体" panose="02010609060101010101" pitchFamily="49" charset="-122"/>
                              <a:cs typeface="+mn-ea"/>
                            </a:rPr>
                            <m:t>𝑓</m:t>
                          </m:r>
                        </m:e>
                        <m:sub>
                          <m:r>
                            <a:rPr kumimoji="1" lang="zh-CN" altLang="en-US" sz="2200">
                              <a:solidFill>
                                <a:prstClr val="black"/>
                              </a:solidFill>
                              <a:latin typeface="Cambria Math" panose="02040503050406030204" charset="0"/>
                              <a:ea typeface="黑体" panose="02010609060101010101" pitchFamily="49" charset="-122"/>
                              <a:cs typeface="+mn-ea"/>
                            </a:rPr>
                            <m:t>𝑥</m:t>
                          </m:r>
                        </m:sub>
                      </m:sSub>
                      <m:r>
                        <a:rPr kumimoji="1" lang="zh-CN" altLang="en-US" sz="2200">
                          <a:solidFill>
                            <a:prstClr val="black"/>
                          </a:solidFill>
                          <a:latin typeface="Cambria Math" panose="02040503050406030204" charset="0"/>
                          <a:ea typeface="黑体" panose="02010609060101010101" pitchFamily="49" charset="-122"/>
                          <a:cs typeface="+mn-ea"/>
                        </a:rPr>
                        <m:t>(</m:t>
                      </m:r>
                      <m:r>
                        <a:rPr kumimoji="1" lang="zh-CN" altLang="en-US" sz="2200">
                          <a:solidFill>
                            <a:prstClr val="black"/>
                          </a:solidFill>
                          <a:latin typeface="Cambria Math" panose="02040503050406030204" charset="0"/>
                          <a:ea typeface="黑体" panose="02010609060101010101" pitchFamily="49" charset="-122"/>
                          <a:cs typeface="+mn-ea"/>
                        </a:rPr>
                        <m:t>1</m:t>
                      </m:r>
                      <m:r>
                        <a:rPr kumimoji="1" lang="zh-CN" altLang="en-US" sz="2200">
                          <a:solidFill>
                            <a:prstClr val="black"/>
                          </a:solidFill>
                          <a:latin typeface="Cambria Math" panose="02040503050406030204" charset="0"/>
                          <a:ea typeface="黑体" panose="02010609060101010101" pitchFamily="49" charset="-122"/>
                          <a:cs typeface="+mn-ea"/>
                        </a:rPr>
                        <m:t>, </m:t>
                      </m:r>
                      <m:r>
                        <a:rPr kumimoji="1" lang="zh-CN" altLang="en-US" sz="2200">
                          <a:solidFill>
                            <a:prstClr val="black"/>
                          </a:solidFill>
                          <a:latin typeface="Cambria Math" panose="02040503050406030204" charset="0"/>
                          <a:ea typeface="黑体" panose="02010609060101010101" pitchFamily="49" charset="-122"/>
                          <a:cs typeface="+mn-ea"/>
                        </a:rPr>
                        <m:t>2</m:t>
                      </m:r>
                      <m:r>
                        <a:rPr kumimoji="1" lang="zh-CN" altLang="en-US" sz="2200">
                          <a:solidFill>
                            <a:prstClr val="black"/>
                          </a:solidFill>
                          <a:latin typeface="Cambria Math" panose="02040503050406030204" charset="0"/>
                          <a:ea typeface="黑体" panose="02010609060101010101" pitchFamily="49" charset="-122"/>
                          <a:cs typeface="+mn-ea"/>
                        </a:rPr>
                        <m:t>)</m:t>
                      </m:r>
                      <m:r>
                        <m:rPr>
                          <m:sty m:val="p"/>
                        </m:rPr>
                        <a:rPr kumimoji="1" lang="zh-CN" altLang="en-US" sz="2200">
                          <a:solidFill>
                            <a:prstClr val="black"/>
                          </a:solidFill>
                          <a:latin typeface="Cambria Math" panose="02040503050406030204" charset="0"/>
                          <a:ea typeface="黑体" panose="02010609060101010101" pitchFamily="49" charset="-122"/>
                          <a:cs typeface="+mn-ea"/>
                        </a:rPr>
                        <m:t>Δ</m:t>
                      </m:r>
                      <m:r>
                        <a:rPr kumimoji="1" lang="zh-CN" altLang="en-US" sz="2200">
                          <a:solidFill>
                            <a:prstClr val="black"/>
                          </a:solidFill>
                          <a:latin typeface="Cambria Math" panose="02040503050406030204" charset="0"/>
                          <a:ea typeface="黑体" panose="02010609060101010101" pitchFamily="49" charset="-122"/>
                          <a:cs typeface="+mn-ea"/>
                        </a:rPr>
                        <m:t>𝑥</m:t>
                      </m:r>
                      <m:r>
                        <a:rPr kumimoji="1" lang="zh-CN" altLang="en-US" sz="2200">
                          <a:solidFill>
                            <a:prstClr val="black"/>
                          </a:solidFill>
                          <a:latin typeface="Cambria Math" panose="02040503050406030204" charset="0"/>
                          <a:ea typeface="黑体" panose="02010609060101010101" pitchFamily="49" charset="-122"/>
                          <a:cs typeface="+mn-ea"/>
                        </a:rPr>
                        <m:t>+</m:t>
                      </m:r>
                      <m:sSub>
                        <m:sSubPr>
                          <m:ctrlPr>
                            <a:rPr kumimoji="1" lang="zh-CN" altLang="en-US" sz="2200" i="1">
                              <a:solidFill>
                                <a:prstClr val="black"/>
                              </a:solidFill>
                              <a:latin typeface="Cambria Math" panose="02040503050406030204" charset="0"/>
                              <a:ea typeface="黑体" panose="02010609060101010101" pitchFamily="49" charset="-122"/>
                              <a:cs typeface="+mn-ea"/>
                            </a:rPr>
                          </m:ctrlPr>
                        </m:sSubPr>
                        <m:e>
                          <m:r>
                            <a:rPr kumimoji="1" lang="zh-CN" altLang="en-US" sz="2200">
                              <a:solidFill>
                                <a:prstClr val="black"/>
                              </a:solidFill>
                              <a:latin typeface="Cambria Math" panose="02040503050406030204" charset="0"/>
                              <a:ea typeface="黑体" panose="02010609060101010101" pitchFamily="49" charset="-122"/>
                              <a:cs typeface="+mn-ea"/>
                            </a:rPr>
                            <m:t>𝑓</m:t>
                          </m:r>
                        </m:e>
                        <m:sub>
                          <m:r>
                            <a:rPr kumimoji="1" lang="zh-CN" altLang="en-US" sz="2200">
                              <a:solidFill>
                                <a:prstClr val="black"/>
                              </a:solidFill>
                              <a:latin typeface="Cambria Math" panose="02040503050406030204" charset="0"/>
                              <a:ea typeface="黑体" panose="02010609060101010101" pitchFamily="49" charset="-122"/>
                              <a:cs typeface="+mn-ea"/>
                            </a:rPr>
                            <m:t>𝑦</m:t>
                          </m:r>
                        </m:sub>
                      </m:sSub>
                      <m:r>
                        <a:rPr kumimoji="1" lang="zh-CN" altLang="en-US" sz="2200">
                          <a:solidFill>
                            <a:prstClr val="black"/>
                          </a:solidFill>
                          <a:latin typeface="Cambria Math" panose="02040503050406030204" charset="0"/>
                          <a:ea typeface="黑体" panose="02010609060101010101" pitchFamily="49" charset="-122"/>
                          <a:cs typeface="+mn-ea"/>
                        </a:rPr>
                        <m:t>(</m:t>
                      </m:r>
                      <m:r>
                        <a:rPr kumimoji="1" lang="zh-CN" altLang="en-US" sz="2200">
                          <a:solidFill>
                            <a:prstClr val="black"/>
                          </a:solidFill>
                          <a:latin typeface="Cambria Math" panose="02040503050406030204" charset="0"/>
                          <a:ea typeface="黑体" panose="02010609060101010101" pitchFamily="49" charset="-122"/>
                          <a:cs typeface="+mn-ea"/>
                        </a:rPr>
                        <m:t>1</m:t>
                      </m:r>
                      <m:r>
                        <a:rPr kumimoji="1" lang="zh-CN" altLang="en-US" sz="2200">
                          <a:solidFill>
                            <a:prstClr val="black"/>
                          </a:solidFill>
                          <a:latin typeface="Cambria Math" panose="02040503050406030204" charset="0"/>
                          <a:ea typeface="黑体" panose="02010609060101010101" pitchFamily="49" charset="-122"/>
                          <a:cs typeface="+mn-ea"/>
                        </a:rPr>
                        <m:t>, </m:t>
                      </m:r>
                      <m:r>
                        <a:rPr kumimoji="1" lang="zh-CN" altLang="en-US" sz="2200">
                          <a:solidFill>
                            <a:prstClr val="black"/>
                          </a:solidFill>
                          <a:latin typeface="Cambria Math" panose="02040503050406030204" charset="0"/>
                          <a:ea typeface="黑体" panose="02010609060101010101" pitchFamily="49" charset="-122"/>
                          <a:cs typeface="+mn-ea"/>
                        </a:rPr>
                        <m:t>2</m:t>
                      </m:r>
                      <m:r>
                        <a:rPr kumimoji="1" lang="zh-CN" altLang="en-US" sz="2200">
                          <a:solidFill>
                            <a:prstClr val="black"/>
                          </a:solidFill>
                          <a:latin typeface="Cambria Math" panose="02040503050406030204" charset="0"/>
                          <a:ea typeface="黑体" panose="02010609060101010101" pitchFamily="49" charset="-122"/>
                          <a:cs typeface="+mn-ea"/>
                        </a:rPr>
                        <m:t>)</m:t>
                      </m:r>
                      <m:r>
                        <m:rPr>
                          <m:sty m:val="p"/>
                        </m:rPr>
                        <a:rPr kumimoji="1" lang="zh-CN" altLang="en-US" sz="2200">
                          <a:solidFill>
                            <a:prstClr val="black"/>
                          </a:solidFill>
                          <a:latin typeface="Cambria Math" panose="02040503050406030204" charset="0"/>
                          <a:ea typeface="黑体" panose="02010609060101010101" pitchFamily="49" charset="-122"/>
                          <a:cs typeface="+mn-ea"/>
                        </a:rPr>
                        <m:t>Δ</m:t>
                      </m:r>
                      <m:r>
                        <a:rPr kumimoji="1" lang="zh-CN" altLang="en-US" sz="2200">
                          <a:solidFill>
                            <a:prstClr val="black"/>
                          </a:solidFill>
                          <a:latin typeface="Cambria Math" panose="02040503050406030204" charset="0"/>
                          <a:ea typeface="黑体" panose="02010609060101010101" pitchFamily="49" charset="-122"/>
                          <a:cs typeface="+mn-ea"/>
                        </a:rPr>
                        <m:t>𝑦</m:t>
                      </m:r>
                    </m:oMath>
                  </m:oMathPara>
                </a14:m>
                <a:endParaRPr kumimoji="1" lang="zh-CN" altLang="en-US" sz="2200" dirty="0">
                  <a:solidFill>
                    <a:prstClr val="black"/>
                  </a:solidFill>
                  <a:latin typeface="Times New Roman" panose="02020603050405020304"/>
                  <a:ea typeface="黑体" panose="02010609060101010101" pitchFamily="49" charset="-122"/>
                  <a:cs typeface="+mn-ea"/>
                </a:endParaRPr>
              </a:p>
            </p:txBody>
          </p:sp>
        </mc:Choice>
        <mc:Fallback>
          <p:sp>
            <p:nvSpPr>
              <p:cNvPr id="13" name="Object 13"/>
              <p:cNvSpPr txBox="1">
                <a:spLocks noRot="1" noChangeAspect="1" noMove="1" noResize="1" noEditPoints="1" noAdjustHandles="1" noChangeArrowheads="1" noChangeShapeType="1" noTextEdit="1"/>
              </p:cNvSpPr>
              <p:nvPr/>
            </p:nvSpPr>
            <p:spPr bwMode="auto">
              <a:xfrm>
                <a:off x="4879658" y="4537645"/>
                <a:ext cx="5078412" cy="495300"/>
              </a:xfrm>
              <a:prstGeom prst="rect">
                <a:avLst/>
              </a:prstGeom>
              <a:blipFill rotWithShape="1">
                <a:blip r:embed="rId7"/>
                <a:stretch>
                  <a:fillRect l="-6" t="-115" b="115"/>
                </a:stretch>
              </a:blipFill>
              <a:ln>
                <a:noFill/>
              </a:ln>
              <a:effectLst/>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4" name="Object 14"/>
              <p:cNvSpPr txBox="1"/>
              <p:nvPr/>
            </p:nvSpPr>
            <p:spPr bwMode="auto">
              <a:xfrm>
                <a:off x="4879658" y="5124402"/>
                <a:ext cx="4341812" cy="495300"/>
              </a:xfrm>
              <a:prstGeom prst="rect">
                <a:avLst/>
              </a:prstGeom>
              <a:noFill/>
              <a:ln>
                <a:noFill/>
              </a:ln>
              <a:effectLst/>
            </p:spPr>
            <p:txBody>
              <a:bodyPr>
                <a:noAutofit/>
              </a:bodyPr>
              <a:lstStyle/>
              <a:p>
                <a:pPr fontAlgn="base">
                  <a:lnSpc>
                    <a:spcPct val="120000"/>
                  </a:lnSpc>
                  <a:spcBef>
                    <a:spcPct val="50000"/>
                  </a:spcBef>
                  <a:spcAft>
                    <a:spcPct val="0"/>
                  </a:spcAft>
                  <a:defRPr/>
                </a:pPr>
                <a14:m>
                  <m:oMathPara xmlns:m="http://schemas.openxmlformats.org/officeDocument/2006/math">
                    <m:oMathParaPr>
                      <m:jc m:val="left"/>
                    </m:oMathParaPr>
                    <m:oMath xmlns:m="http://schemas.openxmlformats.org/officeDocument/2006/math">
                      <m:r>
                        <a:rPr kumimoji="1" lang="zh-CN" altLang="en-US" sz="2200">
                          <a:solidFill>
                            <a:prstClr val="black"/>
                          </a:solidFill>
                          <a:latin typeface="Cambria Math" panose="02040503050406030204" charset="0"/>
                          <a:ea typeface="黑体" panose="02010609060101010101" pitchFamily="49" charset="-122"/>
                          <a:cs typeface="+mn-ea"/>
                        </a:rPr>
                        <m:t>=</m:t>
                      </m:r>
                      <m:r>
                        <a:rPr kumimoji="1" lang="zh-CN" altLang="en-US" sz="2200">
                          <a:solidFill>
                            <a:prstClr val="black"/>
                          </a:solidFill>
                          <a:latin typeface="Cambria Math" panose="02040503050406030204" charset="0"/>
                          <a:ea typeface="黑体" panose="02010609060101010101" pitchFamily="49" charset="-122"/>
                          <a:cs typeface="+mn-ea"/>
                        </a:rPr>
                        <m:t>1</m:t>
                      </m:r>
                      <m:r>
                        <a:rPr kumimoji="1" lang="zh-CN" altLang="en-US" sz="2200">
                          <a:solidFill>
                            <a:prstClr val="black"/>
                          </a:solidFill>
                          <a:latin typeface="Cambria Math" panose="02040503050406030204" charset="0"/>
                          <a:ea typeface="黑体" panose="02010609060101010101" pitchFamily="49" charset="-122"/>
                          <a:cs typeface="+mn-ea"/>
                        </a:rPr>
                        <m:t>+</m:t>
                      </m:r>
                      <m:r>
                        <a:rPr kumimoji="1" lang="zh-CN" altLang="en-US" sz="2200">
                          <a:solidFill>
                            <a:prstClr val="black"/>
                          </a:solidFill>
                          <a:latin typeface="Cambria Math" panose="02040503050406030204" charset="0"/>
                          <a:ea typeface="黑体" panose="02010609060101010101" pitchFamily="49" charset="-122"/>
                          <a:cs typeface="+mn-ea"/>
                        </a:rPr>
                        <m:t>2</m:t>
                      </m:r>
                      <m:r>
                        <a:rPr kumimoji="1" lang="zh-CN" altLang="en-US" sz="2200">
                          <a:solidFill>
                            <a:prstClr val="black"/>
                          </a:solidFill>
                          <a:latin typeface="Cambria Math" panose="02040503050406030204" charset="0"/>
                          <a:ea typeface="黑体" panose="02010609060101010101" pitchFamily="49" charset="-122"/>
                          <a:cs typeface="+mn-ea"/>
                        </a:rPr>
                        <m:t>×</m:t>
                      </m:r>
                      <m:r>
                        <a:rPr kumimoji="1" lang="zh-CN" altLang="en-US" sz="2200">
                          <a:solidFill>
                            <a:prstClr val="black"/>
                          </a:solidFill>
                          <a:latin typeface="Cambria Math" panose="02040503050406030204" charset="0"/>
                          <a:ea typeface="黑体" panose="02010609060101010101" pitchFamily="49" charset="-122"/>
                          <a:cs typeface="+mn-ea"/>
                        </a:rPr>
                        <m:t>0</m:t>
                      </m:r>
                      <m:r>
                        <a:rPr kumimoji="1" lang="zh-CN" altLang="en-US" sz="2200">
                          <a:solidFill>
                            <a:prstClr val="black"/>
                          </a:solidFill>
                          <a:latin typeface="Cambria Math" panose="02040503050406030204" charset="0"/>
                          <a:ea typeface="黑体" panose="02010609060101010101" pitchFamily="49" charset="-122"/>
                          <a:cs typeface="+mn-ea"/>
                        </a:rPr>
                        <m:t>.</m:t>
                      </m:r>
                      <m:r>
                        <a:rPr kumimoji="1" lang="zh-CN" altLang="en-US" sz="2200">
                          <a:solidFill>
                            <a:prstClr val="black"/>
                          </a:solidFill>
                          <a:latin typeface="Cambria Math" panose="02040503050406030204" charset="0"/>
                          <a:ea typeface="黑体" panose="02010609060101010101" pitchFamily="49" charset="-122"/>
                          <a:cs typeface="+mn-ea"/>
                        </a:rPr>
                        <m:t>04</m:t>
                      </m:r>
                      <m:r>
                        <a:rPr kumimoji="1" lang="zh-CN" altLang="en-US" sz="2200">
                          <a:solidFill>
                            <a:prstClr val="black"/>
                          </a:solidFill>
                          <a:latin typeface="Cambria Math" panose="02040503050406030204" charset="0"/>
                          <a:ea typeface="黑体" panose="02010609060101010101" pitchFamily="49" charset="-122"/>
                          <a:cs typeface="+mn-ea"/>
                        </a:rPr>
                        <m:t>+</m:t>
                      </m:r>
                      <m:r>
                        <a:rPr kumimoji="1" lang="zh-CN" altLang="en-US" sz="2200">
                          <a:solidFill>
                            <a:prstClr val="black"/>
                          </a:solidFill>
                          <a:latin typeface="Cambria Math" panose="02040503050406030204" charset="0"/>
                          <a:ea typeface="黑体" panose="02010609060101010101" pitchFamily="49" charset="-122"/>
                          <a:cs typeface="+mn-ea"/>
                        </a:rPr>
                        <m:t>0</m:t>
                      </m:r>
                      <m:r>
                        <a:rPr kumimoji="1" lang="zh-CN" altLang="en-US" sz="2200">
                          <a:solidFill>
                            <a:prstClr val="black"/>
                          </a:solidFill>
                          <a:latin typeface="Cambria Math" panose="02040503050406030204" charset="0"/>
                          <a:ea typeface="黑体" panose="02010609060101010101" pitchFamily="49" charset="-122"/>
                          <a:cs typeface="+mn-ea"/>
                        </a:rPr>
                        <m:t>×</m:t>
                      </m:r>
                      <m:r>
                        <a:rPr kumimoji="1" lang="zh-CN" altLang="en-US" sz="2200">
                          <a:solidFill>
                            <a:prstClr val="black"/>
                          </a:solidFill>
                          <a:latin typeface="Cambria Math" panose="02040503050406030204" charset="0"/>
                          <a:ea typeface="黑体" panose="02010609060101010101" pitchFamily="49" charset="-122"/>
                          <a:cs typeface="+mn-ea"/>
                        </a:rPr>
                        <m:t>0</m:t>
                      </m:r>
                      <m:r>
                        <a:rPr kumimoji="1" lang="zh-CN" altLang="en-US" sz="2200">
                          <a:solidFill>
                            <a:prstClr val="black"/>
                          </a:solidFill>
                          <a:latin typeface="Cambria Math" panose="02040503050406030204" charset="0"/>
                          <a:ea typeface="黑体" panose="02010609060101010101" pitchFamily="49" charset="-122"/>
                          <a:cs typeface="+mn-ea"/>
                        </a:rPr>
                        <m:t>.</m:t>
                      </m:r>
                      <m:r>
                        <a:rPr kumimoji="1" lang="zh-CN" altLang="en-US" sz="2200">
                          <a:solidFill>
                            <a:prstClr val="black"/>
                          </a:solidFill>
                          <a:latin typeface="Cambria Math" panose="02040503050406030204" charset="0"/>
                          <a:ea typeface="黑体" panose="02010609060101010101" pitchFamily="49" charset="-122"/>
                          <a:cs typeface="+mn-ea"/>
                        </a:rPr>
                        <m:t>02</m:t>
                      </m:r>
                      <m:r>
                        <a:rPr kumimoji="1" lang="zh-CN" altLang="en-US" sz="2200">
                          <a:solidFill>
                            <a:prstClr val="black"/>
                          </a:solidFill>
                          <a:latin typeface="Cambria Math" panose="02040503050406030204" charset="0"/>
                          <a:ea typeface="黑体" panose="02010609060101010101" pitchFamily="49" charset="-122"/>
                          <a:cs typeface="+mn-ea"/>
                        </a:rPr>
                        <m:t>=</m:t>
                      </m:r>
                      <m:r>
                        <a:rPr kumimoji="1" lang="zh-CN" altLang="en-US" sz="2200">
                          <a:solidFill>
                            <a:prstClr val="black"/>
                          </a:solidFill>
                          <a:latin typeface="Cambria Math" panose="02040503050406030204" charset="0"/>
                          <a:ea typeface="黑体" panose="02010609060101010101" pitchFamily="49" charset="-122"/>
                          <a:cs typeface="+mn-ea"/>
                        </a:rPr>
                        <m:t>1</m:t>
                      </m:r>
                      <m:r>
                        <a:rPr kumimoji="1" lang="zh-CN" altLang="en-US" sz="2200">
                          <a:solidFill>
                            <a:prstClr val="black"/>
                          </a:solidFill>
                          <a:latin typeface="Cambria Math" panose="02040503050406030204" charset="0"/>
                          <a:ea typeface="黑体" panose="02010609060101010101" pitchFamily="49" charset="-122"/>
                          <a:cs typeface="+mn-ea"/>
                        </a:rPr>
                        <m:t>.</m:t>
                      </m:r>
                      <m:r>
                        <a:rPr kumimoji="1" lang="zh-CN" altLang="en-US" sz="2200">
                          <a:solidFill>
                            <a:prstClr val="black"/>
                          </a:solidFill>
                          <a:latin typeface="Cambria Math" panose="02040503050406030204" charset="0"/>
                          <a:ea typeface="黑体" panose="02010609060101010101" pitchFamily="49" charset="-122"/>
                          <a:cs typeface="+mn-ea"/>
                        </a:rPr>
                        <m:t>08</m:t>
                      </m:r>
                      <m:r>
                        <a:rPr kumimoji="1" lang="zh-CN" altLang="en-US" sz="2200">
                          <a:solidFill>
                            <a:prstClr val="black"/>
                          </a:solidFill>
                          <a:latin typeface="Cambria Math" panose="02040503050406030204" charset="0"/>
                          <a:ea typeface="黑体" panose="02010609060101010101" pitchFamily="49" charset="-122"/>
                          <a:cs typeface="+mn-ea"/>
                        </a:rPr>
                        <m:t>.</m:t>
                      </m:r>
                    </m:oMath>
                  </m:oMathPara>
                </a14:m>
                <a:endParaRPr kumimoji="1" lang="zh-CN" altLang="en-US" sz="2200" dirty="0">
                  <a:solidFill>
                    <a:prstClr val="black"/>
                  </a:solidFill>
                  <a:latin typeface="Times New Roman" panose="02020603050405020304"/>
                  <a:ea typeface="黑体" panose="02010609060101010101" pitchFamily="49" charset="-122"/>
                  <a:cs typeface="+mn-ea"/>
                </a:endParaRPr>
              </a:p>
            </p:txBody>
          </p:sp>
        </mc:Choice>
        <mc:Fallback>
          <p:sp>
            <p:nvSpPr>
              <p:cNvPr id="14" name="Object 14"/>
              <p:cNvSpPr txBox="1">
                <a:spLocks noRot="1" noChangeAspect="1" noMove="1" noResize="1" noEditPoints="1" noAdjustHandles="1" noChangeArrowheads="1" noChangeShapeType="1" noTextEdit="1"/>
              </p:cNvSpPr>
              <p:nvPr/>
            </p:nvSpPr>
            <p:spPr bwMode="auto">
              <a:xfrm>
                <a:off x="4879658" y="5124402"/>
                <a:ext cx="4341812" cy="495300"/>
              </a:xfrm>
              <a:prstGeom prst="rect">
                <a:avLst/>
              </a:prstGeom>
              <a:blipFill rotWithShape="1">
                <a:blip r:embed="rId8"/>
                <a:stretch>
                  <a:fillRect l="-7" t="-119" b="119"/>
                </a:stretch>
              </a:blipFill>
              <a:ln>
                <a:noFill/>
              </a:ln>
              <a:effectLst/>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5" name="Object 15"/>
              <p:cNvSpPr txBox="1"/>
              <p:nvPr/>
            </p:nvSpPr>
            <p:spPr bwMode="auto">
              <a:xfrm>
                <a:off x="6141946" y="2657270"/>
                <a:ext cx="1511300" cy="495300"/>
              </a:xfrm>
              <a:prstGeom prst="rect">
                <a:avLst/>
              </a:prstGeom>
              <a:noFill/>
              <a:ln>
                <a:noFill/>
              </a:ln>
              <a:effectLst/>
            </p:spPr>
            <p:txBody>
              <a:bodyPr>
                <a:normAutofit/>
              </a:bodyPr>
              <a:lstStyle/>
              <a:p>
                <a:pPr fontAlgn="base">
                  <a:spcBef>
                    <a:spcPct val="50000"/>
                  </a:spcBef>
                  <a:spcAft>
                    <a:spcPct val="0"/>
                  </a:spcAft>
                  <a:defRPr/>
                </a:pPr>
                <a14:m>
                  <m:oMathPara xmlns:m="http://schemas.openxmlformats.org/officeDocument/2006/math">
                    <m:oMathParaPr>
                      <m:jc m:val="left"/>
                    </m:oMathParaPr>
                    <m:oMath xmlns:m="http://schemas.openxmlformats.org/officeDocument/2006/math">
                      <m:sSub>
                        <m:sSubPr>
                          <m:ctrlPr>
                            <a:rPr kumimoji="1" lang="zh-CN" altLang="en-US" sz="2200" i="1">
                              <a:solidFill>
                                <a:prstClr val="black"/>
                              </a:solidFill>
                              <a:latin typeface="Cambria Math" panose="02040503050406030204" charset="0"/>
                              <a:ea typeface="黑体" panose="02010609060101010101" pitchFamily="49" charset="-122"/>
                              <a:cs typeface="+mn-ea"/>
                            </a:rPr>
                          </m:ctrlPr>
                        </m:sSubPr>
                        <m:e>
                          <m:r>
                            <a:rPr kumimoji="1" lang="zh-CN" altLang="en-US" sz="2200">
                              <a:solidFill>
                                <a:prstClr val="black"/>
                              </a:solidFill>
                              <a:latin typeface="Cambria Math" panose="02040503050406030204" charset="0"/>
                              <a:ea typeface="黑体" panose="02010609060101010101" pitchFamily="49" charset="-122"/>
                              <a:cs typeface="+mn-ea"/>
                            </a:rPr>
                            <m:t>𝑓</m:t>
                          </m:r>
                        </m:e>
                        <m:sub>
                          <m:r>
                            <a:rPr kumimoji="1" lang="zh-CN" altLang="en-US" sz="2200">
                              <a:solidFill>
                                <a:prstClr val="black"/>
                              </a:solidFill>
                              <a:latin typeface="Cambria Math" panose="02040503050406030204" charset="0"/>
                              <a:ea typeface="黑体" panose="02010609060101010101" pitchFamily="49" charset="-122"/>
                              <a:cs typeface="+mn-ea"/>
                            </a:rPr>
                            <m:t>𝑦</m:t>
                          </m:r>
                        </m:sub>
                      </m:sSub>
                      <m:r>
                        <a:rPr kumimoji="1" lang="zh-CN" altLang="en-US" sz="2200">
                          <a:solidFill>
                            <a:prstClr val="black"/>
                          </a:solidFill>
                          <a:latin typeface="Cambria Math" panose="02040503050406030204" charset="0"/>
                          <a:ea typeface="黑体" panose="02010609060101010101" pitchFamily="49" charset="-122"/>
                          <a:cs typeface="+mn-ea"/>
                        </a:rPr>
                        <m:t>(</m:t>
                      </m:r>
                      <m:r>
                        <a:rPr kumimoji="1" lang="zh-CN" altLang="en-US" sz="2200">
                          <a:solidFill>
                            <a:prstClr val="black"/>
                          </a:solidFill>
                          <a:latin typeface="Cambria Math" panose="02040503050406030204" charset="0"/>
                          <a:ea typeface="黑体" panose="02010609060101010101" pitchFamily="49" charset="-122"/>
                          <a:cs typeface="+mn-ea"/>
                        </a:rPr>
                        <m:t>𝑥</m:t>
                      </m:r>
                      <m:r>
                        <a:rPr kumimoji="1" lang="zh-CN" altLang="en-US" sz="2200">
                          <a:solidFill>
                            <a:prstClr val="black"/>
                          </a:solidFill>
                          <a:latin typeface="Cambria Math" panose="02040503050406030204" charset="0"/>
                          <a:ea typeface="黑体" panose="02010609060101010101" pitchFamily="49" charset="-122"/>
                          <a:cs typeface="+mn-ea"/>
                        </a:rPr>
                        <m:t>,</m:t>
                      </m:r>
                      <m:r>
                        <a:rPr kumimoji="1" lang="zh-CN" altLang="en-US" sz="2200">
                          <a:solidFill>
                            <a:prstClr val="black"/>
                          </a:solidFill>
                          <a:latin typeface="Cambria Math" panose="02040503050406030204" charset="0"/>
                          <a:ea typeface="黑体" panose="02010609060101010101" pitchFamily="49" charset="-122"/>
                          <a:cs typeface="+mn-ea"/>
                        </a:rPr>
                        <m:t>𝑦</m:t>
                      </m:r>
                      <m:r>
                        <a:rPr kumimoji="1" lang="zh-CN" altLang="en-US" sz="2200">
                          <a:solidFill>
                            <a:prstClr val="black"/>
                          </a:solidFill>
                          <a:latin typeface="Cambria Math" panose="02040503050406030204" charset="0"/>
                          <a:ea typeface="黑体" panose="02010609060101010101" pitchFamily="49" charset="-122"/>
                          <a:cs typeface="+mn-ea"/>
                        </a:rPr>
                        <m:t>)=</m:t>
                      </m:r>
                    </m:oMath>
                  </m:oMathPara>
                </a14:m>
                <a:endParaRPr kumimoji="1" lang="zh-CN" altLang="en-US" sz="2200" dirty="0">
                  <a:solidFill>
                    <a:prstClr val="black"/>
                  </a:solidFill>
                  <a:latin typeface="Times New Roman" panose="02020603050405020304"/>
                  <a:ea typeface="黑体" panose="02010609060101010101" pitchFamily="49" charset="-122"/>
                  <a:cs typeface="+mn-ea"/>
                </a:endParaRPr>
              </a:p>
            </p:txBody>
          </p:sp>
        </mc:Choice>
        <mc:Fallback>
          <p:sp>
            <p:nvSpPr>
              <p:cNvPr id="15" name="Object 15"/>
              <p:cNvSpPr txBox="1">
                <a:spLocks noRot="1" noChangeAspect="1" noMove="1" noResize="1" noEditPoints="1" noAdjustHandles="1" noChangeArrowheads="1" noChangeShapeType="1" noTextEdit="1"/>
              </p:cNvSpPr>
              <p:nvPr/>
            </p:nvSpPr>
            <p:spPr bwMode="auto">
              <a:xfrm>
                <a:off x="6141946" y="2657270"/>
                <a:ext cx="1511300" cy="495300"/>
              </a:xfrm>
              <a:prstGeom prst="rect">
                <a:avLst/>
              </a:prstGeom>
              <a:blipFill rotWithShape="1">
                <a:blip r:embed="rId9"/>
                <a:stretch>
                  <a:fillRect l="-15" t="-87" r="15" b="87"/>
                </a:stretch>
              </a:blipFill>
              <a:ln>
                <a:noFill/>
              </a:ln>
              <a:effectLst/>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6" name="Object 16"/>
              <p:cNvSpPr txBox="1"/>
              <p:nvPr/>
            </p:nvSpPr>
            <p:spPr bwMode="auto">
              <a:xfrm>
                <a:off x="5222112" y="2640228"/>
                <a:ext cx="1079500" cy="520700"/>
              </a:xfrm>
              <a:prstGeom prst="rect">
                <a:avLst/>
              </a:prstGeom>
              <a:noFill/>
              <a:ln>
                <a:noFill/>
              </a:ln>
              <a:effectLst/>
            </p:spPr>
            <p:txBody>
              <a:bodyPr>
                <a:normAutofit/>
              </a:bodyPr>
              <a:lstStyle/>
              <a:p>
                <a:pPr fontAlgn="base">
                  <a:spcBef>
                    <a:spcPct val="50000"/>
                  </a:spcBef>
                  <a:spcAft>
                    <a:spcPct val="0"/>
                  </a:spcAft>
                  <a:defRPr/>
                </a:pPr>
                <a14:m>
                  <m:oMathPara xmlns:m="http://schemas.openxmlformats.org/officeDocument/2006/math">
                    <m:oMathParaPr>
                      <m:jc m:val="left"/>
                    </m:oMathParaPr>
                    <m:oMath xmlns:m="http://schemas.openxmlformats.org/officeDocument/2006/math">
                      <m:r>
                        <a:rPr kumimoji="1" lang="zh-CN" altLang="en-US" sz="2200">
                          <a:solidFill>
                            <a:prstClr val="black"/>
                          </a:solidFill>
                          <a:latin typeface="Cambria Math" panose="02040503050406030204" charset="0"/>
                          <a:ea typeface="黑体" panose="02010609060101010101" pitchFamily="49" charset="-122"/>
                          <a:cs typeface="+mn-ea"/>
                        </a:rPr>
                        <m:t>𝑦</m:t>
                      </m:r>
                      <m:sSup>
                        <m:sSupPr>
                          <m:ctrlPr>
                            <a:rPr kumimoji="1" lang="zh-CN" altLang="en-US" sz="2200" i="1">
                              <a:solidFill>
                                <a:prstClr val="black"/>
                              </a:solidFill>
                              <a:latin typeface="Cambria Math" panose="02040503050406030204" charset="0"/>
                              <a:ea typeface="黑体" panose="02010609060101010101" pitchFamily="49" charset="-122"/>
                              <a:cs typeface="+mn-ea"/>
                            </a:rPr>
                          </m:ctrlPr>
                        </m:sSupPr>
                        <m:e>
                          <m:r>
                            <a:rPr kumimoji="1" lang="zh-CN" altLang="en-US" sz="2200">
                              <a:solidFill>
                                <a:prstClr val="black"/>
                              </a:solidFill>
                              <a:latin typeface="Cambria Math" panose="02040503050406030204" charset="0"/>
                              <a:ea typeface="黑体" panose="02010609060101010101" pitchFamily="49" charset="-122"/>
                              <a:cs typeface="+mn-ea"/>
                            </a:rPr>
                            <m:t>𝑥</m:t>
                          </m:r>
                        </m:e>
                        <m:sup>
                          <m:r>
                            <a:rPr kumimoji="1" lang="zh-CN" altLang="en-US" sz="2200">
                              <a:solidFill>
                                <a:prstClr val="black"/>
                              </a:solidFill>
                              <a:latin typeface="Cambria Math" panose="02040503050406030204" charset="0"/>
                              <a:ea typeface="黑体" panose="02010609060101010101" pitchFamily="49" charset="-122"/>
                              <a:cs typeface="+mn-ea"/>
                            </a:rPr>
                            <m:t>𝑦</m:t>
                          </m:r>
                          <m:r>
                            <a:rPr kumimoji="1" lang="zh-CN" altLang="en-US" sz="2200">
                              <a:solidFill>
                                <a:prstClr val="black"/>
                              </a:solidFill>
                              <a:latin typeface="Cambria Math" panose="02040503050406030204" charset="0"/>
                              <a:ea typeface="黑体" panose="02010609060101010101" pitchFamily="49" charset="-122"/>
                              <a:cs typeface="+mn-ea"/>
                            </a:rPr>
                            <m:t>−</m:t>
                          </m:r>
                          <m:r>
                            <a:rPr kumimoji="1" lang="zh-CN" altLang="en-US" sz="2200">
                              <a:solidFill>
                                <a:prstClr val="black"/>
                              </a:solidFill>
                              <a:latin typeface="Cambria Math" panose="02040503050406030204" charset="0"/>
                              <a:ea typeface="黑体" panose="02010609060101010101" pitchFamily="49" charset="-122"/>
                              <a:cs typeface="+mn-ea"/>
                            </a:rPr>
                            <m:t>1</m:t>
                          </m:r>
                        </m:sup>
                      </m:sSup>
                      <m:r>
                        <a:rPr kumimoji="1" lang="zh-CN" altLang="en-US" sz="2200">
                          <a:solidFill>
                            <a:prstClr val="black"/>
                          </a:solidFill>
                          <a:latin typeface="Cambria Math" panose="02040503050406030204" charset="0"/>
                          <a:ea typeface="黑体" panose="02010609060101010101" pitchFamily="49" charset="-122"/>
                          <a:cs typeface="+mn-ea"/>
                        </a:rPr>
                        <m:t>,</m:t>
                      </m:r>
                    </m:oMath>
                  </m:oMathPara>
                </a14:m>
                <a:endParaRPr kumimoji="1" lang="zh-CN" altLang="en-US" sz="2200" dirty="0">
                  <a:solidFill>
                    <a:prstClr val="black"/>
                  </a:solidFill>
                  <a:latin typeface="Times New Roman" panose="02020603050405020304"/>
                  <a:ea typeface="黑体" panose="02010609060101010101" pitchFamily="49" charset="-122"/>
                  <a:cs typeface="+mn-ea"/>
                </a:endParaRPr>
              </a:p>
            </p:txBody>
          </p:sp>
        </mc:Choice>
        <mc:Fallback>
          <p:sp>
            <p:nvSpPr>
              <p:cNvPr id="16" name="Object 16"/>
              <p:cNvSpPr txBox="1">
                <a:spLocks noRot="1" noChangeAspect="1" noMove="1" noResize="1" noEditPoints="1" noAdjustHandles="1" noChangeArrowheads="1" noChangeShapeType="1" noTextEdit="1"/>
              </p:cNvSpPr>
              <p:nvPr/>
            </p:nvSpPr>
            <p:spPr bwMode="auto">
              <a:xfrm>
                <a:off x="5222112" y="2640228"/>
                <a:ext cx="1079500" cy="520700"/>
              </a:xfrm>
              <a:prstGeom prst="rect">
                <a:avLst/>
              </a:prstGeom>
              <a:blipFill rotWithShape="1">
                <a:blip r:embed="rId10"/>
                <a:stretch>
                  <a:fillRect l="-47" t="-102" r="47" b="102"/>
                </a:stretch>
              </a:blipFill>
              <a:ln>
                <a:noFill/>
              </a:ln>
              <a:effectLst/>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7" name="Object 17"/>
              <p:cNvSpPr txBox="1"/>
              <p:nvPr/>
            </p:nvSpPr>
            <p:spPr bwMode="auto">
              <a:xfrm>
                <a:off x="7417753" y="2657904"/>
                <a:ext cx="1104900" cy="393700"/>
              </a:xfrm>
              <a:prstGeom prst="rect">
                <a:avLst/>
              </a:prstGeom>
              <a:noFill/>
              <a:ln>
                <a:noFill/>
              </a:ln>
              <a:effectLst/>
            </p:spPr>
            <p:txBody>
              <a:bodyPr>
                <a:noAutofit/>
              </a:bodyPr>
              <a:lstStyle/>
              <a:p>
                <a:pPr fontAlgn="base">
                  <a:spcBef>
                    <a:spcPct val="50000"/>
                  </a:spcBef>
                  <a:spcAft>
                    <a:spcPct val="0"/>
                  </a:spcAft>
                  <a:defRPr/>
                </a:pPr>
                <a14:m>
                  <m:oMath xmlns:m="http://schemas.openxmlformats.org/officeDocument/2006/math">
                    <m:sSup>
                      <m:sSupPr>
                        <m:ctrlPr>
                          <a:rPr kumimoji="1" lang="zh-CN" altLang="en-US" sz="2200" i="1">
                            <a:solidFill>
                              <a:prstClr val="black"/>
                            </a:solidFill>
                            <a:latin typeface="Cambria Math" panose="02040503050406030204" charset="0"/>
                            <a:ea typeface="黑体" panose="02010609060101010101" pitchFamily="49" charset="-122"/>
                            <a:cs typeface="+mn-ea"/>
                          </a:rPr>
                        </m:ctrlPr>
                      </m:sSupPr>
                      <m:e>
                        <m:r>
                          <a:rPr kumimoji="1" lang="zh-CN" altLang="en-US" sz="2200">
                            <a:solidFill>
                              <a:prstClr val="black"/>
                            </a:solidFill>
                            <a:latin typeface="Cambria Math" panose="02040503050406030204" charset="0"/>
                            <a:ea typeface="黑体" panose="02010609060101010101" pitchFamily="49" charset="-122"/>
                            <a:cs typeface="+mn-ea"/>
                          </a:rPr>
                          <m:t>𝑥</m:t>
                        </m:r>
                      </m:e>
                      <m:sup>
                        <m:r>
                          <a:rPr kumimoji="1" lang="zh-CN" altLang="en-US" sz="2200">
                            <a:solidFill>
                              <a:prstClr val="black"/>
                            </a:solidFill>
                            <a:latin typeface="Cambria Math" panose="02040503050406030204" charset="0"/>
                            <a:ea typeface="黑体" panose="02010609060101010101" pitchFamily="49" charset="-122"/>
                            <a:cs typeface="+mn-ea"/>
                          </a:rPr>
                          <m:t>𝑦</m:t>
                        </m:r>
                      </m:sup>
                    </m:sSup>
                    <m:func>
                      <m:funcPr>
                        <m:ctrlPr>
                          <a:rPr kumimoji="1" lang="zh-CN" altLang="en-US" sz="2200" i="1">
                            <a:solidFill>
                              <a:prstClr val="black"/>
                            </a:solidFill>
                            <a:latin typeface="Cambria Math" panose="02040503050406030204" charset="0"/>
                            <a:ea typeface="黑体" panose="02010609060101010101" pitchFamily="49" charset="-122"/>
                            <a:cs typeface="+mn-ea"/>
                          </a:rPr>
                        </m:ctrlPr>
                      </m:funcPr>
                      <m:fName>
                        <m:r>
                          <m:rPr>
                            <m:sty m:val="p"/>
                          </m:rPr>
                          <a:rPr kumimoji="1" lang="zh-CN" altLang="en-US" sz="2200">
                            <a:solidFill>
                              <a:prstClr val="black"/>
                            </a:solidFill>
                            <a:latin typeface="Cambria Math" panose="02040503050406030204" charset="0"/>
                            <a:ea typeface="黑体" panose="02010609060101010101" pitchFamily="49" charset="-122"/>
                            <a:cs typeface="+mn-ea"/>
                          </a:rPr>
                          <m:t>ln</m:t>
                        </m:r>
                      </m:fName>
                      <m:e>
                        <m:r>
                          <a:rPr kumimoji="1" lang="zh-CN" altLang="en-US" sz="2200">
                            <a:solidFill>
                              <a:prstClr val="black"/>
                            </a:solidFill>
                            <a:latin typeface="Cambria Math" panose="02040503050406030204" charset="0"/>
                            <a:ea typeface="黑体" panose="02010609060101010101" pitchFamily="49" charset="-122"/>
                            <a:cs typeface="+mn-ea"/>
                          </a:rPr>
                          <m:t>𝑥</m:t>
                        </m:r>
                      </m:e>
                    </m:func>
                  </m:oMath>
                </a14:m>
                <a:r>
                  <a:rPr kumimoji="1" lang="zh-CN" altLang="en-US" sz="2200" dirty="0">
                    <a:solidFill>
                      <a:prstClr val="black"/>
                    </a:solidFill>
                    <a:ea typeface="黑体" panose="02010609060101010101" pitchFamily="49" charset="-122"/>
                    <a:cs typeface="+mn-ea"/>
                  </a:rPr>
                  <a:t> </a:t>
                </a:r>
                <a14:m>
                  <m:oMath xmlns:m="http://schemas.openxmlformats.org/officeDocument/2006/math">
                    <m:r>
                      <a:rPr kumimoji="1" lang="zh-CN" altLang="en-US" sz="2200">
                        <a:solidFill>
                          <a:prstClr val="black"/>
                        </a:solidFill>
                        <a:latin typeface="Cambria Math" panose="02040503050406030204" charset="0"/>
                        <a:ea typeface="黑体" panose="02010609060101010101" pitchFamily="49" charset="-122"/>
                        <a:cs typeface="+mn-ea"/>
                      </a:rPr>
                      <m:t>.</m:t>
                    </m:r>
                  </m:oMath>
                </a14:m>
                <a:endParaRPr kumimoji="1" lang="zh-CN" altLang="en-US" sz="2200" dirty="0">
                  <a:solidFill>
                    <a:prstClr val="black"/>
                  </a:solidFill>
                  <a:latin typeface="Times New Roman" panose="02020603050405020304"/>
                  <a:ea typeface="黑体" panose="02010609060101010101" pitchFamily="49" charset="-122"/>
                  <a:cs typeface="+mn-ea"/>
                </a:endParaRPr>
              </a:p>
            </p:txBody>
          </p:sp>
        </mc:Choice>
        <mc:Fallback>
          <p:sp>
            <p:nvSpPr>
              <p:cNvPr id="17" name="Object 17"/>
              <p:cNvSpPr txBox="1">
                <a:spLocks noRot="1" noChangeAspect="1" noMove="1" noResize="1" noEditPoints="1" noAdjustHandles="1" noChangeArrowheads="1" noChangeShapeType="1" noTextEdit="1"/>
              </p:cNvSpPr>
              <p:nvPr/>
            </p:nvSpPr>
            <p:spPr bwMode="auto">
              <a:xfrm>
                <a:off x="7417753" y="2657904"/>
                <a:ext cx="1104900" cy="393700"/>
              </a:xfrm>
              <a:prstGeom prst="rect">
                <a:avLst/>
              </a:prstGeom>
              <a:blipFill rotWithShape="1">
                <a:blip r:embed="rId11"/>
                <a:stretch>
                  <a:fillRect l="-29" t="-109" r="29" b="109"/>
                </a:stretch>
              </a:blipFill>
              <a:ln>
                <a:noFill/>
              </a:ln>
              <a:effectLst/>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8" name="Object 18"/>
              <p:cNvSpPr txBox="1"/>
              <p:nvPr/>
            </p:nvSpPr>
            <p:spPr bwMode="auto">
              <a:xfrm>
                <a:off x="5592301" y="3223288"/>
                <a:ext cx="3262313" cy="393700"/>
              </a:xfrm>
              <a:prstGeom prst="rect">
                <a:avLst/>
              </a:prstGeom>
              <a:noFill/>
              <a:ln>
                <a:noFill/>
              </a:ln>
              <a:effectLst/>
            </p:spPr>
            <p:txBody>
              <a:bodyPr>
                <a:noAutofit/>
              </a:bodyPr>
              <a:lstStyle/>
              <a:p>
                <a:pPr fontAlgn="base">
                  <a:spcBef>
                    <a:spcPct val="50000"/>
                  </a:spcBef>
                  <a:spcAft>
                    <a:spcPct val="0"/>
                  </a:spcAft>
                  <a:defRPr/>
                </a:pPr>
                <a14:m>
                  <m:oMathPara xmlns:m="http://schemas.openxmlformats.org/officeDocument/2006/math">
                    <m:oMathParaPr>
                      <m:jc m:val="left"/>
                    </m:oMathParaPr>
                    <m:oMath xmlns:m="http://schemas.openxmlformats.org/officeDocument/2006/math">
                      <m:r>
                        <m:rPr>
                          <m:sty m:val="p"/>
                        </m:rPr>
                        <a:rPr kumimoji="1" lang="zh-CN" altLang="en-US" sz="2200">
                          <a:solidFill>
                            <a:prstClr val="black"/>
                          </a:solidFill>
                          <a:latin typeface="Cambria Math" panose="02040503050406030204" charset="0"/>
                          <a:ea typeface="黑体" panose="02010609060101010101" pitchFamily="49" charset="-122"/>
                          <a:cs typeface="+mn-ea"/>
                        </a:rPr>
                        <m:t>Δ</m:t>
                      </m:r>
                      <m:r>
                        <a:rPr kumimoji="1" lang="zh-CN" altLang="en-US" sz="2200">
                          <a:solidFill>
                            <a:prstClr val="black"/>
                          </a:solidFill>
                          <a:latin typeface="Cambria Math" panose="02040503050406030204" charset="0"/>
                          <a:ea typeface="黑体" panose="02010609060101010101" pitchFamily="49" charset="-122"/>
                          <a:cs typeface="+mn-ea"/>
                        </a:rPr>
                        <m:t>𝑥</m:t>
                      </m:r>
                      <m:r>
                        <a:rPr kumimoji="1" lang="zh-CN" altLang="en-US" sz="2200">
                          <a:solidFill>
                            <a:prstClr val="black"/>
                          </a:solidFill>
                          <a:latin typeface="Cambria Math" panose="02040503050406030204" charset="0"/>
                          <a:ea typeface="黑体" panose="02010609060101010101" pitchFamily="49" charset="-122"/>
                          <a:cs typeface="+mn-ea"/>
                        </a:rPr>
                        <m:t>=</m:t>
                      </m:r>
                      <m:r>
                        <a:rPr kumimoji="1" lang="zh-CN" altLang="en-US" sz="2200">
                          <a:solidFill>
                            <a:prstClr val="black"/>
                          </a:solidFill>
                          <a:latin typeface="Cambria Math" panose="02040503050406030204" charset="0"/>
                          <a:ea typeface="黑体" panose="02010609060101010101" pitchFamily="49" charset="-122"/>
                          <a:cs typeface="+mn-ea"/>
                        </a:rPr>
                        <m:t>0</m:t>
                      </m:r>
                      <m:r>
                        <a:rPr kumimoji="1" lang="zh-CN" altLang="en-US" sz="2200">
                          <a:solidFill>
                            <a:prstClr val="black"/>
                          </a:solidFill>
                          <a:latin typeface="Cambria Math" panose="02040503050406030204" charset="0"/>
                          <a:ea typeface="黑体" panose="02010609060101010101" pitchFamily="49" charset="-122"/>
                          <a:cs typeface="+mn-ea"/>
                        </a:rPr>
                        <m:t>.</m:t>
                      </m:r>
                      <m:r>
                        <a:rPr kumimoji="1" lang="zh-CN" altLang="en-US" sz="2200">
                          <a:solidFill>
                            <a:prstClr val="black"/>
                          </a:solidFill>
                          <a:latin typeface="Cambria Math" panose="02040503050406030204" charset="0"/>
                          <a:ea typeface="黑体" panose="02010609060101010101" pitchFamily="49" charset="-122"/>
                          <a:cs typeface="+mn-ea"/>
                        </a:rPr>
                        <m:t>04</m:t>
                      </m:r>
                      <m:r>
                        <a:rPr kumimoji="1" lang="zh-CN" altLang="en-US" sz="2200">
                          <a:solidFill>
                            <a:prstClr val="black"/>
                          </a:solidFill>
                          <a:latin typeface="Cambria Math" panose="02040503050406030204" charset="0"/>
                          <a:ea typeface="黑体" panose="02010609060101010101" pitchFamily="49" charset="-122"/>
                          <a:cs typeface="+mn-ea"/>
                        </a:rPr>
                        <m:t>,  </m:t>
                      </m:r>
                      <m:r>
                        <m:rPr>
                          <m:sty m:val="p"/>
                        </m:rPr>
                        <a:rPr kumimoji="1" lang="zh-CN" altLang="en-US" sz="2200">
                          <a:solidFill>
                            <a:prstClr val="black"/>
                          </a:solidFill>
                          <a:latin typeface="Cambria Math" panose="02040503050406030204" charset="0"/>
                          <a:ea typeface="黑体" panose="02010609060101010101" pitchFamily="49" charset="-122"/>
                          <a:cs typeface="+mn-ea"/>
                        </a:rPr>
                        <m:t>Δ</m:t>
                      </m:r>
                      <m:r>
                        <a:rPr kumimoji="1" lang="zh-CN" altLang="en-US" sz="2200">
                          <a:solidFill>
                            <a:prstClr val="black"/>
                          </a:solidFill>
                          <a:latin typeface="Cambria Math" panose="02040503050406030204" charset="0"/>
                          <a:ea typeface="黑体" panose="02010609060101010101" pitchFamily="49" charset="-122"/>
                          <a:cs typeface="+mn-ea"/>
                        </a:rPr>
                        <m:t>𝑦</m:t>
                      </m:r>
                      <m:r>
                        <a:rPr kumimoji="1" lang="zh-CN" altLang="en-US" sz="2200">
                          <a:solidFill>
                            <a:prstClr val="black"/>
                          </a:solidFill>
                          <a:latin typeface="Cambria Math" panose="02040503050406030204" charset="0"/>
                          <a:ea typeface="黑体" panose="02010609060101010101" pitchFamily="49" charset="-122"/>
                          <a:cs typeface="+mn-ea"/>
                        </a:rPr>
                        <m:t>=</m:t>
                      </m:r>
                      <m:r>
                        <a:rPr kumimoji="1" lang="zh-CN" altLang="en-US" sz="2200">
                          <a:solidFill>
                            <a:prstClr val="black"/>
                          </a:solidFill>
                          <a:latin typeface="Cambria Math" panose="02040503050406030204" charset="0"/>
                          <a:ea typeface="黑体" panose="02010609060101010101" pitchFamily="49" charset="-122"/>
                          <a:cs typeface="+mn-ea"/>
                        </a:rPr>
                        <m:t>0</m:t>
                      </m:r>
                      <m:r>
                        <a:rPr kumimoji="1" lang="zh-CN" altLang="en-US" sz="2200">
                          <a:solidFill>
                            <a:prstClr val="black"/>
                          </a:solidFill>
                          <a:latin typeface="Cambria Math" panose="02040503050406030204" charset="0"/>
                          <a:ea typeface="黑体" panose="02010609060101010101" pitchFamily="49" charset="-122"/>
                          <a:cs typeface="+mn-ea"/>
                        </a:rPr>
                        <m:t>.</m:t>
                      </m:r>
                      <m:r>
                        <a:rPr kumimoji="1" lang="zh-CN" altLang="en-US" sz="2200">
                          <a:solidFill>
                            <a:prstClr val="black"/>
                          </a:solidFill>
                          <a:latin typeface="Cambria Math" panose="02040503050406030204" charset="0"/>
                          <a:ea typeface="黑体" panose="02010609060101010101" pitchFamily="49" charset="-122"/>
                          <a:cs typeface="+mn-ea"/>
                        </a:rPr>
                        <m:t>02</m:t>
                      </m:r>
                      <m:r>
                        <a:rPr kumimoji="1" lang="zh-CN" altLang="en-US" sz="2200">
                          <a:solidFill>
                            <a:prstClr val="black"/>
                          </a:solidFill>
                          <a:latin typeface="Cambria Math" panose="02040503050406030204" charset="0"/>
                          <a:ea typeface="黑体" panose="02010609060101010101" pitchFamily="49" charset="-122"/>
                          <a:cs typeface="+mn-ea"/>
                        </a:rPr>
                        <m:t>,</m:t>
                      </m:r>
                    </m:oMath>
                  </m:oMathPara>
                </a14:m>
                <a:endParaRPr kumimoji="1" lang="zh-CN" altLang="en-US" sz="2200" dirty="0">
                  <a:solidFill>
                    <a:prstClr val="black"/>
                  </a:solidFill>
                  <a:latin typeface="Times New Roman" panose="02020603050405020304"/>
                  <a:ea typeface="黑体" panose="02010609060101010101" pitchFamily="49" charset="-122"/>
                  <a:cs typeface="+mn-ea"/>
                </a:endParaRPr>
              </a:p>
            </p:txBody>
          </p:sp>
        </mc:Choice>
        <mc:Fallback>
          <p:sp>
            <p:nvSpPr>
              <p:cNvPr id="18" name="Object 18"/>
              <p:cNvSpPr txBox="1">
                <a:spLocks noRot="1" noChangeAspect="1" noMove="1" noResize="1" noEditPoints="1" noAdjustHandles="1" noChangeArrowheads="1" noChangeShapeType="1" noTextEdit="1"/>
              </p:cNvSpPr>
              <p:nvPr/>
            </p:nvSpPr>
            <p:spPr bwMode="auto">
              <a:xfrm>
                <a:off x="5592301" y="3223288"/>
                <a:ext cx="3262313" cy="393700"/>
              </a:xfrm>
              <a:prstGeom prst="rect">
                <a:avLst/>
              </a:prstGeom>
              <a:blipFill rotWithShape="1">
                <a:blip r:embed="rId12"/>
                <a:stretch>
                  <a:fillRect l="-15" t="-7" r="5" b="7"/>
                </a:stretch>
              </a:blipFill>
              <a:ln>
                <a:noFill/>
              </a:ln>
              <a:effectLst/>
            </p:spPr>
            <p:txBody>
              <a:bodyPr/>
              <a:lstStyle/>
              <a:p>
                <a:r>
                  <a:rPr lang="zh-CN" altLang="en-US">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wipe(left)">
                                      <p:cBhvr>
                                        <p:cTn id="10" dur="500"/>
                                        <p:tgtEl>
                                          <p:spTgt spid="4"/>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3"/>
                                        </p:tgtEl>
                                        <p:attrNameLst>
                                          <p:attrName>style.visibility</p:attrName>
                                        </p:attrNameLst>
                                      </p:cBhvr>
                                      <p:to>
                                        <p:strVal val="visible"/>
                                      </p:to>
                                    </p:set>
                                    <p:animEffect transition="in" filter="wipe(left)">
                                      <p:cBhvr>
                                        <p:cTn id="13" dur="500"/>
                                        <p:tgtEl>
                                          <p:spTgt spid="3"/>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5"/>
                                        </p:tgtEl>
                                        <p:attrNameLst>
                                          <p:attrName>style.visibility</p:attrName>
                                        </p:attrNameLst>
                                      </p:cBhvr>
                                      <p:to>
                                        <p:strVal val="visible"/>
                                      </p:to>
                                    </p:set>
                                    <p:animEffect transition="in" filter="wipe(left)">
                                      <p:cBhvr>
                                        <p:cTn id="18" dur="500"/>
                                        <p:tgtEl>
                                          <p:spTgt spid="5"/>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6"/>
                                        </p:tgtEl>
                                        <p:attrNameLst>
                                          <p:attrName>style.visibility</p:attrName>
                                        </p:attrNameLst>
                                      </p:cBhvr>
                                      <p:to>
                                        <p:strVal val="visible"/>
                                      </p:to>
                                    </p:set>
                                    <p:animEffect transition="in" filter="wipe(left)">
                                      <p:cBhvr>
                                        <p:cTn id="23" dur="500"/>
                                        <p:tgtEl>
                                          <p:spTgt spid="6"/>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7"/>
                                        </p:tgtEl>
                                        <p:attrNameLst>
                                          <p:attrName>style.visibility</p:attrName>
                                        </p:attrNameLst>
                                      </p:cBhvr>
                                      <p:to>
                                        <p:strVal val="visible"/>
                                      </p:to>
                                    </p:set>
                                    <p:animEffect transition="in" filter="wipe(left)">
                                      <p:cBhvr>
                                        <p:cTn id="28" dur="500"/>
                                        <p:tgtEl>
                                          <p:spTgt spid="7"/>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8" fill="hold" grpId="0" nodeType="clickEffect">
                                  <p:stCondLst>
                                    <p:cond delay="0"/>
                                  </p:stCondLst>
                                  <p:childTnLst>
                                    <p:set>
                                      <p:cBhvr>
                                        <p:cTn id="32" dur="1" fill="hold">
                                          <p:stCondLst>
                                            <p:cond delay="0"/>
                                          </p:stCondLst>
                                        </p:cTn>
                                        <p:tgtEl>
                                          <p:spTgt spid="8"/>
                                        </p:tgtEl>
                                        <p:attrNameLst>
                                          <p:attrName>style.visibility</p:attrName>
                                        </p:attrNameLst>
                                      </p:cBhvr>
                                      <p:to>
                                        <p:strVal val="visible"/>
                                      </p:to>
                                    </p:set>
                                    <p:animEffect transition="in" filter="wipe(left)">
                                      <p:cBhvr>
                                        <p:cTn id="33" dur="500"/>
                                        <p:tgtEl>
                                          <p:spTgt spid="8"/>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8" fill="hold" grpId="0" nodeType="clickEffect">
                                  <p:stCondLst>
                                    <p:cond delay="0"/>
                                  </p:stCondLst>
                                  <p:childTnLst>
                                    <p:set>
                                      <p:cBhvr>
                                        <p:cTn id="37" dur="1" fill="hold">
                                          <p:stCondLst>
                                            <p:cond delay="0"/>
                                          </p:stCondLst>
                                        </p:cTn>
                                        <p:tgtEl>
                                          <p:spTgt spid="16"/>
                                        </p:tgtEl>
                                        <p:attrNameLst>
                                          <p:attrName>style.visibility</p:attrName>
                                        </p:attrNameLst>
                                      </p:cBhvr>
                                      <p:to>
                                        <p:strVal val="visible"/>
                                      </p:to>
                                    </p:set>
                                    <p:animEffect transition="in" filter="wipe(left)">
                                      <p:cBhvr>
                                        <p:cTn id="38" dur="500"/>
                                        <p:tgtEl>
                                          <p:spTgt spid="16"/>
                                        </p:tgtEl>
                                      </p:cBhvr>
                                    </p:animEffect>
                                  </p:childTnLst>
                                </p:cTn>
                              </p:par>
                            </p:childTnLst>
                          </p:cTn>
                        </p:par>
                      </p:childTnLst>
                    </p:cTn>
                  </p:par>
                  <p:par>
                    <p:cTn id="39" fill="hold">
                      <p:stCondLst>
                        <p:cond delay="indefinite"/>
                      </p:stCondLst>
                      <p:childTnLst>
                        <p:par>
                          <p:cTn id="40" fill="hold">
                            <p:stCondLst>
                              <p:cond delay="0"/>
                            </p:stCondLst>
                            <p:childTnLst>
                              <p:par>
                                <p:cTn id="41" presetID="22" presetClass="entr" presetSubtype="8" fill="hold" grpId="0" nodeType="clickEffect">
                                  <p:stCondLst>
                                    <p:cond delay="0"/>
                                  </p:stCondLst>
                                  <p:childTnLst>
                                    <p:set>
                                      <p:cBhvr>
                                        <p:cTn id="42" dur="1" fill="hold">
                                          <p:stCondLst>
                                            <p:cond delay="0"/>
                                          </p:stCondLst>
                                        </p:cTn>
                                        <p:tgtEl>
                                          <p:spTgt spid="15"/>
                                        </p:tgtEl>
                                        <p:attrNameLst>
                                          <p:attrName>style.visibility</p:attrName>
                                        </p:attrNameLst>
                                      </p:cBhvr>
                                      <p:to>
                                        <p:strVal val="visible"/>
                                      </p:to>
                                    </p:set>
                                    <p:animEffect transition="in" filter="wipe(left)">
                                      <p:cBhvr>
                                        <p:cTn id="43" dur="500"/>
                                        <p:tgtEl>
                                          <p:spTgt spid="15"/>
                                        </p:tgtEl>
                                      </p:cBhvr>
                                    </p:animEffect>
                                  </p:childTnLst>
                                </p:cTn>
                              </p:par>
                            </p:childTnLst>
                          </p:cTn>
                        </p:par>
                      </p:childTnLst>
                    </p:cTn>
                  </p:par>
                  <p:par>
                    <p:cTn id="44" fill="hold">
                      <p:stCondLst>
                        <p:cond delay="indefinite"/>
                      </p:stCondLst>
                      <p:childTnLst>
                        <p:par>
                          <p:cTn id="45" fill="hold">
                            <p:stCondLst>
                              <p:cond delay="0"/>
                            </p:stCondLst>
                            <p:childTnLst>
                              <p:par>
                                <p:cTn id="46" presetID="22" presetClass="entr" presetSubtype="8" fill="hold" grpId="0" nodeType="clickEffect">
                                  <p:stCondLst>
                                    <p:cond delay="0"/>
                                  </p:stCondLst>
                                  <p:childTnLst>
                                    <p:set>
                                      <p:cBhvr>
                                        <p:cTn id="47" dur="1" fill="hold">
                                          <p:stCondLst>
                                            <p:cond delay="0"/>
                                          </p:stCondLst>
                                        </p:cTn>
                                        <p:tgtEl>
                                          <p:spTgt spid="17"/>
                                        </p:tgtEl>
                                        <p:attrNameLst>
                                          <p:attrName>style.visibility</p:attrName>
                                        </p:attrNameLst>
                                      </p:cBhvr>
                                      <p:to>
                                        <p:strVal val="visible"/>
                                      </p:to>
                                    </p:set>
                                    <p:animEffect transition="in" filter="wipe(left)">
                                      <p:cBhvr>
                                        <p:cTn id="48" dur="500"/>
                                        <p:tgtEl>
                                          <p:spTgt spid="17"/>
                                        </p:tgtEl>
                                      </p:cBhvr>
                                    </p:animEffect>
                                  </p:childTnLst>
                                </p:cTn>
                              </p:par>
                            </p:childTnLst>
                          </p:cTn>
                        </p:par>
                      </p:childTnLst>
                    </p:cTn>
                  </p:par>
                  <p:par>
                    <p:cTn id="49" fill="hold">
                      <p:stCondLst>
                        <p:cond delay="indefinite"/>
                      </p:stCondLst>
                      <p:childTnLst>
                        <p:par>
                          <p:cTn id="50" fill="hold">
                            <p:stCondLst>
                              <p:cond delay="0"/>
                            </p:stCondLst>
                            <p:childTnLst>
                              <p:par>
                                <p:cTn id="51" presetID="22" presetClass="entr" presetSubtype="8" fill="hold" grpId="0" nodeType="clickEffect">
                                  <p:stCondLst>
                                    <p:cond delay="0"/>
                                  </p:stCondLst>
                                  <p:childTnLst>
                                    <p:set>
                                      <p:cBhvr>
                                        <p:cTn id="52" dur="1" fill="hold">
                                          <p:stCondLst>
                                            <p:cond delay="0"/>
                                          </p:stCondLst>
                                        </p:cTn>
                                        <p:tgtEl>
                                          <p:spTgt spid="9"/>
                                        </p:tgtEl>
                                        <p:attrNameLst>
                                          <p:attrName>style.visibility</p:attrName>
                                        </p:attrNameLst>
                                      </p:cBhvr>
                                      <p:to>
                                        <p:strVal val="visible"/>
                                      </p:to>
                                    </p:set>
                                    <p:animEffect transition="in" filter="wipe(left)">
                                      <p:cBhvr>
                                        <p:cTn id="53" dur="500"/>
                                        <p:tgtEl>
                                          <p:spTgt spid="9"/>
                                        </p:tgtEl>
                                      </p:cBhvr>
                                    </p:animEffect>
                                  </p:childTnLst>
                                </p:cTn>
                              </p:par>
                            </p:childTnLst>
                          </p:cTn>
                        </p:par>
                      </p:childTnLst>
                    </p:cTn>
                  </p:par>
                  <p:par>
                    <p:cTn id="54" fill="hold">
                      <p:stCondLst>
                        <p:cond delay="indefinite"/>
                      </p:stCondLst>
                      <p:childTnLst>
                        <p:par>
                          <p:cTn id="55" fill="hold">
                            <p:stCondLst>
                              <p:cond delay="0"/>
                            </p:stCondLst>
                            <p:childTnLst>
                              <p:par>
                                <p:cTn id="56" presetID="22" presetClass="entr" presetSubtype="8" fill="hold" grpId="0" nodeType="clickEffect">
                                  <p:stCondLst>
                                    <p:cond delay="0"/>
                                  </p:stCondLst>
                                  <p:childTnLst>
                                    <p:set>
                                      <p:cBhvr>
                                        <p:cTn id="57" dur="1" fill="hold">
                                          <p:stCondLst>
                                            <p:cond delay="0"/>
                                          </p:stCondLst>
                                        </p:cTn>
                                        <p:tgtEl>
                                          <p:spTgt spid="10"/>
                                        </p:tgtEl>
                                        <p:attrNameLst>
                                          <p:attrName>style.visibility</p:attrName>
                                        </p:attrNameLst>
                                      </p:cBhvr>
                                      <p:to>
                                        <p:strVal val="visible"/>
                                      </p:to>
                                    </p:set>
                                    <p:animEffect transition="in" filter="wipe(left)">
                                      <p:cBhvr>
                                        <p:cTn id="58" dur="500"/>
                                        <p:tgtEl>
                                          <p:spTgt spid="10"/>
                                        </p:tgtEl>
                                      </p:cBhvr>
                                    </p:animEffect>
                                  </p:childTnLst>
                                </p:cTn>
                              </p:par>
                            </p:childTnLst>
                          </p:cTn>
                        </p:par>
                      </p:childTnLst>
                    </p:cTn>
                  </p:par>
                  <p:par>
                    <p:cTn id="59" fill="hold">
                      <p:stCondLst>
                        <p:cond delay="indefinite"/>
                      </p:stCondLst>
                      <p:childTnLst>
                        <p:par>
                          <p:cTn id="60" fill="hold">
                            <p:stCondLst>
                              <p:cond delay="0"/>
                            </p:stCondLst>
                            <p:childTnLst>
                              <p:par>
                                <p:cTn id="61" presetID="22" presetClass="entr" presetSubtype="8" fill="hold" grpId="0" nodeType="clickEffect">
                                  <p:stCondLst>
                                    <p:cond delay="0"/>
                                  </p:stCondLst>
                                  <p:childTnLst>
                                    <p:set>
                                      <p:cBhvr>
                                        <p:cTn id="62" dur="1" fill="hold">
                                          <p:stCondLst>
                                            <p:cond delay="0"/>
                                          </p:stCondLst>
                                        </p:cTn>
                                        <p:tgtEl>
                                          <p:spTgt spid="18"/>
                                        </p:tgtEl>
                                        <p:attrNameLst>
                                          <p:attrName>style.visibility</p:attrName>
                                        </p:attrNameLst>
                                      </p:cBhvr>
                                      <p:to>
                                        <p:strVal val="visible"/>
                                      </p:to>
                                    </p:set>
                                    <p:animEffect transition="in" filter="wipe(left)">
                                      <p:cBhvr>
                                        <p:cTn id="63" dur="500"/>
                                        <p:tgtEl>
                                          <p:spTgt spid="18"/>
                                        </p:tgtEl>
                                      </p:cBhvr>
                                    </p:animEffect>
                                  </p:childTnLst>
                                </p:cTn>
                              </p:par>
                            </p:childTnLst>
                          </p:cTn>
                        </p:par>
                      </p:childTnLst>
                    </p:cTn>
                  </p:par>
                  <p:par>
                    <p:cTn id="64" fill="hold">
                      <p:stCondLst>
                        <p:cond delay="indefinite"/>
                      </p:stCondLst>
                      <p:childTnLst>
                        <p:par>
                          <p:cTn id="65" fill="hold">
                            <p:stCondLst>
                              <p:cond delay="0"/>
                            </p:stCondLst>
                            <p:childTnLst>
                              <p:par>
                                <p:cTn id="66" presetID="22" presetClass="entr" presetSubtype="8" fill="hold" grpId="0" nodeType="clickEffect">
                                  <p:stCondLst>
                                    <p:cond delay="0"/>
                                  </p:stCondLst>
                                  <p:childTnLst>
                                    <p:set>
                                      <p:cBhvr>
                                        <p:cTn id="67" dur="1" fill="hold">
                                          <p:stCondLst>
                                            <p:cond delay="0"/>
                                          </p:stCondLst>
                                        </p:cTn>
                                        <p:tgtEl>
                                          <p:spTgt spid="11"/>
                                        </p:tgtEl>
                                        <p:attrNameLst>
                                          <p:attrName>style.visibility</p:attrName>
                                        </p:attrNameLst>
                                      </p:cBhvr>
                                      <p:to>
                                        <p:strVal val="visible"/>
                                      </p:to>
                                    </p:set>
                                    <p:animEffect transition="in" filter="wipe(left)">
                                      <p:cBhvr>
                                        <p:cTn id="68" dur="500"/>
                                        <p:tgtEl>
                                          <p:spTgt spid="11"/>
                                        </p:tgtEl>
                                      </p:cBhvr>
                                    </p:animEffect>
                                  </p:childTnLst>
                                </p:cTn>
                              </p:par>
                            </p:childTnLst>
                          </p:cTn>
                        </p:par>
                      </p:childTnLst>
                    </p:cTn>
                  </p:par>
                  <p:par>
                    <p:cTn id="69" fill="hold">
                      <p:stCondLst>
                        <p:cond delay="indefinite"/>
                      </p:stCondLst>
                      <p:childTnLst>
                        <p:par>
                          <p:cTn id="70" fill="hold">
                            <p:stCondLst>
                              <p:cond delay="0"/>
                            </p:stCondLst>
                            <p:childTnLst>
                              <p:par>
                                <p:cTn id="71" presetID="22" presetClass="entr" presetSubtype="8" fill="hold" grpId="0" nodeType="clickEffect">
                                  <p:stCondLst>
                                    <p:cond delay="0"/>
                                  </p:stCondLst>
                                  <p:childTnLst>
                                    <p:set>
                                      <p:cBhvr>
                                        <p:cTn id="72" dur="1" fill="hold">
                                          <p:stCondLst>
                                            <p:cond delay="0"/>
                                          </p:stCondLst>
                                        </p:cTn>
                                        <p:tgtEl>
                                          <p:spTgt spid="12"/>
                                        </p:tgtEl>
                                        <p:attrNameLst>
                                          <p:attrName>style.visibility</p:attrName>
                                        </p:attrNameLst>
                                      </p:cBhvr>
                                      <p:to>
                                        <p:strVal val="visible"/>
                                      </p:to>
                                    </p:set>
                                    <p:animEffect transition="in" filter="wipe(left)">
                                      <p:cBhvr>
                                        <p:cTn id="73" dur="500"/>
                                        <p:tgtEl>
                                          <p:spTgt spid="12"/>
                                        </p:tgtEl>
                                      </p:cBhvr>
                                    </p:animEffect>
                                  </p:childTnLst>
                                </p:cTn>
                              </p:par>
                            </p:childTnLst>
                          </p:cTn>
                        </p:par>
                      </p:childTnLst>
                    </p:cTn>
                  </p:par>
                  <p:par>
                    <p:cTn id="74" fill="hold">
                      <p:stCondLst>
                        <p:cond delay="indefinite"/>
                      </p:stCondLst>
                      <p:childTnLst>
                        <p:par>
                          <p:cTn id="75" fill="hold">
                            <p:stCondLst>
                              <p:cond delay="0"/>
                            </p:stCondLst>
                            <p:childTnLst>
                              <p:par>
                                <p:cTn id="76" presetID="22" presetClass="entr" presetSubtype="8" fill="hold" grpId="0" nodeType="clickEffect">
                                  <p:stCondLst>
                                    <p:cond delay="0"/>
                                  </p:stCondLst>
                                  <p:childTnLst>
                                    <p:set>
                                      <p:cBhvr>
                                        <p:cTn id="77" dur="1" fill="hold">
                                          <p:stCondLst>
                                            <p:cond delay="0"/>
                                          </p:stCondLst>
                                        </p:cTn>
                                        <p:tgtEl>
                                          <p:spTgt spid="13"/>
                                        </p:tgtEl>
                                        <p:attrNameLst>
                                          <p:attrName>style.visibility</p:attrName>
                                        </p:attrNameLst>
                                      </p:cBhvr>
                                      <p:to>
                                        <p:strVal val="visible"/>
                                      </p:to>
                                    </p:set>
                                    <p:animEffect transition="in" filter="wipe(left)">
                                      <p:cBhvr>
                                        <p:cTn id="78" dur="500"/>
                                        <p:tgtEl>
                                          <p:spTgt spid="13"/>
                                        </p:tgtEl>
                                      </p:cBhvr>
                                    </p:animEffect>
                                  </p:childTnLst>
                                </p:cTn>
                              </p:par>
                            </p:childTnLst>
                          </p:cTn>
                        </p:par>
                      </p:childTnLst>
                    </p:cTn>
                  </p:par>
                  <p:par>
                    <p:cTn id="79" fill="hold">
                      <p:stCondLst>
                        <p:cond delay="indefinite"/>
                      </p:stCondLst>
                      <p:childTnLst>
                        <p:par>
                          <p:cTn id="80" fill="hold">
                            <p:stCondLst>
                              <p:cond delay="0"/>
                            </p:stCondLst>
                            <p:childTnLst>
                              <p:par>
                                <p:cTn id="81" presetID="22" presetClass="entr" presetSubtype="8" fill="hold" grpId="0" nodeType="clickEffect">
                                  <p:stCondLst>
                                    <p:cond delay="0"/>
                                  </p:stCondLst>
                                  <p:childTnLst>
                                    <p:set>
                                      <p:cBhvr>
                                        <p:cTn id="82" dur="1" fill="hold">
                                          <p:stCondLst>
                                            <p:cond delay="0"/>
                                          </p:stCondLst>
                                        </p:cTn>
                                        <p:tgtEl>
                                          <p:spTgt spid="14"/>
                                        </p:tgtEl>
                                        <p:attrNameLst>
                                          <p:attrName>style.visibility</p:attrName>
                                        </p:attrNameLst>
                                      </p:cBhvr>
                                      <p:to>
                                        <p:strVal val="visible"/>
                                      </p:to>
                                    </p:set>
                                    <p:animEffect transition="in" filter="wipe(left)">
                                      <p:cBhvr>
                                        <p:cTn id="83"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4" grpId="0"/>
      <p:bldP spid="5" grpId="0"/>
      <p:bldP spid="6" grpId="0"/>
      <p:bldP spid="7" grpId="0"/>
      <p:bldP spid="8" grpId="0"/>
      <p:bldP spid="9" grpId="0"/>
      <p:bldP spid="10" grpId="0"/>
      <p:bldP spid="11" grpId="0"/>
      <p:bldP spid="12" grpId="0"/>
      <p:bldP spid="13" grpId="0"/>
      <p:bldP spid="14" grpId="0"/>
      <p:bldP spid="15" grpId="0"/>
      <p:bldP spid="16" grpId="0"/>
      <p:bldP spid="17" grpId="0"/>
      <p:bldP spid="18"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8" name="组合 27"/>
          <p:cNvGrpSpPr/>
          <p:nvPr/>
        </p:nvGrpSpPr>
        <p:grpSpPr>
          <a:xfrm>
            <a:off x="1111250" y="670560"/>
            <a:ext cx="9970770" cy="5509895"/>
            <a:chOff x="1649" y="2344"/>
            <a:chExt cx="16057" cy="7346"/>
          </a:xfrm>
        </p:grpSpPr>
        <p:sp>
          <p:nvSpPr>
            <p:cNvPr id="29" name="矩形 28"/>
            <p:cNvSpPr/>
            <p:nvPr/>
          </p:nvSpPr>
          <p:spPr>
            <a:xfrm>
              <a:off x="1821" y="2483"/>
              <a:ext cx="15885" cy="7207"/>
            </a:xfrm>
            <a:prstGeom prst="rect">
              <a:avLst/>
            </a:prstGeom>
            <a:solidFill>
              <a:schemeClr val="bg1">
                <a:lumMod val="8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矩形 29"/>
            <p:cNvSpPr/>
            <p:nvPr/>
          </p:nvSpPr>
          <p:spPr>
            <a:xfrm>
              <a:off x="1649" y="2344"/>
              <a:ext cx="15885" cy="7207"/>
            </a:xfrm>
            <a:prstGeom prst="rect">
              <a:avLst/>
            </a:prstGeom>
            <a:solidFill>
              <a:schemeClr val="bg1"/>
            </a:solidFill>
            <a:ln w="3175">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spcBef>
                  <a:spcPct val="50000"/>
                </a:spcBef>
              </a:pPr>
              <a:endParaRPr lang="zh-CN" altLang="en-US" sz="2800" dirty="0">
                <a:solidFill>
                  <a:srgbClr val="04926A"/>
                </a:solidFill>
                <a:latin typeface="黑体" panose="02010609060101010101" pitchFamily="49" charset="-122"/>
                <a:ea typeface="黑体" panose="02010609060101010101" pitchFamily="49" charset="-122"/>
                <a:sym typeface="+mn-ea"/>
              </a:endParaRPr>
            </a:p>
          </p:txBody>
        </p:sp>
      </p:grpSp>
      <mc:AlternateContent xmlns:mc="http://schemas.openxmlformats.org/markup-compatibility/2006">
        <mc:Choice xmlns:a14="http://schemas.microsoft.com/office/drawing/2010/main" Requires="a14">
          <p:sp>
            <p:nvSpPr>
              <p:cNvPr id="2" name="Text Box 20"/>
              <p:cNvSpPr txBox="1">
                <a:spLocks noChangeArrowheads="1"/>
              </p:cNvSpPr>
              <p:nvPr/>
            </p:nvSpPr>
            <p:spPr bwMode="auto">
              <a:xfrm>
                <a:off x="4437464" y="2237186"/>
                <a:ext cx="4890868" cy="5191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square">
                <a:spAutoFit/>
              </a:bodyPr>
              <a:lstStyle/>
              <a:p>
                <a:pPr lvl="0" fontAlgn="base">
                  <a:spcBef>
                    <a:spcPct val="50000"/>
                  </a:spcBef>
                  <a:spcAft>
                    <a:spcPct val="0"/>
                  </a:spcAft>
                  <a:defRPr/>
                </a:pPr>
                <a:r>
                  <a:rPr kumimoji="1" lang="zh-CN" altLang="en-US" sz="2800" dirty="0">
                    <a:solidFill>
                      <a:prstClr val="black"/>
                    </a:solidFill>
                    <a:latin typeface="Times New Roman" panose="02020603050405020304"/>
                    <a:ea typeface="黑体" panose="02010609060101010101" pitchFamily="49" charset="-122"/>
                    <a:cs typeface="+mn-ea"/>
                    <a:sym typeface="+mn-lt"/>
                  </a:rPr>
                  <a:t>分别表示 </a:t>
                </a:r>
                <a14:m>
                  <m:oMath xmlns:m="http://schemas.openxmlformats.org/officeDocument/2006/math">
                    <m:r>
                      <a:rPr kumimoji="1" lang="zh-CN" altLang="en-US" sz="2800">
                        <a:solidFill>
                          <a:prstClr val="black"/>
                        </a:solidFill>
                        <a:latin typeface="Cambria Math" panose="02040503050406030204" charset="0"/>
                        <a:ea typeface="黑体" panose="02010609060101010101" pitchFamily="49" charset="-122"/>
                        <a:cs typeface="+mn-ea"/>
                      </a:rPr>
                      <m:t>𝑥</m:t>
                    </m:r>
                    <m:r>
                      <a:rPr kumimoji="1" lang="zh-CN" altLang="en-US" sz="2800">
                        <a:solidFill>
                          <a:prstClr val="black"/>
                        </a:solidFill>
                        <a:latin typeface="Cambria Math" panose="02040503050406030204" charset="0"/>
                        <a:ea typeface="黑体" panose="02010609060101010101" pitchFamily="49" charset="-122"/>
                        <a:cs typeface="+mn-ea"/>
                      </a:rPr>
                      <m:t>,</m:t>
                    </m:r>
                    <m:r>
                      <a:rPr kumimoji="1" lang="zh-CN" altLang="en-US" sz="2800">
                        <a:solidFill>
                          <a:prstClr val="black"/>
                        </a:solidFill>
                        <a:latin typeface="Cambria Math" panose="02040503050406030204" charset="0"/>
                        <a:ea typeface="黑体" panose="02010609060101010101" pitchFamily="49" charset="-122"/>
                        <a:cs typeface="+mn-ea"/>
                      </a:rPr>
                      <m:t>𝑦</m:t>
                    </m:r>
                    <m:r>
                      <a:rPr kumimoji="1" lang="zh-CN" altLang="en-US" sz="2800">
                        <a:solidFill>
                          <a:prstClr val="black"/>
                        </a:solidFill>
                        <a:latin typeface="Cambria Math" panose="02040503050406030204" charset="0"/>
                        <a:ea typeface="黑体" panose="02010609060101010101" pitchFamily="49" charset="-122"/>
                        <a:cs typeface="+mn-ea"/>
                      </a:rPr>
                      <m:t>,</m:t>
                    </m:r>
                    <m:r>
                      <a:rPr kumimoji="1" lang="zh-CN" altLang="en-US" sz="2800">
                        <a:solidFill>
                          <a:prstClr val="black"/>
                        </a:solidFill>
                        <a:latin typeface="Cambria Math" panose="02040503050406030204" charset="0"/>
                        <a:ea typeface="黑体" panose="02010609060101010101" pitchFamily="49" charset="-122"/>
                        <a:cs typeface="+mn-ea"/>
                      </a:rPr>
                      <m:t>𝑧</m:t>
                    </m:r>
                  </m:oMath>
                </a14:m>
                <a:r>
                  <a:rPr kumimoji="1" lang="zh-CN" altLang="en-US" sz="2800" dirty="0">
                    <a:solidFill>
                      <a:prstClr val="black"/>
                    </a:solidFill>
                    <a:latin typeface="Times New Roman" panose="02020603050405020304"/>
                    <a:ea typeface="黑体" panose="02010609060101010101" pitchFamily="49" charset="-122"/>
                    <a:cs typeface="+mn-ea"/>
                    <a:sym typeface="+mn-lt"/>
                  </a:rPr>
                  <a:t> 的绝对误差</a:t>
                </a:r>
                <a14:m>
                  <m:oMath xmlns:m="http://schemas.openxmlformats.org/officeDocument/2006/math">
                    <m:r>
                      <a:rPr kumimoji="1" lang="zh-CN" altLang="en-US" sz="2800">
                        <a:solidFill>
                          <a:prstClr val="black"/>
                        </a:solidFill>
                        <a:latin typeface="Cambria Math" panose="02040503050406030204" charset="0"/>
                        <a:ea typeface="黑体" panose="02010609060101010101" pitchFamily="49" charset="-122"/>
                        <a:cs typeface="+mn-ea"/>
                      </a:rPr>
                      <m:t>,</m:t>
                    </m:r>
                  </m:oMath>
                </a14:m>
                <a:endParaRPr kumimoji="1" lang="en-US" altLang="zh-CN" sz="2800" dirty="0">
                  <a:solidFill>
                    <a:prstClr val="black"/>
                  </a:solidFill>
                  <a:latin typeface="Times New Roman" panose="02020603050405020304"/>
                  <a:ea typeface="黑体" panose="02010609060101010101" pitchFamily="49" charset="-122"/>
                  <a:cs typeface="+mn-ea"/>
                  <a:sym typeface="+mn-lt"/>
                </a:endParaRPr>
              </a:p>
            </p:txBody>
          </p:sp>
        </mc:Choice>
        <mc:Fallback>
          <p:sp>
            <p:nvSpPr>
              <p:cNvPr id="2" name="Text Box 20"/>
              <p:cNvSpPr txBox="1">
                <a:spLocks noRot="1" noChangeAspect="1" noMove="1" noResize="1" noEditPoints="1" noAdjustHandles="1" noChangeArrowheads="1" noChangeShapeType="1" noTextEdit="1"/>
              </p:cNvSpPr>
              <p:nvPr/>
            </p:nvSpPr>
            <p:spPr bwMode="auto">
              <a:xfrm>
                <a:off x="4437464" y="2237186"/>
                <a:ext cx="4890868" cy="519113"/>
              </a:xfrm>
              <a:prstGeom prst="rect">
                <a:avLst/>
              </a:prstGeom>
              <a:blipFill rotWithShape="1">
                <a:blip r:embed="rId1"/>
                <a:stretch>
                  <a:fillRect l="-2" t="-16" r="4" b="77"/>
                </a:stretch>
              </a:blip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lstStyle/>
              <a:p>
                <a:r>
                  <a:rPr lang="zh-CN" altLang="en-US">
                    <a:noFill/>
                  </a:rPr>
                  <a:t> </a:t>
                </a:r>
              </a:p>
            </p:txBody>
          </p:sp>
        </mc:Fallback>
      </mc:AlternateContent>
      <p:sp>
        <p:nvSpPr>
          <p:cNvPr id="3" name="Text Box 3"/>
          <p:cNvSpPr txBox="1">
            <a:spLocks noChangeArrowheads="1"/>
          </p:cNvSpPr>
          <p:nvPr/>
        </p:nvSpPr>
        <p:spPr bwMode="auto">
          <a:xfrm>
            <a:off x="2409372" y="1630940"/>
            <a:ext cx="1447800" cy="5191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marL="0" marR="0" lvl="0" indent="0" algn="l" defTabSz="914400" rtl="0" eaLnBrk="1" fontAlgn="base" latinLnBrk="0" hangingPunct="1">
              <a:lnSpc>
                <a:spcPct val="100000"/>
              </a:lnSpc>
              <a:spcBef>
                <a:spcPct val="50000"/>
              </a:spcBef>
              <a:spcAft>
                <a:spcPct val="0"/>
              </a:spcAft>
              <a:buClrTx/>
              <a:buSzTx/>
              <a:buFontTx/>
              <a:buNone/>
              <a:defRPr/>
            </a:pPr>
            <a:r>
              <a:rPr kumimoji="1" lang="zh-CN" altLang="en-US" sz="2800" dirty="0">
                <a:solidFill>
                  <a:prstClr val="black"/>
                </a:solidFill>
                <a:latin typeface="Times New Roman" panose="02020603050405020304"/>
                <a:ea typeface="黑体" panose="02010609060101010101" pitchFamily="49" charset="-122"/>
                <a:cs typeface="+mn-ea"/>
                <a:sym typeface="+mn-lt"/>
              </a:rPr>
              <a:t>利用</a:t>
            </a:r>
            <a:endParaRPr kumimoji="1" lang="zh-CN" altLang="en-US" sz="2800" dirty="0">
              <a:solidFill>
                <a:prstClr val="black"/>
              </a:solidFill>
              <a:latin typeface="Times New Roman" panose="02020603050405020304"/>
              <a:ea typeface="黑体" panose="02010609060101010101" pitchFamily="49" charset="-122"/>
              <a:cs typeface="+mn-ea"/>
              <a:sym typeface="+mn-lt"/>
            </a:endParaRPr>
          </a:p>
        </p:txBody>
      </p:sp>
      <mc:AlternateContent xmlns:mc="http://schemas.openxmlformats.org/markup-compatibility/2006">
        <mc:Choice xmlns:a14="http://schemas.microsoft.com/office/drawing/2010/main" Requires="a14">
          <p:sp>
            <p:nvSpPr>
              <p:cNvPr id="4" name="Object 4"/>
              <p:cNvSpPr txBox="1"/>
              <p:nvPr/>
            </p:nvSpPr>
            <p:spPr bwMode="auto">
              <a:xfrm>
                <a:off x="3190422" y="1631568"/>
                <a:ext cx="4818872" cy="482600"/>
              </a:xfrm>
              <a:prstGeom prst="rect">
                <a:avLst/>
              </a:prstGeom>
              <a:noFill/>
              <a:ln>
                <a:noFill/>
              </a:ln>
              <a:effectLst/>
            </p:spPr>
            <p:txBody>
              <a:bodyPr>
                <a:noAutofit/>
              </a:bodyPr>
              <a:lstStyle/>
              <a:p>
                <a14:m>
                  <m:oMathPara xmlns:m="http://schemas.openxmlformats.org/officeDocument/2006/math">
                    <m:oMathParaPr>
                      <m:jc m:val="left"/>
                    </m:oMathParaPr>
                    <m:oMath xmlns:m="http://schemas.openxmlformats.org/officeDocument/2006/math">
                      <m:r>
                        <m:rPr>
                          <m:sty m:val="p"/>
                        </m:rPr>
                        <a:rPr kumimoji="1" lang="zh-CN" altLang="en-US" sz="2800">
                          <a:solidFill>
                            <a:prstClr val="black"/>
                          </a:solidFill>
                          <a:latin typeface="Cambria Math" panose="02040503050406030204" charset="0"/>
                          <a:ea typeface="黑体" panose="02010609060101010101" pitchFamily="49" charset="-122"/>
                          <a:cs typeface="+mn-ea"/>
                        </a:rPr>
                        <m:t>Δ</m:t>
                      </m:r>
                      <m:r>
                        <a:rPr kumimoji="1" lang="zh-CN" altLang="en-US" sz="2800">
                          <a:solidFill>
                            <a:prstClr val="black"/>
                          </a:solidFill>
                          <a:latin typeface="Cambria Math" panose="02040503050406030204" charset="0"/>
                          <a:ea typeface="黑体" panose="02010609060101010101" pitchFamily="49" charset="-122"/>
                          <a:cs typeface="+mn-ea"/>
                        </a:rPr>
                        <m:t>​</m:t>
                      </m:r>
                      <m:r>
                        <a:rPr kumimoji="1" lang="zh-CN" altLang="en-US" sz="2800">
                          <a:solidFill>
                            <a:prstClr val="black"/>
                          </a:solidFill>
                          <a:latin typeface="Cambria Math" panose="02040503050406030204" charset="0"/>
                          <a:ea typeface="黑体" panose="02010609060101010101" pitchFamily="49" charset="-122"/>
                          <a:cs typeface="+mn-ea"/>
                        </a:rPr>
                        <m:t>𝑧</m:t>
                      </m:r>
                      <m:r>
                        <a:rPr kumimoji="1" lang="zh-CN" altLang="en-US" sz="2800">
                          <a:solidFill>
                            <a:prstClr val="black"/>
                          </a:solidFill>
                          <a:latin typeface="Cambria Math" panose="02040503050406030204" charset="0"/>
                          <a:ea typeface="黑体" panose="02010609060101010101" pitchFamily="49" charset="-122"/>
                          <a:cs typeface="+mn-ea"/>
                        </a:rPr>
                        <m:t>≈</m:t>
                      </m:r>
                      <m:sSub>
                        <m:sSubPr>
                          <m:ctrlPr>
                            <a:rPr kumimoji="1" lang="zh-CN" altLang="en-US" sz="2800" i="1">
                              <a:solidFill>
                                <a:prstClr val="black"/>
                              </a:solidFill>
                              <a:latin typeface="Cambria Math" panose="02040503050406030204" charset="0"/>
                              <a:ea typeface="黑体" panose="02010609060101010101" pitchFamily="49" charset="-122"/>
                              <a:cs typeface="+mn-ea"/>
                            </a:rPr>
                          </m:ctrlPr>
                        </m:sSubPr>
                        <m:e>
                          <m:r>
                            <a:rPr kumimoji="1" lang="zh-CN" altLang="en-US" sz="2800">
                              <a:solidFill>
                                <a:prstClr val="black"/>
                              </a:solidFill>
                              <a:latin typeface="Cambria Math" panose="02040503050406030204" charset="0"/>
                              <a:ea typeface="黑体" panose="02010609060101010101" pitchFamily="49" charset="-122"/>
                              <a:cs typeface="+mn-ea"/>
                            </a:rPr>
                            <m:t>𝑓</m:t>
                          </m:r>
                        </m:e>
                        <m:sub>
                          <m:r>
                            <a:rPr kumimoji="1" lang="zh-CN" altLang="en-US" sz="2800">
                              <a:solidFill>
                                <a:prstClr val="black"/>
                              </a:solidFill>
                              <a:latin typeface="Cambria Math" panose="02040503050406030204" charset="0"/>
                              <a:ea typeface="黑体" panose="02010609060101010101" pitchFamily="49" charset="-122"/>
                              <a:cs typeface="+mn-ea"/>
                            </a:rPr>
                            <m:t>𝑥</m:t>
                          </m:r>
                        </m:sub>
                      </m:sSub>
                      <m:r>
                        <a:rPr kumimoji="1" lang="zh-CN" altLang="en-US" sz="2800">
                          <a:solidFill>
                            <a:prstClr val="black"/>
                          </a:solidFill>
                          <a:latin typeface="Cambria Math" panose="02040503050406030204" charset="0"/>
                          <a:ea typeface="黑体" panose="02010609060101010101" pitchFamily="49" charset="-122"/>
                          <a:cs typeface="+mn-ea"/>
                        </a:rPr>
                        <m:t>(</m:t>
                      </m:r>
                      <m:r>
                        <a:rPr kumimoji="1" lang="zh-CN" altLang="en-US" sz="2800">
                          <a:solidFill>
                            <a:prstClr val="black"/>
                          </a:solidFill>
                          <a:latin typeface="Cambria Math" panose="02040503050406030204" charset="0"/>
                          <a:ea typeface="黑体" panose="02010609060101010101" pitchFamily="49" charset="-122"/>
                          <a:cs typeface="+mn-ea"/>
                        </a:rPr>
                        <m:t>𝑥</m:t>
                      </m:r>
                      <m:r>
                        <a:rPr kumimoji="1" lang="zh-CN" altLang="en-US" sz="2800">
                          <a:solidFill>
                            <a:prstClr val="black"/>
                          </a:solidFill>
                          <a:latin typeface="Cambria Math" panose="02040503050406030204" charset="0"/>
                          <a:ea typeface="黑体" panose="02010609060101010101" pitchFamily="49" charset="-122"/>
                          <a:cs typeface="+mn-ea"/>
                        </a:rPr>
                        <m:t>,</m:t>
                      </m:r>
                      <m:r>
                        <a:rPr kumimoji="1" lang="zh-CN" altLang="en-US" sz="2800">
                          <a:solidFill>
                            <a:prstClr val="black"/>
                          </a:solidFill>
                          <a:latin typeface="Cambria Math" panose="02040503050406030204" charset="0"/>
                          <a:ea typeface="黑体" panose="02010609060101010101" pitchFamily="49" charset="-122"/>
                          <a:cs typeface="+mn-ea"/>
                        </a:rPr>
                        <m:t>𝑦</m:t>
                      </m:r>
                      <m:r>
                        <a:rPr kumimoji="1" lang="zh-CN" altLang="en-US" sz="2800">
                          <a:solidFill>
                            <a:prstClr val="black"/>
                          </a:solidFill>
                          <a:latin typeface="Cambria Math" panose="02040503050406030204" charset="0"/>
                          <a:ea typeface="黑体" panose="02010609060101010101" pitchFamily="49" charset="-122"/>
                          <a:cs typeface="+mn-ea"/>
                        </a:rPr>
                        <m:t>)</m:t>
                      </m:r>
                      <m:r>
                        <m:rPr>
                          <m:sty m:val="p"/>
                        </m:rPr>
                        <a:rPr kumimoji="1" lang="zh-CN" altLang="en-US" sz="2800">
                          <a:solidFill>
                            <a:prstClr val="black"/>
                          </a:solidFill>
                          <a:latin typeface="Cambria Math" panose="02040503050406030204" charset="0"/>
                          <a:ea typeface="黑体" panose="02010609060101010101" pitchFamily="49" charset="-122"/>
                          <a:cs typeface="+mn-ea"/>
                        </a:rPr>
                        <m:t>Δ</m:t>
                      </m:r>
                      <m:r>
                        <a:rPr kumimoji="1" lang="zh-CN" altLang="en-US" sz="2800">
                          <a:solidFill>
                            <a:prstClr val="black"/>
                          </a:solidFill>
                          <a:latin typeface="Cambria Math" panose="02040503050406030204" charset="0"/>
                          <a:ea typeface="黑体" panose="02010609060101010101" pitchFamily="49" charset="-122"/>
                          <a:cs typeface="+mn-ea"/>
                        </a:rPr>
                        <m:t>​</m:t>
                      </m:r>
                      <m:r>
                        <a:rPr kumimoji="1" lang="zh-CN" altLang="en-US" sz="2800">
                          <a:solidFill>
                            <a:prstClr val="black"/>
                          </a:solidFill>
                          <a:latin typeface="Cambria Math" panose="02040503050406030204" charset="0"/>
                          <a:ea typeface="黑体" panose="02010609060101010101" pitchFamily="49" charset="-122"/>
                          <a:cs typeface="+mn-ea"/>
                        </a:rPr>
                        <m:t>𝑥</m:t>
                      </m:r>
                      <m:r>
                        <a:rPr kumimoji="1" lang="zh-CN" altLang="en-US" sz="2800">
                          <a:solidFill>
                            <a:prstClr val="black"/>
                          </a:solidFill>
                          <a:latin typeface="Cambria Math" panose="02040503050406030204" charset="0"/>
                          <a:ea typeface="黑体" panose="02010609060101010101" pitchFamily="49" charset="-122"/>
                          <a:cs typeface="+mn-ea"/>
                        </a:rPr>
                        <m:t>+</m:t>
                      </m:r>
                      <m:sSub>
                        <m:sSubPr>
                          <m:ctrlPr>
                            <a:rPr kumimoji="1" lang="zh-CN" altLang="en-US" sz="2800" i="1">
                              <a:solidFill>
                                <a:prstClr val="black"/>
                              </a:solidFill>
                              <a:latin typeface="Cambria Math" panose="02040503050406030204" charset="0"/>
                              <a:ea typeface="黑体" panose="02010609060101010101" pitchFamily="49" charset="-122"/>
                              <a:cs typeface="+mn-ea"/>
                            </a:rPr>
                          </m:ctrlPr>
                        </m:sSubPr>
                        <m:e>
                          <m:r>
                            <a:rPr kumimoji="1" lang="zh-CN" altLang="en-US" sz="2800">
                              <a:solidFill>
                                <a:prstClr val="black"/>
                              </a:solidFill>
                              <a:latin typeface="Cambria Math" panose="02040503050406030204" charset="0"/>
                              <a:ea typeface="黑体" panose="02010609060101010101" pitchFamily="49" charset="-122"/>
                              <a:cs typeface="+mn-ea"/>
                            </a:rPr>
                            <m:t>𝑓</m:t>
                          </m:r>
                        </m:e>
                        <m:sub>
                          <m:r>
                            <a:rPr kumimoji="1" lang="zh-CN" altLang="en-US" sz="2800">
                              <a:solidFill>
                                <a:prstClr val="black"/>
                              </a:solidFill>
                              <a:latin typeface="Cambria Math" panose="02040503050406030204" charset="0"/>
                              <a:ea typeface="黑体" panose="02010609060101010101" pitchFamily="49" charset="-122"/>
                              <a:cs typeface="+mn-ea"/>
                            </a:rPr>
                            <m:t>𝑦</m:t>
                          </m:r>
                        </m:sub>
                      </m:sSub>
                      <m:r>
                        <a:rPr kumimoji="1" lang="zh-CN" altLang="en-US" sz="2800">
                          <a:solidFill>
                            <a:prstClr val="black"/>
                          </a:solidFill>
                          <a:latin typeface="Cambria Math" panose="02040503050406030204" charset="0"/>
                          <a:ea typeface="黑体" panose="02010609060101010101" pitchFamily="49" charset="-122"/>
                          <a:cs typeface="+mn-ea"/>
                        </a:rPr>
                        <m:t>(</m:t>
                      </m:r>
                      <m:r>
                        <a:rPr kumimoji="1" lang="zh-CN" altLang="en-US" sz="2800">
                          <a:solidFill>
                            <a:prstClr val="black"/>
                          </a:solidFill>
                          <a:latin typeface="Cambria Math" panose="02040503050406030204" charset="0"/>
                          <a:ea typeface="黑体" panose="02010609060101010101" pitchFamily="49" charset="-122"/>
                          <a:cs typeface="+mn-ea"/>
                        </a:rPr>
                        <m:t>𝑥</m:t>
                      </m:r>
                      <m:r>
                        <a:rPr kumimoji="1" lang="zh-CN" altLang="en-US" sz="2800">
                          <a:solidFill>
                            <a:prstClr val="black"/>
                          </a:solidFill>
                          <a:latin typeface="Cambria Math" panose="02040503050406030204" charset="0"/>
                          <a:ea typeface="黑体" panose="02010609060101010101" pitchFamily="49" charset="-122"/>
                          <a:cs typeface="+mn-ea"/>
                        </a:rPr>
                        <m:t>,</m:t>
                      </m:r>
                      <m:r>
                        <a:rPr kumimoji="1" lang="zh-CN" altLang="en-US" sz="2800">
                          <a:solidFill>
                            <a:prstClr val="black"/>
                          </a:solidFill>
                          <a:latin typeface="Cambria Math" panose="02040503050406030204" charset="0"/>
                          <a:ea typeface="黑体" panose="02010609060101010101" pitchFamily="49" charset="-122"/>
                          <a:cs typeface="+mn-ea"/>
                        </a:rPr>
                        <m:t>𝑦</m:t>
                      </m:r>
                      <m:r>
                        <a:rPr kumimoji="1" lang="zh-CN" altLang="en-US" sz="2800">
                          <a:solidFill>
                            <a:prstClr val="black"/>
                          </a:solidFill>
                          <a:latin typeface="Cambria Math" panose="02040503050406030204" charset="0"/>
                          <a:ea typeface="黑体" panose="02010609060101010101" pitchFamily="49" charset="-122"/>
                          <a:cs typeface="+mn-ea"/>
                        </a:rPr>
                        <m:t>)</m:t>
                      </m:r>
                      <m:r>
                        <m:rPr>
                          <m:sty m:val="p"/>
                        </m:rPr>
                        <a:rPr kumimoji="1" lang="zh-CN" altLang="en-US" sz="2800">
                          <a:solidFill>
                            <a:prstClr val="black"/>
                          </a:solidFill>
                          <a:latin typeface="Cambria Math" panose="02040503050406030204" charset="0"/>
                          <a:ea typeface="黑体" panose="02010609060101010101" pitchFamily="49" charset="-122"/>
                          <a:cs typeface="+mn-ea"/>
                        </a:rPr>
                        <m:t>Δ</m:t>
                      </m:r>
                      <m:r>
                        <a:rPr kumimoji="1" lang="zh-CN" altLang="en-US" sz="2800">
                          <a:solidFill>
                            <a:prstClr val="black"/>
                          </a:solidFill>
                          <a:latin typeface="Cambria Math" panose="02040503050406030204" charset="0"/>
                          <a:ea typeface="黑体" panose="02010609060101010101" pitchFamily="49" charset="-122"/>
                          <a:cs typeface="+mn-ea"/>
                        </a:rPr>
                        <m:t>​</m:t>
                      </m:r>
                      <m:r>
                        <a:rPr kumimoji="1" lang="zh-CN" altLang="en-US" sz="2800">
                          <a:solidFill>
                            <a:prstClr val="black"/>
                          </a:solidFill>
                          <a:latin typeface="Cambria Math" panose="02040503050406030204" charset="0"/>
                          <a:ea typeface="黑体" panose="02010609060101010101" pitchFamily="49" charset="-122"/>
                          <a:cs typeface="+mn-ea"/>
                        </a:rPr>
                        <m:t>𝑦</m:t>
                      </m:r>
                      <m:r>
                        <a:rPr kumimoji="1" lang="zh-CN" altLang="en-US" sz="2800">
                          <a:solidFill>
                            <a:prstClr val="black"/>
                          </a:solidFill>
                          <a:latin typeface="Cambria Math" panose="02040503050406030204" charset="0"/>
                          <a:ea typeface="黑体" panose="02010609060101010101" pitchFamily="49" charset="-122"/>
                          <a:cs typeface="+mn-ea"/>
                        </a:rPr>
                        <m:t>.</m:t>
                      </m:r>
                    </m:oMath>
                  </m:oMathPara>
                </a14:m>
                <a:endParaRPr kumimoji="1" lang="zh-CN" altLang="en-US" sz="2800" dirty="0">
                  <a:solidFill>
                    <a:prstClr val="black"/>
                  </a:solidFill>
                  <a:latin typeface="Times New Roman" panose="02020603050405020304"/>
                  <a:ea typeface="黑体" panose="02010609060101010101" pitchFamily="49" charset="-122"/>
                  <a:cs typeface="+mn-ea"/>
                </a:endParaRPr>
              </a:p>
            </p:txBody>
          </p:sp>
        </mc:Choice>
        <mc:Fallback>
          <p:sp>
            <p:nvSpPr>
              <p:cNvPr id="4" name="Object 4"/>
              <p:cNvSpPr txBox="1">
                <a:spLocks noRot="1" noChangeAspect="1" noMove="1" noResize="1" noEditPoints="1" noAdjustHandles="1" noChangeArrowheads="1" noChangeShapeType="1" noTextEdit="1"/>
              </p:cNvSpPr>
              <p:nvPr/>
            </p:nvSpPr>
            <p:spPr bwMode="auto">
              <a:xfrm>
                <a:off x="3190422" y="1631568"/>
                <a:ext cx="4818872" cy="482600"/>
              </a:xfrm>
              <a:prstGeom prst="rect">
                <a:avLst/>
              </a:prstGeom>
              <a:blipFill rotWithShape="1">
                <a:blip r:embed="rId2"/>
                <a:stretch>
                  <a:fillRect l="-4" t="-52" r="1" b="52"/>
                </a:stretch>
              </a:blipFill>
              <a:ln>
                <a:noFill/>
              </a:ln>
              <a:effectLst/>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5" name="Object 5"/>
              <p:cNvSpPr txBox="1"/>
              <p:nvPr/>
            </p:nvSpPr>
            <p:spPr bwMode="auto">
              <a:xfrm>
                <a:off x="2837360" y="2218948"/>
                <a:ext cx="1612900" cy="508000"/>
              </a:xfrm>
              <a:prstGeom prst="rect">
                <a:avLst/>
              </a:prstGeom>
              <a:noFill/>
              <a:ln>
                <a:noFill/>
              </a:ln>
              <a:effectLst/>
            </p:spPr>
            <p:txBody>
              <a:bodyPr>
                <a:noAutofit/>
              </a:bodyPr>
              <a:lstStyle/>
              <a:p>
                <a14:m>
                  <m:oMathPara xmlns:m="http://schemas.openxmlformats.org/officeDocument/2006/math">
                    <m:oMathParaPr>
                      <m:jc m:val="left"/>
                    </m:oMathParaPr>
                    <m:oMath xmlns:m="http://schemas.openxmlformats.org/officeDocument/2006/math">
                      <m:sSub>
                        <m:sSubPr>
                          <m:ctrlPr>
                            <a:rPr kumimoji="1" lang="zh-CN" altLang="en-US" sz="2800" i="1">
                              <a:solidFill>
                                <a:prstClr val="black"/>
                              </a:solidFill>
                              <a:latin typeface="Cambria Math" panose="02040503050406030204" charset="0"/>
                              <a:ea typeface="黑体" panose="02010609060101010101" pitchFamily="49" charset="-122"/>
                              <a:cs typeface="+mn-ea"/>
                            </a:rPr>
                          </m:ctrlPr>
                        </m:sSubPr>
                        <m:e>
                          <m:r>
                            <a:rPr kumimoji="1" lang="zh-CN" altLang="en-US" sz="2800" i="1">
                              <a:solidFill>
                                <a:prstClr val="black"/>
                              </a:solidFill>
                              <a:latin typeface="Cambria Math" panose="02040503050406030204" charset="0"/>
                              <a:ea typeface="黑体" panose="02010609060101010101" pitchFamily="49" charset="-122"/>
                              <a:cs typeface="+mn-ea"/>
                            </a:rPr>
                            <m:t>𝛿</m:t>
                          </m:r>
                        </m:e>
                        <m:sub>
                          <m:r>
                            <a:rPr kumimoji="1" lang="zh-CN" altLang="en-US" sz="2800">
                              <a:solidFill>
                                <a:prstClr val="black"/>
                              </a:solidFill>
                              <a:latin typeface="Cambria Math" panose="02040503050406030204" charset="0"/>
                              <a:ea typeface="黑体" panose="02010609060101010101" pitchFamily="49" charset="-122"/>
                              <a:cs typeface="+mn-ea"/>
                            </a:rPr>
                            <m:t>𝑥</m:t>
                          </m:r>
                        </m:sub>
                      </m:sSub>
                      <m:r>
                        <a:rPr kumimoji="1" lang="zh-CN" altLang="en-US" sz="2800">
                          <a:solidFill>
                            <a:prstClr val="black"/>
                          </a:solidFill>
                          <a:latin typeface="Cambria Math" panose="02040503050406030204" charset="0"/>
                          <a:ea typeface="黑体" panose="02010609060101010101" pitchFamily="49" charset="-122"/>
                          <a:cs typeface="+mn-ea"/>
                        </a:rPr>
                        <m:t>, </m:t>
                      </m:r>
                      <m:sSub>
                        <m:sSubPr>
                          <m:ctrlPr>
                            <a:rPr kumimoji="1" lang="zh-CN" altLang="en-US" sz="2800" i="1">
                              <a:solidFill>
                                <a:prstClr val="black"/>
                              </a:solidFill>
                              <a:latin typeface="Cambria Math" panose="02040503050406030204" charset="0"/>
                              <a:ea typeface="黑体" panose="02010609060101010101" pitchFamily="49" charset="-122"/>
                              <a:cs typeface="+mn-ea"/>
                            </a:rPr>
                          </m:ctrlPr>
                        </m:sSubPr>
                        <m:e>
                          <m:r>
                            <a:rPr kumimoji="1" lang="zh-CN" altLang="en-US" sz="2800" i="1">
                              <a:solidFill>
                                <a:prstClr val="black"/>
                              </a:solidFill>
                              <a:latin typeface="Cambria Math" panose="02040503050406030204" charset="0"/>
                              <a:ea typeface="黑体" panose="02010609060101010101" pitchFamily="49" charset="-122"/>
                              <a:cs typeface="+mn-ea"/>
                            </a:rPr>
                            <m:t>𝛿</m:t>
                          </m:r>
                        </m:e>
                        <m:sub>
                          <m:r>
                            <a:rPr kumimoji="1" lang="zh-CN" altLang="en-US" sz="2800">
                              <a:solidFill>
                                <a:prstClr val="black"/>
                              </a:solidFill>
                              <a:latin typeface="Cambria Math" panose="02040503050406030204" charset="0"/>
                              <a:ea typeface="黑体" panose="02010609060101010101" pitchFamily="49" charset="-122"/>
                              <a:cs typeface="+mn-ea"/>
                            </a:rPr>
                            <m:t>𝑦</m:t>
                          </m:r>
                        </m:sub>
                      </m:sSub>
                      <m:r>
                        <a:rPr kumimoji="1" lang="zh-CN" altLang="en-US" sz="2800">
                          <a:solidFill>
                            <a:prstClr val="black"/>
                          </a:solidFill>
                          <a:latin typeface="Cambria Math" panose="02040503050406030204" charset="0"/>
                          <a:ea typeface="黑体" panose="02010609060101010101" pitchFamily="49" charset="-122"/>
                          <a:cs typeface="+mn-ea"/>
                        </a:rPr>
                        <m:t>, </m:t>
                      </m:r>
                      <m:sSub>
                        <m:sSubPr>
                          <m:ctrlPr>
                            <a:rPr kumimoji="1" lang="zh-CN" altLang="en-US" sz="2800" i="1">
                              <a:solidFill>
                                <a:prstClr val="black"/>
                              </a:solidFill>
                              <a:latin typeface="Cambria Math" panose="02040503050406030204" charset="0"/>
                              <a:ea typeface="黑体" panose="02010609060101010101" pitchFamily="49" charset="-122"/>
                              <a:cs typeface="+mn-ea"/>
                            </a:rPr>
                          </m:ctrlPr>
                        </m:sSubPr>
                        <m:e>
                          <m:r>
                            <a:rPr kumimoji="1" lang="zh-CN" altLang="en-US" sz="2800" i="1">
                              <a:solidFill>
                                <a:prstClr val="black"/>
                              </a:solidFill>
                              <a:latin typeface="Cambria Math" panose="02040503050406030204" charset="0"/>
                              <a:ea typeface="黑体" panose="02010609060101010101" pitchFamily="49" charset="-122"/>
                              <a:cs typeface="+mn-ea"/>
                            </a:rPr>
                            <m:t>𝛿</m:t>
                          </m:r>
                        </m:e>
                        <m:sub>
                          <m:r>
                            <a:rPr kumimoji="1" lang="zh-CN" altLang="en-US" sz="2800">
                              <a:solidFill>
                                <a:prstClr val="black"/>
                              </a:solidFill>
                              <a:latin typeface="Cambria Math" panose="02040503050406030204" charset="0"/>
                              <a:ea typeface="黑体" panose="02010609060101010101" pitchFamily="49" charset="-122"/>
                              <a:cs typeface="+mn-ea"/>
                            </a:rPr>
                            <m:t>𝑧</m:t>
                          </m:r>
                        </m:sub>
                      </m:sSub>
                    </m:oMath>
                  </m:oMathPara>
                </a14:m>
                <a:endParaRPr kumimoji="1" lang="zh-CN" altLang="en-US" sz="2800" dirty="0">
                  <a:solidFill>
                    <a:prstClr val="black"/>
                  </a:solidFill>
                  <a:latin typeface="Times New Roman" panose="02020603050405020304"/>
                  <a:ea typeface="黑体" panose="02010609060101010101" pitchFamily="49" charset="-122"/>
                  <a:cs typeface="+mn-ea"/>
                </a:endParaRPr>
              </a:p>
            </p:txBody>
          </p:sp>
        </mc:Choice>
        <mc:Fallback>
          <p:sp>
            <p:nvSpPr>
              <p:cNvPr id="5" name="Object 5"/>
              <p:cNvSpPr txBox="1">
                <a:spLocks noRot="1" noChangeAspect="1" noMove="1" noResize="1" noEditPoints="1" noAdjustHandles="1" noChangeArrowheads="1" noChangeShapeType="1" noTextEdit="1"/>
              </p:cNvSpPr>
              <p:nvPr/>
            </p:nvSpPr>
            <p:spPr bwMode="auto">
              <a:xfrm>
                <a:off x="2837360" y="2218948"/>
                <a:ext cx="1612900" cy="508000"/>
              </a:xfrm>
              <a:prstGeom prst="rect">
                <a:avLst/>
              </a:prstGeom>
              <a:blipFill rotWithShape="1">
                <a:blip r:embed="rId3"/>
                <a:stretch>
                  <a:fillRect l="-11" t="-51" r="-2745" b="-2824"/>
                </a:stretch>
              </a:blipFill>
              <a:ln>
                <a:noFill/>
              </a:ln>
              <a:effectLst/>
            </p:spPr>
            <p:txBody>
              <a:bodyPr/>
              <a:lstStyle/>
              <a:p>
                <a:r>
                  <a:rPr lang="zh-CN" altLang="en-US">
                    <a:noFill/>
                  </a:rPr>
                  <a:t> </a:t>
                </a:r>
              </a:p>
            </p:txBody>
          </p:sp>
        </mc:Fallback>
      </mc:AlternateContent>
      <p:sp>
        <p:nvSpPr>
          <p:cNvPr id="6" name="Text Box 6"/>
          <p:cNvSpPr txBox="1">
            <a:spLocks noChangeArrowheads="1"/>
          </p:cNvSpPr>
          <p:nvPr/>
        </p:nvSpPr>
        <p:spPr bwMode="auto">
          <a:xfrm>
            <a:off x="2409372" y="2231648"/>
            <a:ext cx="504825" cy="51911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square">
            <a:spAutoFit/>
          </a:bodyPr>
          <a:lstStyle/>
          <a:p>
            <a:pPr marL="0" marR="0" lvl="0" indent="0" algn="l" defTabSz="914400" rtl="0" eaLnBrk="1" fontAlgn="base" latinLnBrk="0" hangingPunct="1">
              <a:lnSpc>
                <a:spcPct val="100000"/>
              </a:lnSpc>
              <a:spcBef>
                <a:spcPct val="50000"/>
              </a:spcBef>
              <a:spcAft>
                <a:spcPct val="0"/>
              </a:spcAft>
              <a:buClrTx/>
              <a:buSzTx/>
              <a:buFontTx/>
              <a:buNone/>
              <a:defRPr/>
            </a:pPr>
            <a:r>
              <a:rPr kumimoji="1" lang="zh-CN" altLang="en-US" sz="2800" dirty="0">
                <a:solidFill>
                  <a:prstClr val="black"/>
                </a:solidFill>
                <a:latin typeface="Times New Roman" panose="02020603050405020304"/>
                <a:ea typeface="黑体" panose="02010609060101010101" pitchFamily="49" charset="-122"/>
                <a:cs typeface="+mn-ea"/>
                <a:sym typeface="+mn-lt"/>
              </a:rPr>
              <a:t>令</a:t>
            </a:r>
            <a:endParaRPr kumimoji="1" lang="zh-CN" altLang="en-US" sz="2800" dirty="0">
              <a:solidFill>
                <a:prstClr val="black"/>
              </a:solidFill>
              <a:latin typeface="Times New Roman" panose="02020603050405020304"/>
              <a:ea typeface="黑体" panose="02010609060101010101" pitchFamily="49" charset="-122"/>
              <a:cs typeface="+mn-ea"/>
              <a:sym typeface="+mn-lt"/>
            </a:endParaRPr>
          </a:p>
        </p:txBody>
      </p:sp>
      <mc:AlternateContent xmlns:mc="http://schemas.openxmlformats.org/markup-compatibility/2006">
        <mc:Choice xmlns:a14="http://schemas.microsoft.com/office/drawing/2010/main" Requires="a14">
          <p:sp>
            <p:nvSpPr>
              <p:cNvPr id="7" name="Text Box 9"/>
              <p:cNvSpPr txBox="1">
                <a:spLocks noChangeArrowheads="1"/>
              </p:cNvSpPr>
              <p:nvPr/>
            </p:nvSpPr>
            <p:spPr bwMode="auto">
              <a:xfrm>
                <a:off x="2409372" y="2860481"/>
                <a:ext cx="3505200" cy="5191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lvl="0" fontAlgn="base">
                  <a:spcBef>
                    <a:spcPct val="50000"/>
                  </a:spcBef>
                  <a:spcAft>
                    <a:spcPct val="0"/>
                  </a:spcAft>
                  <a:defRPr/>
                </a:pPr>
                <a14:m>
                  <m:oMath xmlns:m="http://schemas.openxmlformats.org/officeDocument/2006/math">
                    <m:r>
                      <a:rPr kumimoji="1" lang="zh-CN" altLang="en-US" sz="2800">
                        <a:solidFill>
                          <a:prstClr val="black"/>
                        </a:solidFill>
                        <a:latin typeface="Cambria Math" panose="02040503050406030204" charset="0"/>
                        <a:ea typeface="黑体" panose="02010609060101010101" pitchFamily="49" charset="-122"/>
                        <a:cs typeface="+mn-ea"/>
                      </a:rPr>
                      <m:t>𝑧</m:t>
                    </m:r>
                  </m:oMath>
                </a14:m>
                <a:r>
                  <a:rPr kumimoji="1" lang="zh-CN" altLang="en-US" sz="2800" dirty="0">
                    <a:solidFill>
                      <a:prstClr val="black"/>
                    </a:solidFill>
                    <a:latin typeface="Times New Roman" panose="02020603050405020304"/>
                    <a:ea typeface="黑体" panose="02010609060101010101" pitchFamily="49" charset="-122"/>
                    <a:cs typeface="+mn-ea"/>
                    <a:sym typeface="+mn-lt"/>
                  </a:rPr>
                  <a:t> 的绝对误差约为</a:t>
                </a:r>
                <a:endParaRPr kumimoji="1" lang="zh-CN" altLang="en-US" sz="2800" dirty="0">
                  <a:solidFill>
                    <a:prstClr val="black"/>
                  </a:solidFill>
                  <a:latin typeface="Times New Roman" panose="02020603050405020304"/>
                  <a:ea typeface="黑体" panose="02010609060101010101" pitchFamily="49" charset="-122"/>
                  <a:cs typeface="+mn-ea"/>
                  <a:sym typeface="+mn-lt"/>
                </a:endParaRPr>
              </a:p>
            </p:txBody>
          </p:sp>
        </mc:Choice>
        <mc:Fallback>
          <p:sp>
            <p:nvSpPr>
              <p:cNvPr id="7" name="Text Box 9"/>
              <p:cNvSpPr txBox="1">
                <a:spLocks noRot="1" noChangeAspect="1" noMove="1" noResize="1" noEditPoints="1" noAdjustHandles="1" noChangeArrowheads="1" noChangeShapeType="1" noTextEdit="1"/>
              </p:cNvSpPr>
              <p:nvPr/>
            </p:nvSpPr>
            <p:spPr bwMode="auto">
              <a:xfrm>
                <a:off x="2409372" y="2860481"/>
                <a:ext cx="3505200" cy="519113"/>
              </a:xfrm>
              <a:prstGeom prst="rect">
                <a:avLst/>
              </a:prstGeom>
              <a:blipFill rotWithShape="1">
                <a:blip r:embed="rId4"/>
                <a:stretch>
                  <a:fillRect l="-5" t="-85" r="5" b="24"/>
                </a:stretch>
              </a:blip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8" name="Object 10"/>
              <p:cNvSpPr txBox="1"/>
              <p:nvPr/>
            </p:nvSpPr>
            <p:spPr bwMode="auto">
              <a:xfrm>
                <a:off x="3787320" y="3445676"/>
                <a:ext cx="5541012" cy="520700"/>
              </a:xfrm>
              <a:prstGeom prst="rect">
                <a:avLst/>
              </a:prstGeom>
              <a:noFill/>
              <a:ln>
                <a:noFill/>
              </a:ln>
              <a:effectLst/>
            </p:spPr>
            <p:txBody>
              <a:bodyPr>
                <a:noAutofit/>
              </a:bodyPr>
              <a:lstStyle/>
              <a:p>
                <a14:m>
                  <m:oMathPara xmlns:m="http://schemas.openxmlformats.org/officeDocument/2006/math">
                    <m:oMathParaPr>
                      <m:jc m:val="left"/>
                    </m:oMathParaPr>
                    <m:oMath xmlns:m="http://schemas.openxmlformats.org/officeDocument/2006/math">
                      <m:sSub>
                        <m:sSubPr>
                          <m:ctrlPr>
                            <a:rPr kumimoji="1" lang="zh-CN" altLang="en-US" sz="2800" i="1" smtClean="0">
                              <a:solidFill>
                                <a:prstClr val="black"/>
                              </a:solidFill>
                              <a:latin typeface="Cambria Math" panose="02040503050406030204" charset="0"/>
                              <a:ea typeface="黑体" panose="02010609060101010101" pitchFamily="49" charset="-122"/>
                              <a:cs typeface="+mn-ea"/>
                            </a:rPr>
                          </m:ctrlPr>
                        </m:sSubPr>
                        <m:e>
                          <m:r>
                            <a:rPr kumimoji="1" lang="zh-CN" altLang="en-US" sz="2800" i="1">
                              <a:solidFill>
                                <a:prstClr val="black"/>
                              </a:solidFill>
                              <a:latin typeface="Cambria Math" panose="02040503050406030204" charset="0"/>
                              <a:ea typeface="黑体" panose="02010609060101010101" pitchFamily="49" charset="-122"/>
                              <a:cs typeface="+mn-ea"/>
                            </a:rPr>
                            <m:t>𝛿</m:t>
                          </m:r>
                        </m:e>
                        <m:sub>
                          <m:r>
                            <a:rPr kumimoji="1" lang="zh-CN" altLang="en-US" sz="2800">
                              <a:solidFill>
                                <a:prstClr val="black"/>
                              </a:solidFill>
                              <a:latin typeface="Cambria Math" panose="02040503050406030204" charset="0"/>
                              <a:ea typeface="黑体" panose="02010609060101010101" pitchFamily="49" charset="-122"/>
                              <a:cs typeface="+mn-ea"/>
                            </a:rPr>
                            <m:t>𝑧</m:t>
                          </m:r>
                        </m:sub>
                      </m:sSub>
                      <m:r>
                        <a:rPr kumimoji="1" lang="zh-CN" altLang="en-US" sz="2800">
                          <a:solidFill>
                            <a:prstClr val="black"/>
                          </a:solidFill>
                          <a:latin typeface="Cambria Math" panose="02040503050406030204" charset="0"/>
                          <a:ea typeface="黑体" panose="02010609060101010101" pitchFamily="49" charset="-122"/>
                          <a:cs typeface="+mn-ea"/>
                        </a:rPr>
                        <m:t>=</m:t>
                      </m:r>
                      <m:d>
                        <m:dPr>
                          <m:begChr m:val="|"/>
                          <m:endChr m:val=""/>
                          <m:ctrlPr>
                            <a:rPr kumimoji="1" lang="zh-CN" altLang="en-US" sz="2800" i="1">
                              <a:solidFill>
                                <a:prstClr val="black"/>
                              </a:solidFill>
                              <a:latin typeface="Cambria Math" panose="02040503050406030204" charset="0"/>
                              <a:ea typeface="黑体" panose="02010609060101010101" pitchFamily="49" charset="-122"/>
                              <a:cs typeface="+mn-ea"/>
                            </a:rPr>
                          </m:ctrlPr>
                        </m:dPr>
                        <m:e>
                          <m:sSub>
                            <m:sSubPr>
                              <m:ctrlPr>
                                <a:rPr kumimoji="1" lang="zh-CN" altLang="en-US" sz="2800" i="1">
                                  <a:solidFill>
                                    <a:prstClr val="black"/>
                                  </a:solidFill>
                                  <a:latin typeface="Cambria Math" panose="02040503050406030204" charset="0"/>
                                  <a:ea typeface="黑体" panose="02010609060101010101" pitchFamily="49" charset="-122"/>
                                  <a:cs typeface="+mn-ea"/>
                                </a:rPr>
                              </m:ctrlPr>
                            </m:sSubPr>
                            <m:e>
                              <m:r>
                                <a:rPr kumimoji="1" lang="en-US" altLang="zh-CN" sz="2800" b="0" i="0" smtClean="0">
                                  <a:solidFill>
                                    <a:prstClr val="black"/>
                                  </a:solidFill>
                                  <a:latin typeface="Cambria Math" panose="02040503050406030204" charset="0"/>
                                  <a:ea typeface="黑体" panose="02010609060101010101" pitchFamily="49" charset="-122"/>
                                  <a:cs typeface="+mn-ea"/>
                                </a:rPr>
                                <m:t> </m:t>
                              </m:r>
                              <m:r>
                                <a:rPr kumimoji="1" lang="zh-CN" altLang="en-US" sz="2800">
                                  <a:solidFill>
                                    <a:prstClr val="black"/>
                                  </a:solidFill>
                                  <a:latin typeface="Cambria Math" panose="02040503050406030204" charset="0"/>
                                  <a:ea typeface="黑体" panose="02010609060101010101" pitchFamily="49" charset="-122"/>
                                  <a:cs typeface="+mn-ea"/>
                                </a:rPr>
                                <m:t>𝑓</m:t>
                              </m:r>
                            </m:e>
                            <m:sub>
                              <m:r>
                                <a:rPr kumimoji="1" lang="zh-CN" altLang="en-US" sz="2800">
                                  <a:solidFill>
                                    <a:prstClr val="black"/>
                                  </a:solidFill>
                                  <a:latin typeface="Cambria Math" panose="02040503050406030204" charset="0"/>
                                  <a:ea typeface="黑体" panose="02010609060101010101" pitchFamily="49" charset="-122"/>
                                  <a:cs typeface="+mn-ea"/>
                                </a:rPr>
                                <m:t>𝑥</m:t>
                              </m:r>
                            </m:sub>
                          </m:sSub>
                          <m:r>
                            <a:rPr kumimoji="1" lang="zh-CN" altLang="en-US" sz="2800">
                              <a:solidFill>
                                <a:prstClr val="black"/>
                              </a:solidFill>
                              <a:latin typeface="Cambria Math" panose="02040503050406030204" charset="0"/>
                              <a:ea typeface="黑体" panose="02010609060101010101" pitchFamily="49" charset="-122"/>
                              <a:cs typeface="+mn-ea"/>
                            </a:rPr>
                            <m:t>(</m:t>
                          </m:r>
                          <m:r>
                            <a:rPr kumimoji="1" lang="zh-CN" altLang="en-US" sz="2800">
                              <a:solidFill>
                                <a:prstClr val="black"/>
                              </a:solidFill>
                              <a:latin typeface="Cambria Math" panose="02040503050406030204" charset="0"/>
                              <a:ea typeface="黑体" panose="02010609060101010101" pitchFamily="49" charset="-122"/>
                              <a:cs typeface="+mn-ea"/>
                            </a:rPr>
                            <m:t>𝑥</m:t>
                          </m:r>
                          <m:r>
                            <a:rPr kumimoji="1" lang="zh-CN" altLang="en-US" sz="2800">
                              <a:solidFill>
                                <a:prstClr val="black"/>
                              </a:solidFill>
                              <a:latin typeface="Cambria Math" panose="02040503050406030204" charset="0"/>
                              <a:ea typeface="黑体" panose="02010609060101010101" pitchFamily="49" charset="-122"/>
                              <a:cs typeface="+mn-ea"/>
                            </a:rPr>
                            <m:t>,</m:t>
                          </m:r>
                          <m:r>
                            <a:rPr kumimoji="1" lang="zh-CN" altLang="en-US" sz="2800">
                              <a:solidFill>
                                <a:prstClr val="black"/>
                              </a:solidFill>
                              <a:latin typeface="Cambria Math" panose="02040503050406030204" charset="0"/>
                              <a:ea typeface="黑体" panose="02010609060101010101" pitchFamily="49" charset="-122"/>
                              <a:cs typeface="+mn-ea"/>
                            </a:rPr>
                            <m:t>𝑦</m:t>
                          </m:r>
                          <m:r>
                            <a:rPr kumimoji="1" lang="zh-CN" altLang="en-US" sz="2800">
                              <a:solidFill>
                                <a:prstClr val="black"/>
                              </a:solidFill>
                              <a:latin typeface="Cambria Math" panose="02040503050406030204" charset="0"/>
                              <a:ea typeface="黑体" panose="02010609060101010101" pitchFamily="49" charset="-122"/>
                              <a:cs typeface="+mn-ea"/>
                            </a:rPr>
                            <m:t>)</m:t>
                          </m:r>
                        </m:e>
                      </m:d>
                      <m:d>
                        <m:dPr>
                          <m:begChr m:val=""/>
                          <m:endChr m:val="|"/>
                          <m:ctrlPr>
                            <a:rPr kumimoji="1" lang="zh-CN" altLang="en-US" sz="2800" i="1">
                              <a:solidFill>
                                <a:prstClr val="black"/>
                              </a:solidFill>
                              <a:latin typeface="Cambria Math" panose="02040503050406030204" charset="0"/>
                              <a:ea typeface="黑体" panose="02010609060101010101" pitchFamily="49" charset="-122"/>
                              <a:cs typeface="+mn-ea"/>
                            </a:rPr>
                          </m:ctrlPr>
                        </m:dPr>
                        <m:e>
                          <m:r>
                            <a:rPr kumimoji="1" lang="en-US" altLang="zh-CN" sz="2800" b="0" i="0" smtClean="0">
                              <a:solidFill>
                                <a:prstClr val="black"/>
                              </a:solidFill>
                              <a:latin typeface="Cambria Math" panose="02040503050406030204" charset="0"/>
                              <a:ea typeface="黑体" panose="02010609060101010101" pitchFamily="49" charset="-122"/>
                              <a:cs typeface="+mn-ea"/>
                            </a:rPr>
                            <m:t> </m:t>
                          </m:r>
                        </m:e>
                      </m:d>
                      <m:r>
                        <a:rPr kumimoji="1" lang="zh-CN" altLang="en-US" sz="2800">
                          <a:solidFill>
                            <a:prstClr val="black"/>
                          </a:solidFill>
                          <a:latin typeface="Cambria Math" panose="02040503050406030204" charset="0"/>
                          <a:ea typeface="黑体" panose="02010609060101010101" pitchFamily="49" charset="-122"/>
                          <a:cs typeface="+mn-ea"/>
                        </a:rPr>
                        <m:t>​</m:t>
                      </m:r>
                      <m:sSub>
                        <m:sSubPr>
                          <m:ctrlPr>
                            <a:rPr kumimoji="1" lang="zh-CN" altLang="en-US" sz="2800" i="1">
                              <a:solidFill>
                                <a:prstClr val="black"/>
                              </a:solidFill>
                              <a:latin typeface="Cambria Math" panose="02040503050406030204" charset="0"/>
                              <a:ea typeface="黑体" panose="02010609060101010101" pitchFamily="49" charset="-122"/>
                              <a:cs typeface="+mn-ea"/>
                            </a:rPr>
                          </m:ctrlPr>
                        </m:sSubPr>
                        <m:e>
                          <m:r>
                            <a:rPr kumimoji="1" lang="zh-CN" altLang="en-US" sz="2800" i="1">
                              <a:solidFill>
                                <a:prstClr val="black"/>
                              </a:solidFill>
                              <a:latin typeface="Cambria Math" panose="02040503050406030204" charset="0"/>
                              <a:ea typeface="黑体" panose="02010609060101010101" pitchFamily="49" charset="-122"/>
                              <a:cs typeface="+mn-ea"/>
                            </a:rPr>
                            <m:t>𝛿</m:t>
                          </m:r>
                        </m:e>
                        <m:sub>
                          <m:r>
                            <a:rPr kumimoji="1" lang="zh-CN" altLang="en-US" sz="2800">
                              <a:solidFill>
                                <a:prstClr val="black"/>
                              </a:solidFill>
                              <a:latin typeface="Cambria Math" panose="02040503050406030204" charset="0"/>
                              <a:ea typeface="黑体" panose="02010609060101010101" pitchFamily="49" charset="-122"/>
                              <a:cs typeface="+mn-ea"/>
                            </a:rPr>
                            <m:t>𝑥</m:t>
                          </m:r>
                        </m:sub>
                      </m:sSub>
                      <m:r>
                        <a:rPr kumimoji="1" lang="zh-CN" altLang="en-US" sz="2800">
                          <a:solidFill>
                            <a:prstClr val="black"/>
                          </a:solidFill>
                          <a:latin typeface="Cambria Math" panose="02040503050406030204" charset="0"/>
                          <a:ea typeface="黑体" panose="02010609060101010101" pitchFamily="49" charset="-122"/>
                          <a:cs typeface="+mn-ea"/>
                        </a:rPr>
                        <m:t>+</m:t>
                      </m:r>
                      <m:d>
                        <m:dPr>
                          <m:begChr m:val="|"/>
                          <m:endChr m:val=""/>
                          <m:ctrlPr>
                            <a:rPr kumimoji="1" lang="zh-CN" altLang="en-US" sz="2800" i="1">
                              <a:solidFill>
                                <a:prstClr val="black"/>
                              </a:solidFill>
                              <a:latin typeface="Cambria Math" panose="02040503050406030204" charset="0"/>
                              <a:ea typeface="黑体" panose="02010609060101010101" pitchFamily="49" charset="-122"/>
                              <a:cs typeface="+mn-ea"/>
                            </a:rPr>
                          </m:ctrlPr>
                        </m:dPr>
                        <m:e>
                          <m:r>
                            <a:rPr kumimoji="1" lang="en-US" altLang="zh-CN" sz="2800" b="0" i="0" smtClean="0">
                              <a:solidFill>
                                <a:prstClr val="black"/>
                              </a:solidFill>
                              <a:latin typeface="Cambria Math" panose="02040503050406030204" charset="0"/>
                              <a:ea typeface="黑体" panose="02010609060101010101" pitchFamily="49" charset="-122"/>
                              <a:cs typeface="+mn-ea"/>
                            </a:rPr>
                            <m:t> </m:t>
                          </m:r>
                        </m:e>
                      </m:d>
                      <m:sSub>
                        <m:sSubPr>
                          <m:ctrlPr>
                            <a:rPr kumimoji="1" lang="zh-CN" altLang="en-US" sz="2800" i="1">
                              <a:solidFill>
                                <a:prstClr val="black"/>
                              </a:solidFill>
                              <a:latin typeface="Cambria Math" panose="02040503050406030204" charset="0"/>
                              <a:ea typeface="黑体" panose="02010609060101010101" pitchFamily="49" charset="-122"/>
                              <a:cs typeface="+mn-ea"/>
                            </a:rPr>
                          </m:ctrlPr>
                        </m:sSubPr>
                        <m:e>
                          <m:r>
                            <a:rPr kumimoji="1" lang="zh-CN" altLang="en-US" sz="2800">
                              <a:solidFill>
                                <a:prstClr val="black"/>
                              </a:solidFill>
                              <a:latin typeface="Cambria Math" panose="02040503050406030204" charset="0"/>
                              <a:ea typeface="黑体" panose="02010609060101010101" pitchFamily="49" charset="-122"/>
                              <a:cs typeface="+mn-ea"/>
                            </a:rPr>
                            <m:t>𝑓</m:t>
                          </m:r>
                        </m:e>
                        <m:sub>
                          <m:r>
                            <a:rPr kumimoji="1" lang="zh-CN" altLang="en-US" sz="2800">
                              <a:solidFill>
                                <a:prstClr val="black"/>
                              </a:solidFill>
                              <a:latin typeface="Cambria Math" panose="02040503050406030204" charset="0"/>
                              <a:ea typeface="黑体" panose="02010609060101010101" pitchFamily="49" charset="-122"/>
                              <a:cs typeface="+mn-ea"/>
                            </a:rPr>
                            <m:t>𝑦</m:t>
                          </m:r>
                        </m:sub>
                      </m:sSub>
                      <m:r>
                        <a:rPr kumimoji="1" lang="zh-CN" altLang="en-US" sz="2800">
                          <a:solidFill>
                            <a:prstClr val="black"/>
                          </a:solidFill>
                          <a:latin typeface="Cambria Math" panose="02040503050406030204" charset="0"/>
                          <a:ea typeface="黑体" panose="02010609060101010101" pitchFamily="49" charset="-122"/>
                          <a:cs typeface="+mn-ea"/>
                        </a:rPr>
                        <m:t>(</m:t>
                      </m:r>
                      <m:r>
                        <a:rPr kumimoji="1" lang="zh-CN" altLang="en-US" sz="2800">
                          <a:solidFill>
                            <a:prstClr val="black"/>
                          </a:solidFill>
                          <a:latin typeface="Cambria Math" panose="02040503050406030204" charset="0"/>
                          <a:ea typeface="黑体" panose="02010609060101010101" pitchFamily="49" charset="-122"/>
                          <a:cs typeface="+mn-ea"/>
                        </a:rPr>
                        <m:t>𝑥</m:t>
                      </m:r>
                      <m:r>
                        <a:rPr kumimoji="1" lang="zh-CN" altLang="en-US" sz="2800">
                          <a:solidFill>
                            <a:prstClr val="black"/>
                          </a:solidFill>
                          <a:latin typeface="Cambria Math" panose="02040503050406030204" charset="0"/>
                          <a:ea typeface="黑体" panose="02010609060101010101" pitchFamily="49" charset="-122"/>
                          <a:cs typeface="+mn-ea"/>
                        </a:rPr>
                        <m:t>,</m:t>
                      </m:r>
                      <m:r>
                        <a:rPr kumimoji="1" lang="zh-CN" altLang="en-US" sz="2800">
                          <a:solidFill>
                            <a:prstClr val="black"/>
                          </a:solidFill>
                          <a:latin typeface="Cambria Math" panose="02040503050406030204" charset="0"/>
                          <a:ea typeface="黑体" panose="02010609060101010101" pitchFamily="49" charset="-122"/>
                          <a:cs typeface="+mn-ea"/>
                        </a:rPr>
                        <m:t>𝑦</m:t>
                      </m:r>
                      <m:r>
                        <a:rPr kumimoji="1" lang="zh-CN" altLang="en-US" sz="2800">
                          <a:solidFill>
                            <a:prstClr val="black"/>
                          </a:solidFill>
                          <a:latin typeface="Cambria Math" panose="02040503050406030204" charset="0"/>
                          <a:ea typeface="黑体" panose="02010609060101010101" pitchFamily="49" charset="-122"/>
                          <a:cs typeface="+mn-ea"/>
                        </a:rPr>
                        <m:t>)</m:t>
                      </m:r>
                      <m:d>
                        <m:dPr>
                          <m:begChr m:val=""/>
                          <m:endChr m:val="|"/>
                          <m:ctrlPr>
                            <a:rPr kumimoji="1" lang="zh-CN" altLang="en-US" sz="2800" i="1">
                              <a:solidFill>
                                <a:prstClr val="black"/>
                              </a:solidFill>
                              <a:latin typeface="Cambria Math" panose="02040503050406030204" charset="0"/>
                              <a:ea typeface="黑体" panose="02010609060101010101" pitchFamily="49" charset="-122"/>
                              <a:cs typeface="+mn-ea"/>
                            </a:rPr>
                          </m:ctrlPr>
                        </m:dPr>
                        <m:e>
                          <m:r>
                            <a:rPr kumimoji="1" lang="en-US" altLang="zh-CN" sz="2800" b="0" i="0" smtClean="0">
                              <a:solidFill>
                                <a:prstClr val="black"/>
                              </a:solidFill>
                              <a:latin typeface="Cambria Math" panose="02040503050406030204" charset="0"/>
                              <a:ea typeface="黑体" panose="02010609060101010101" pitchFamily="49" charset="-122"/>
                              <a:cs typeface="+mn-ea"/>
                            </a:rPr>
                            <m:t> </m:t>
                          </m:r>
                        </m:e>
                      </m:d>
                      <m:sSub>
                        <m:sSubPr>
                          <m:ctrlPr>
                            <a:rPr kumimoji="1" lang="zh-CN" altLang="en-US" sz="2800" i="1">
                              <a:solidFill>
                                <a:prstClr val="black"/>
                              </a:solidFill>
                              <a:latin typeface="Cambria Math" panose="02040503050406030204" charset="0"/>
                              <a:ea typeface="黑体" panose="02010609060101010101" pitchFamily="49" charset="-122"/>
                              <a:cs typeface="+mn-ea"/>
                            </a:rPr>
                          </m:ctrlPr>
                        </m:sSubPr>
                        <m:e>
                          <m:r>
                            <a:rPr kumimoji="1" lang="zh-CN" altLang="en-US" sz="2800" i="1">
                              <a:solidFill>
                                <a:prstClr val="black"/>
                              </a:solidFill>
                              <a:latin typeface="Cambria Math" panose="02040503050406030204" charset="0"/>
                              <a:ea typeface="黑体" panose="02010609060101010101" pitchFamily="49" charset="-122"/>
                              <a:cs typeface="+mn-ea"/>
                            </a:rPr>
                            <m:t>𝛿</m:t>
                          </m:r>
                        </m:e>
                        <m:sub>
                          <m:r>
                            <a:rPr kumimoji="1" lang="zh-CN" altLang="en-US" sz="2800">
                              <a:solidFill>
                                <a:prstClr val="black"/>
                              </a:solidFill>
                              <a:latin typeface="Cambria Math" panose="02040503050406030204" charset="0"/>
                              <a:ea typeface="黑体" panose="02010609060101010101" pitchFamily="49" charset="-122"/>
                              <a:cs typeface="+mn-ea"/>
                            </a:rPr>
                            <m:t>𝑦</m:t>
                          </m:r>
                        </m:sub>
                      </m:sSub>
                      <m:r>
                        <a:rPr kumimoji="1" lang="zh-CN" altLang="en-US" sz="2800">
                          <a:solidFill>
                            <a:prstClr val="black"/>
                          </a:solidFill>
                          <a:latin typeface="Cambria Math" panose="02040503050406030204" charset="0"/>
                          <a:ea typeface="黑体" panose="02010609060101010101" pitchFamily="49" charset="-122"/>
                          <a:cs typeface="+mn-ea"/>
                        </a:rPr>
                        <m:t>;</m:t>
                      </m:r>
                    </m:oMath>
                  </m:oMathPara>
                </a14:m>
                <a:endParaRPr kumimoji="1" lang="zh-CN" altLang="en-US" sz="2800" dirty="0">
                  <a:solidFill>
                    <a:prstClr val="black"/>
                  </a:solidFill>
                  <a:latin typeface="Times New Roman" panose="02020603050405020304"/>
                  <a:ea typeface="黑体" panose="02010609060101010101" pitchFamily="49" charset="-122"/>
                  <a:cs typeface="+mn-ea"/>
                </a:endParaRPr>
              </a:p>
            </p:txBody>
          </p:sp>
        </mc:Choice>
        <mc:Fallback>
          <p:sp>
            <p:nvSpPr>
              <p:cNvPr id="8" name="Object 10"/>
              <p:cNvSpPr txBox="1">
                <a:spLocks noRot="1" noChangeAspect="1" noMove="1" noResize="1" noEditPoints="1" noAdjustHandles="1" noChangeArrowheads="1" noChangeShapeType="1" noTextEdit="1"/>
              </p:cNvSpPr>
              <p:nvPr/>
            </p:nvSpPr>
            <p:spPr bwMode="auto">
              <a:xfrm>
                <a:off x="3787320" y="3445676"/>
                <a:ext cx="5541012" cy="520700"/>
              </a:xfrm>
              <a:prstGeom prst="rect">
                <a:avLst/>
              </a:prstGeom>
              <a:blipFill rotWithShape="1">
                <a:blip r:embed="rId5"/>
                <a:stretch>
                  <a:fillRect l="-3" t="-32" r="3" b="32"/>
                </a:stretch>
              </a:blipFill>
              <a:ln>
                <a:noFill/>
              </a:ln>
              <a:effectLst/>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9" name="Text Box 11"/>
              <p:cNvSpPr txBox="1">
                <a:spLocks noChangeArrowheads="1"/>
              </p:cNvSpPr>
              <p:nvPr/>
            </p:nvSpPr>
            <p:spPr bwMode="auto">
              <a:xfrm>
                <a:off x="2409372" y="4114533"/>
                <a:ext cx="3886200" cy="5191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lvl="0" fontAlgn="base">
                  <a:spcBef>
                    <a:spcPct val="50000"/>
                  </a:spcBef>
                  <a:spcAft>
                    <a:spcPct val="0"/>
                  </a:spcAft>
                  <a:defRPr/>
                </a:pPr>
                <a14:m>
                  <m:oMath xmlns:m="http://schemas.openxmlformats.org/officeDocument/2006/math">
                    <m:r>
                      <a:rPr kumimoji="1" lang="zh-CN" altLang="en-US" sz="2800">
                        <a:solidFill>
                          <a:prstClr val="black"/>
                        </a:solidFill>
                        <a:latin typeface="Cambria Math" panose="02040503050406030204" charset="0"/>
                        <a:ea typeface="黑体" panose="02010609060101010101" pitchFamily="49" charset="-122"/>
                        <a:cs typeface="+mn-ea"/>
                      </a:rPr>
                      <m:t>𝑧</m:t>
                    </m:r>
                  </m:oMath>
                </a14:m>
                <a:r>
                  <a:rPr kumimoji="1" lang="zh-CN" altLang="en-US" sz="2800" dirty="0">
                    <a:solidFill>
                      <a:prstClr val="black"/>
                    </a:solidFill>
                    <a:latin typeface="Times New Roman" panose="02020603050405020304"/>
                    <a:ea typeface="黑体" panose="02010609060101010101" pitchFamily="49" charset="-122"/>
                    <a:cs typeface="+mn-ea"/>
                    <a:sym typeface="+mn-lt"/>
                  </a:rPr>
                  <a:t> 的相对误差约为</a:t>
                </a:r>
                <a:endParaRPr kumimoji="1" lang="zh-CN" altLang="en-US" sz="2800" dirty="0">
                  <a:solidFill>
                    <a:prstClr val="black"/>
                  </a:solidFill>
                  <a:latin typeface="Times New Roman" panose="02020603050405020304"/>
                  <a:ea typeface="黑体" panose="02010609060101010101" pitchFamily="49" charset="-122"/>
                  <a:cs typeface="+mn-ea"/>
                  <a:sym typeface="+mn-lt"/>
                </a:endParaRPr>
              </a:p>
            </p:txBody>
          </p:sp>
        </mc:Choice>
        <mc:Fallback>
          <p:sp>
            <p:nvSpPr>
              <p:cNvPr id="9" name="Text Box 11"/>
              <p:cNvSpPr txBox="1">
                <a:spLocks noRot="1" noChangeAspect="1" noMove="1" noResize="1" noEditPoints="1" noAdjustHandles="1" noChangeArrowheads="1" noChangeShapeType="1" noTextEdit="1"/>
              </p:cNvSpPr>
              <p:nvPr/>
            </p:nvSpPr>
            <p:spPr bwMode="auto">
              <a:xfrm>
                <a:off x="2409372" y="4114533"/>
                <a:ext cx="3886200" cy="519113"/>
              </a:xfrm>
              <a:prstGeom prst="rect">
                <a:avLst/>
              </a:prstGeom>
              <a:blipFill rotWithShape="1">
                <a:blip r:embed="rId6"/>
                <a:stretch>
                  <a:fillRect l="-5" t="-71" r="5" b="10"/>
                </a:stretch>
              </a:blip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0" name="Object 12"/>
              <p:cNvSpPr txBox="1"/>
              <p:nvPr/>
            </p:nvSpPr>
            <p:spPr bwMode="auto">
              <a:xfrm>
                <a:off x="3810454" y="4723747"/>
                <a:ext cx="5391151" cy="1028700"/>
              </a:xfrm>
              <a:prstGeom prst="rect">
                <a:avLst/>
              </a:prstGeom>
              <a:noFill/>
              <a:ln>
                <a:noFill/>
              </a:ln>
              <a:effectLst/>
            </p:spPr>
            <p:txBody>
              <a:bodyPr>
                <a:noAutofit/>
              </a:bodyPr>
              <a:lstStyle/>
              <a:p>
                <a14:m>
                  <m:oMathPara xmlns:m="http://schemas.openxmlformats.org/officeDocument/2006/math">
                    <m:oMathParaPr>
                      <m:jc m:val="left"/>
                    </m:oMathParaPr>
                    <m:oMath xmlns:m="http://schemas.openxmlformats.org/officeDocument/2006/math">
                      <m:f>
                        <m:fPr>
                          <m:ctrlPr>
                            <a:rPr kumimoji="1" lang="zh-CN" altLang="en-US" sz="2800" i="1">
                              <a:solidFill>
                                <a:prstClr val="black"/>
                              </a:solidFill>
                              <a:latin typeface="Cambria Math" panose="02040503050406030204" charset="0"/>
                              <a:ea typeface="黑体" panose="02010609060101010101" pitchFamily="49" charset="-122"/>
                              <a:cs typeface="+mn-ea"/>
                            </a:rPr>
                          </m:ctrlPr>
                        </m:fPr>
                        <m:num>
                          <m:sSub>
                            <m:sSubPr>
                              <m:ctrlPr>
                                <a:rPr kumimoji="1" lang="zh-CN" altLang="en-US" sz="2800" i="1">
                                  <a:solidFill>
                                    <a:prstClr val="black"/>
                                  </a:solidFill>
                                  <a:latin typeface="Cambria Math" panose="02040503050406030204" charset="0"/>
                                  <a:ea typeface="黑体" panose="02010609060101010101" pitchFamily="49" charset="-122"/>
                                  <a:cs typeface="+mn-ea"/>
                                </a:rPr>
                              </m:ctrlPr>
                            </m:sSubPr>
                            <m:e>
                              <m:r>
                                <a:rPr kumimoji="1" lang="zh-CN" altLang="en-US" sz="2800" i="1">
                                  <a:solidFill>
                                    <a:prstClr val="black"/>
                                  </a:solidFill>
                                  <a:latin typeface="Cambria Math" panose="02040503050406030204" charset="0"/>
                                  <a:ea typeface="黑体" panose="02010609060101010101" pitchFamily="49" charset="-122"/>
                                  <a:cs typeface="+mn-ea"/>
                                </a:rPr>
                                <m:t>𝛿</m:t>
                              </m:r>
                            </m:e>
                            <m:sub>
                              <m:r>
                                <a:rPr kumimoji="1" lang="zh-CN" altLang="en-US" sz="2800">
                                  <a:solidFill>
                                    <a:prstClr val="black"/>
                                  </a:solidFill>
                                  <a:latin typeface="Cambria Math" panose="02040503050406030204" charset="0"/>
                                  <a:ea typeface="黑体" panose="02010609060101010101" pitchFamily="49" charset="-122"/>
                                  <a:cs typeface="+mn-ea"/>
                                </a:rPr>
                                <m:t>𝑧</m:t>
                              </m:r>
                            </m:sub>
                          </m:sSub>
                        </m:num>
                        <m:den>
                          <m:d>
                            <m:dPr>
                              <m:begChr m:val="|"/>
                              <m:endChr m:val="|"/>
                              <m:ctrlPr>
                                <a:rPr kumimoji="1" lang="zh-CN" altLang="en-US" sz="2800" i="1">
                                  <a:solidFill>
                                    <a:prstClr val="black"/>
                                  </a:solidFill>
                                  <a:latin typeface="Cambria Math" panose="02040503050406030204" charset="0"/>
                                  <a:ea typeface="黑体" panose="02010609060101010101" pitchFamily="49" charset="-122"/>
                                  <a:cs typeface="+mn-ea"/>
                                </a:rPr>
                              </m:ctrlPr>
                            </m:dPr>
                            <m:e>
                              <m:r>
                                <a:rPr kumimoji="1" lang="zh-CN" altLang="en-US" sz="2800">
                                  <a:solidFill>
                                    <a:prstClr val="black"/>
                                  </a:solidFill>
                                  <a:latin typeface="Cambria Math" panose="02040503050406030204" charset="0"/>
                                  <a:ea typeface="黑体" panose="02010609060101010101" pitchFamily="49" charset="-122"/>
                                  <a:cs typeface="+mn-ea"/>
                                </a:rPr>
                                <m:t>​</m:t>
                              </m:r>
                              <m:r>
                                <a:rPr kumimoji="1" lang="zh-CN" altLang="en-US" sz="2800">
                                  <a:solidFill>
                                    <a:prstClr val="black"/>
                                  </a:solidFill>
                                  <a:latin typeface="Cambria Math" panose="02040503050406030204" charset="0"/>
                                  <a:ea typeface="黑体" panose="02010609060101010101" pitchFamily="49" charset="-122"/>
                                  <a:cs typeface="+mn-ea"/>
                                </a:rPr>
                                <m:t>𝑧</m:t>
                              </m:r>
                              <m:r>
                                <a:rPr kumimoji="1" lang="zh-CN" altLang="en-US" sz="2800">
                                  <a:solidFill>
                                    <a:prstClr val="black"/>
                                  </a:solidFill>
                                  <a:latin typeface="Cambria Math" panose="02040503050406030204" charset="0"/>
                                  <a:ea typeface="黑体" panose="02010609060101010101" pitchFamily="49" charset="-122"/>
                                  <a:cs typeface="+mn-ea"/>
                                </a:rPr>
                                <m:t>​</m:t>
                              </m:r>
                            </m:e>
                          </m:d>
                        </m:den>
                      </m:f>
                      <m:r>
                        <a:rPr kumimoji="1" lang="zh-CN" altLang="en-US" sz="2800">
                          <a:solidFill>
                            <a:prstClr val="black"/>
                          </a:solidFill>
                          <a:latin typeface="Cambria Math" panose="02040503050406030204" charset="0"/>
                          <a:ea typeface="黑体" panose="02010609060101010101" pitchFamily="49" charset="-122"/>
                          <a:cs typeface="+mn-ea"/>
                        </a:rPr>
                        <m:t>=</m:t>
                      </m:r>
                      <m:d>
                        <m:dPr>
                          <m:begChr m:val="|"/>
                          <m:endChr m:val="|"/>
                          <m:ctrlPr>
                            <a:rPr kumimoji="1" lang="zh-CN" altLang="en-US" sz="2800" i="1">
                              <a:solidFill>
                                <a:prstClr val="black"/>
                              </a:solidFill>
                              <a:latin typeface="Cambria Math" panose="02040503050406030204" charset="0"/>
                              <a:ea typeface="黑体" panose="02010609060101010101" pitchFamily="49" charset="-122"/>
                              <a:cs typeface="+mn-ea"/>
                            </a:rPr>
                          </m:ctrlPr>
                        </m:dPr>
                        <m:e>
                          <m:f>
                            <m:fPr>
                              <m:ctrlPr>
                                <a:rPr kumimoji="1" lang="zh-CN" altLang="en-US" sz="2800" i="1">
                                  <a:solidFill>
                                    <a:prstClr val="black"/>
                                  </a:solidFill>
                                  <a:latin typeface="Cambria Math" panose="02040503050406030204" charset="0"/>
                                  <a:ea typeface="黑体" panose="02010609060101010101" pitchFamily="49" charset="-122"/>
                                  <a:cs typeface="+mn-ea"/>
                                </a:rPr>
                              </m:ctrlPr>
                            </m:fPr>
                            <m:num>
                              <m:sSub>
                                <m:sSubPr>
                                  <m:ctrlPr>
                                    <a:rPr kumimoji="1" lang="zh-CN" altLang="en-US" sz="2800" i="1">
                                      <a:solidFill>
                                        <a:prstClr val="black"/>
                                      </a:solidFill>
                                      <a:latin typeface="Cambria Math" panose="02040503050406030204" charset="0"/>
                                      <a:ea typeface="黑体" panose="02010609060101010101" pitchFamily="49" charset="-122"/>
                                      <a:cs typeface="+mn-ea"/>
                                    </a:rPr>
                                  </m:ctrlPr>
                                </m:sSubPr>
                                <m:e>
                                  <m:r>
                                    <a:rPr kumimoji="1" lang="zh-CN" altLang="en-US" sz="2800">
                                      <a:solidFill>
                                        <a:prstClr val="black"/>
                                      </a:solidFill>
                                      <a:latin typeface="Cambria Math" panose="02040503050406030204" charset="0"/>
                                      <a:ea typeface="黑体" panose="02010609060101010101" pitchFamily="49" charset="-122"/>
                                      <a:cs typeface="+mn-ea"/>
                                    </a:rPr>
                                    <m:t>𝑓</m:t>
                                  </m:r>
                                </m:e>
                                <m:sub>
                                  <m:r>
                                    <a:rPr kumimoji="1" lang="zh-CN" altLang="en-US" sz="2800">
                                      <a:solidFill>
                                        <a:prstClr val="black"/>
                                      </a:solidFill>
                                      <a:latin typeface="Cambria Math" panose="02040503050406030204" charset="0"/>
                                      <a:ea typeface="黑体" panose="02010609060101010101" pitchFamily="49" charset="-122"/>
                                      <a:cs typeface="+mn-ea"/>
                                    </a:rPr>
                                    <m:t>𝑥</m:t>
                                  </m:r>
                                </m:sub>
                              </m:sSub>
                              <m:r>
                                <a:rPr kumimoji="1" lang="zh-CN" altLang="en-US" sz="2800">
                                  <a:solidFill>
                                    <a:prstClr val="black"/>
                                  </a:solidFill>
                                  <a:latin typeface="Cambria Math" panose="02040503050406030204" charset="0"/>
                                  <a:ea typeface="黑体" panose="02010609060101010101" pitchFamily="49" charset="-122"/>
                                  <a:cs typeface="+mn-ea"/>
                                </a:rPr>
                                <m:t>(</m:t>
                              </m:r>
                              <m:r>
                                <a:rPr kumimoji="1" lang="zh-CN" altLang="en-US" sz="2800">
                                  <a:solidFill>
                                    <a:prstClr val="black"/>
                                  </a:solidFill>
                                  <a:latin typeface="Cambria Math" panose="02040503050406030204" charset="0"/>
                                  <a:ea typeface="黑体" panose="02010609060101010101" pitchFamily="49" charset="-122"/>
                                  <a:cs typeface="+mn-ea"/>
                                </a:rPr>
                                <m:t>𝑥</m:t>
                              </m:r>
                              <m:r>
                                <a:rPr kumimoji="1" lang="zh-CN" altLang="en-US" sz="2800">
                                  <a:solidFill>
                                    <a:prstClr val="black"/>
                                  </a:solidFill>
                                  <a:latin typeface="Cambria Math" panose="02040503050406030204" charset="0"/>
                                  <a:ea typeface="黑体" panose="02010609060101010101" pitchFamily="49" charset="-122"/>
                                  <a:cs typeface="+mn-ea"/>
                                </a:rPr>
                                <m:t>,</m:t>
                              </m:r>
                              <m:r>
                                <a:rPr kumimoji="1" lang="zh-CN" altLang="en-US" sz="2800">
                                  <a:solidFill>
                                    <a:prstClr val="black"/>
                                  </a:solidFill>
                                  <a:latin typeface="Cambria Math" panose="02040503050406030204" charset="0"/>
                                  <a:ea typeface="黑体" panose="02010609060101010101" pitchFamily="49" charset="-122"/>
                                  <a:cs typeface="+mn-ea"/>
                                </a:rPr>
                                <m:t>𝑦</m:t>
                              </m:r>
                              <m:r>
                                <a:rPr kumimoji="1" lang="zh-CN" altLang="en-US" sz="2800">
                                  <a:solidFill>
                                    <a:prstClr val="black"/>
                                  </a:solidFill>
                                  <a:latin typeface="Cambria Math" panose="02040503050406030204" charset="0"/>
                                  <a:ea typeface="黑体" panose="02010609060101010101" pitchFamily="49" charset="-122"/>
                                  <a:cs typeface="+mn-ea"/>
                                </a:rPr>
                                <m:t>)</m:t>
                              </m:r>
                            </m:num>
                            <m:den>
                              <m:r>
                                <a:rPr kumimoji="1" lang="zh-CN" altLang="en-US" sz="2800">
                                  <a:solidFill>
                                    <a:prstClr val="black"/>
                                  </a:solidFill>
                                  <a:latin typeface="Cambria Math" panose="02040503050406030204" charset="0"/>
                                  <a:ea typeface="黑体" panose="02010609060101010101" pitchFamily="49" charset="-122"/>
                                  <a:cs typeface="+mn-ea"/>
                                </a:rPr>
                                <m:t>𝑓</m:t>
                              </m:r>
                              <m:r>
                                <a:rPr kumimoji="1" lang="zh-CN" altLang="en-US" sz="2800">
                                  <a:solidFill>
                                    <a:prstClr val="black"/>
                                  </a:solidFill>
                                  <a:latin typeface="Cambria Math" panose="02040503050406030204" charset="0"/>
                                  <a:ea typeface="黑体" panose="02010609060101010101" pitchFamily="49" charset="-122"/>
                                  <a:cs typeface="+mn-ea"/>
                                </a:rPr>
                                <m:t>(</m:t>
                              </m:r>
                              <m:r>
                                <a:rPr kumimoji="1" lang="zh-CN" altLang="en-US" sz="2800">
                                  <a:solidFill>
                                    <a:prstClr val="black"/>
                                  </a:solidFill>
                                  <a:latin typeface="Cambria Math" panose="02040503050406030204" charset="0"/>
                                  <a:ea typeface="黑体" panose="02010609060101010101" pitchFamily="49" charset="-122"/>
                                  <a:cs typeface="+mn-ea"/>
                                </a:rPr>
                                <m:t>𝑥</m:t>
                              </m:r>
                              <m:r>
                                <a:rPr kumimoji="1" lang="zh-CN" altLang="en-US" sz="2800">
                                  <a:solidFill>
                                    <a:prstClr val="black"/>
                                  </a:solidFill>
                                  <a:latin typeface="Cambria Math" panose="02040503050406030204" charset="0"/>
                                  <a:ea typeface="黑体" panose="02010609060101010101" pitchFamily="49" charset="-122"/>
                                  <a:cs typeface="+mn-ea"/>
                                </a:rPr>
                                <m:t>,</m:t>
                              </m:r>
                              <m:r>
                                <a:rPr kumimoji="1" lang="zh-CN" altLang="en-US" sz="2800">
                                  <a:solidFill>
                                    <a:prstClr val="black"/>
                                  </a:solidFill>
                                  <a:latin typeface="Cambria Math" panose="02040503050406030204" charset="0"/>
                                  <a:ea typeface="黑体" panose="02010609060101010101" pitchFamily="49" charset="-122"/>
                                  <a:cs typeface="+mn-ea"/>
                                </a:rPr>
                                <m:t>𝑦</m:t>
                              </m:r>
                              <m:r>
                                <a:rPr kumimoji="1" lang="zh-CN" altLang="en-US" sz="2800">
                                  <a:solidFill>
                                    <a:prstClr val="black"/>
                                  </a:solidFill>
                                  <a:latin typeface="Cambria Math" panose="02040503050406030204" charset="0"/>
                                  <a:ea typeface="黑体" panose="02010609060101010101" pitchFamily="49" charset="-122"/>
                                  <a:cs typeface="+mn-ea"/>
                                </a:rPr>
                                <m:t>)</m:t>
                              </m:r>
                            </m:den>
                          </m:f>
                        </m:e>
                      </m:d>
                      <m:r>
                        <a:rPr kumimoji="1" lang="zh-CN" altLang="en-US" sz="2800">
                          <a:solidFill>
                            <a:prstClr val="black"/>
                          </a:solidFill>
                          <a:latin typeface="Cambria Math" panose="02040503050406030204" charset="0"/>
                          <a:ea typeface="黑体" panose="02010609060101010101" pitchFamily="49" charset="-122"/>
                          <a:cs typeface="+mn-ea"/>
                        </a:rPr>
                        <m:t>​</m:t>
                      </m:r>
                      <m:sSub>
                        <m:sSubPr>
                          <m:ctrlPr>
                            <a:rPr kumimoji="1" lang="zh-CN" altLang="en-US" sz="2800" i="1">
                              <a:solidFill>
                                <a:prstClr val="black"/>
                              </a:solidFill>
                              <a:latin typeface="Cambria Math" panose="02040503050406030204" charset="0"/>
                              <a:ea typeface="黑体" panose="02010609060101010101" pitchFamily="49" charset="-122"/>
                              <a:cs typeface="+mn-ea"/>
                            </a:rPr>
                          </m:ctrlPr>
                        </m:sSubPr>
                        <m:e>
                          <m:r>
                            <a:rPr kumimoji="1" lang="zh-CN" altLang="en-US" sz="2800" i="1">
                              <a:solidFill>
                                <a:prstClr val="black"/>
                              </a:solidFill>
                              <a:latin typeface="Cambria Math" panose="02040503050406030204" charset="0"/>
                              <a:ea typeface="黑体" panose="02010609060101010101" pitchFamily="49" charset="-122"/>
                              <a:cs typeface="+mn-ea"/>
                            </a:rPr>
                            <m:t>𝛿</m:t>
                          </m:r>
                        </m:e>
                        <m:sub>
                          <m:r>
                            <a:rPr kumimoji="1" lang="zh-CN" altLang="en-US" sz="2800">
                              <a:solidFill>
                                <a:prstClr val="black"/>
                              </a:solidFill>
                              <a:latin typeface="Cambria Math" panose="02040503050406030204" charset="0"/>
                              <a:ea typeface="黑体" panose="02010609060101010101" pitchFamily="49" charset="-122"/>
                              <a:cs typeface="+mn-ea"/>
                            </a:rPr>
                            <m:t>𝑥</m:t>
                          </m:r>
                        </m:sub>
                      </m:sSub>
                      <m:r>
                        <a:rPr kumimoji="1" lang="zh-CN" altLang="en-US" sz="2800">
                          <a:solidFill>
                            <a:prstClr val="black"/>
                          </a:solidFill>
                          <a:latin typeface="Cambria Math" panose="02040503050406030204" charset="0"/>
                          <a:ea typeface="黑体" panose="02010609060101010101" pitchFamily="49" charset="-122"/>
                          <a:cs typeface="+mn-ea"/>
                        </a:rPr>
                        <m:t>+</m:t>
                      </m:r>
                      <m:d>
                        <m:dPr>
                          <m:begChr m:val="|"/>
                          <m:endChr m:val="|"/>
                          <m:ctrlPr>
                            <a:rPr kumimoji="1" lang="zh-CN" altLang="en-US" sz="2800" i="1">
                              <a:solidFill>
                                <a:prstClr val="black"/>
                              </a:solidFill>
                              <a:latin typeface="Cambria Math" panose="02040503050406030204" charset="0"/>
                              <a:ea typeface="黑体" panose="02010609060101010101" pitchFamily="49" charset="-122"/>
                              <a:cs typeface="+mn-ea"/>
                            </a:rPr>
                          </m:ctrlPr>
                        </m:dPr>
                        <m:e>
                          <m:f>
                            <m:fPr>
                              <m:ctrlPr>
                                <a:rPr kumimoji="1" lang="zh-CN" altLang="en-US" sz="2800" i="1">
                                  <a:solidFill>
                                    <a:prstClr val="black"/>
                                  </a:solidFill>
                                  <a:latin typeface="Cambria Math" panose="02040503050406030204" charset="0"/>
                                  <a:ea typeface="黑体" panose="02010609060101010101" pitchFamily="49" charset="-122"/>
                                  <a:cs typeface="+mn-ea"/>
                                </a:rPr>
                              </m:ctrlPr>
                            </m:fPr>
                            <m:num>
                              <m:sSub>
                                <m:sSubPr>
                                  <m:ctrlPr>
                                    <a:rPr kumimoji="1" lang="zh-CN" altLang="en-US" sz="2800" i="1">
                                      <a:solidFill>
                                        <a:prstClr val="black"/>
                                      </a:solidFill>
                                      <a:latin typeface="Cambria Math" panose="02040503050406030204" charset="0"/>
                                      <a:ea typeface="黑体" panose="02010609060101010101" pitchFamily="49" charset="-122"/>
                                      <a:cs typeface="+mn-ea"/>
                                    </a:rPr>
                                  </m:ctrlPr>
                                </m:sSubPr>
                                <m:e>
                                  <m:r>
                                    <a:rPr kumimoji="1" lang="zh-CN" altLang="en-US" sz="2800">
                                      <a:solidFill>
                                        <a:prstClr val="black"/>
                                      </a:solidFill>
                                      <a:latin typeface="Cambria Math" panose="02040503050406030204" charset="0"/>
                                      <a:ea typeface="黑体" panose="02010609060101010101" pitchFamily="49" charset="-122"/>
                                      <a:cs typeface="+mn-ea"/>
                                    </a:rPr>
                                    <m:t>𝑓</m:t>
                                  </m:r>
                                </m:e>
                                <m:sub>
                                  <m:r>
                                    <a:rPr kumimoji="1" lang="zh-CN" altLang="en-US" sz="2800">
                                      <a:solidFill>
                                        <a:prstClr val="black"/>
                                      </a:solidFill>
                                      <a:latin typeface="Cambria Math" panose="02040503050406030204" charset="0"/>
                                      <a:ea typeface="黑体" panose="02010609060101010101" pitchFamily="49" charset="-122"/>
                                      <a:cs typeface="+mn-ea"/>
                                    </a:rPr>
                                    <m:t>𝑦</m:t>
                                  </m:r>
                                </m:sub>
                              </m:sSub>
                              <m:r>
                                <a:rPr kumimoji="1" lang="zh-CN" altLang="en-US" sz="2800">
                                  <a:solidFill>
                                    <a:prstClr val="black"/>
                                  </a:solidFill>
                                  <a:latin typeface="Cambria Math" panose="02040503050406030204" charset="0"/>
                                  <a:ea typeface="黑体" panose="02010609060101010101" pitchFamily="49" charset="-122"/>
                                  <a:cs typeface="+mn-ea"/>
                                </a:rPr>
                                <m:t>(</m:t>
                              </m:r>
                              <m:r>
                                <a:rPr kumimoji="1" lang="zh-CN" altLang="en-US" sz="2800">
                                  <a:solidFill>
                                    <a:prstClr val="black"/>
                                  </a:solidFill>
                                  <a:latin typeface="Cambria Math" panose="02040503050406030204" charset="0"/>
                                  <a:ea typeface="黑体" panose="02010609060101010101" pitchFamily="49" charset="-122"/>
                                  <a:cs typeface="+mn-ea"/>
                                </a:rPr>
                                <m:t>𝑥</m:t>
                              </m:r>
                              <m:r>
                                <a:rPr kumimoji="1" lang="zh-CN" altLang="en-US" sz="2800">
                                  <a:solidFill>
                                    <a:prstClr val="black"/>
                                  </a:solidFill>
                                  <a:latin typeface="Cambria Math" panose="02040503050406030204" charset="0"/>
                                  <a:ea typeface="黑体" panose="02010609060101010101" pitchFamily="49" charset="-122"/>
                                  <a:cs typeface="+mn-ea"/>
                                </a:rPr>
                                <m:t>,</m:t>
                              </m:r>
                              <m:r>
                                <a:rPr kumimoji="1" lang="zh-CN" altLang="en-US" sz="2800">
                                  <a:solidFill>
                                    <a:prstClr val="black"/>
                                  </a:solidFill>
                                  <a:latin typeface="Cambria Math" panose="02040503050406030204" charset="0"/>
                                  <a:ea typeface="黑体" panose="02010609060101010101" pitchFamily="49" charset="-122"/>
                                  <a:cs typeface="+mn-ea"/>
                                </a:rPr>
                                <m:t>𝑦</m:t>
                              </m:r>
                              <m:r>
                                <a:rPr kumimoji="1" lang="zh-CN" altLang="en-US" sz="2800">
                                  <a:solidFill>
                                    <a:prstClr val="black"/>
                                  </a:solidFill>
                                  <a:latin typeface="Cambria Math" panose="02040503050406030204" charset="0"/>
                                  <a:ea typeface="黑体" panose="02010609060101010101" pitchFamily="49" charset="-122"/>
                                  <a:cs typeface="+mn-ea"/>
                                </a:rPr>
                                <m:t>)</m:t>
                              </m:r>
                            </m:num>
                            <m:den>
                              <m:r>
                                <a:rPr kumimoji="1" lang="zh-CN" altLang="en-US" sz="2800">
                                  <a:solidFill>
                                    <a:prstClr val="black"/>
                                  </a:solidFill>
                                  <a:latin typeface="Cambria Math" panose="02040503050406030204" charset="0"/>
                                  <a:ea typeface="黑体" panose="02010609060101010101" pitchFamily="49" charset="-122"/>
                                  <a:cs typeface="+mn-ea"/>
                                </a:rPr>
                                <m:t>𝑓</m:t>
                              </m:r>
                              <m:r>
                                <a:rPr kumimoji="1" lang="zh-CN" altLang="en-US" sz="2800">
                                  <a:solidFill>
                                    <a:prstClr val="black"/>
                                  </a:solidFill>
                                  <a:latin typeface="Cambria Math" panose="02040503050406030204" charset="0"/>
                                  <a:ea typeface="黑体" panose="02010609060101010101" pitchFamily="49" charset="-122"/>
                                  <a:cs typeface="+mn-ea"/>
                                </a:rPr>
                                <m:t>(</m:t>
                              </m:r>
                              <m:r>
                                <a:rPr kumimoji="1" lang="zh-CN" altLang="en-US" sz="2800">
                                  <a:solidFill>
                                    <a:prstClr val="black"/>
                                  </a:solidFill>
                                  <a:latin typeface="Cambria Math" panose="02040503050406030204" charset="0"/>
                                  <a:ea typeface="黑体" panose="02010609060101010101" pitchFamily="49" charset="-122"/>
                                  <a:cs typeface="+mn-ea"/>
                                </a:rPr>
                                <m:t>𝑥</m:t>
                              </m:r>
                              <m:r>
                                <a:rPr kumimoji="1" lang="zh-CN" altLang="en-US" sz="2800">
                                  <a:solidFill>
                                    <a:prstClr val="black"/>
                                  </a:solidFill>
                                  <a:latin typeface="Cambria Math" panose="02040503050406030204" charset="0"/>
                                  <a:ea typeface="黑体" panose="02010609060101010101" pitchFamily="49" charset="-122"/>
                                  <a:cs typeface="+mn-ea"/>
                                </a:rPr>
                                <m:t>,</m:t>
                              </m:r>
                              <m:r>
                                <a:rPr kumimoji="1" lang="zh-CN" altLang="en-US" sz="2800">
                                  <a:solidFill>
                                    <a:prstClr val="black"/>
                                  </a:solidFill>
                                  <a:latin typeface="Cambria Math" panose="02040503050406030204" charset="0"/>
                                  <a:ea typeface="黑体" panose="02010609060101010101" pitchFamily="49" charset="-122"/>
                                  <a:cs typeface="+mn-ea"/>
                                </a:rPr>
                                <m:t>𝑦</m:t>
                              </m:r>
                              <m:r>
                                <a:rPr kumimoji="1" lang="zh-CN" altLang="en-US" sz="2800">
                                  <a:solidFill>
                                    <a:prstClr val="black"/>
                                  </a:solidFill>
                                  <a:latin typeface="Cambria Math" panose="02040503050406030204" charset="0"/>
                                  <a:ea typeface="黑体" panose="02010609060101010101" pitchFamily="49" charset="-122"/>
                                  <a:cs typeface="+mn-ea"/>
                                </a:rPr>
                                <m:t>)</m:t>
                              </m:r>
                            </m:den>
                          </m:f>
                        </m:e>
                      </m:d>
                      <m:r>
                        <a:rPr kumimoji="1" lang="zh-CN" altLang="en-US" sz="2800" i="1">
                          <a:solidFill>
                            <a:prstClr val="black"/>
                          </a:solidFill>
                          <a:latin typeface="Cambria Math" panose="02040503050406030204" charset="0"/>
                          <a:ea typeface="黑体" panose="02010609060101010101" pitchFamily="49" charset="-122"/>
                          <a:cs typeface="+mn-ea"/>
                        </a:rPr>
                        <m:t>𝛿</m:t>
                      </m:r>
                      <m:sSub>
                        <m:sSubPr>
                          <m:ctrlPr>
                            <a:rPr kumimoji="1" lang="zh-CN" altLang="en-US" sz="2800" i="1">
                              <a:solidFill>
                                <a:prstClr val="black"/>
                              </a:solidFill>
                              <a:latin typeface="Cambria Math" panose="02040503050406030204" charset="0"/>
                              <a:ea typeface="黑体" panose="02010609060101010101" pitchFamily="49" charset="-122"/>
                              <a:cs typeface="+mn-ea"/>
                            </a:rPr>
                          </m:ctrlPr>
                        </m:sSubPr>
                        <m:e>
                          <m:r>
                            <a:rPr kumimoji="1" lang="zh-CN" altLang="en-US" sz="2800">
                              <a:solidFill>
                                <a:prstClr val="black"/>
                              </a:solidFill>
                              <a:latin typeface="Cambria Math" panose="02040503050406030204" charset="0"/>
                              <a:ea typeface="黑体" panose="02010609060101010101" pitchFamily="49" charset="-122"/>
                              <a:cs typeface="+mn-ea"/>
                            </a:rPr>
                            <m:t>​</m:t>
                          </m:r>
                        </m:e>
                        <m:sub>
                          <m:r>
                            <a:rPr kumimoji="1" lang="zh-CN" altLang="en-US" sz="2800">
                              <a:solidFill>
                                <a:prstClr val="black"/>
                              </a:solidFill>
                              <a:latin typeface="Cambria Math" panose="02040503050406030204" charset="0"/>
                              <a:ea typeface="黑体" panose="02010609060101010101" pitchFamily="49" charset="-122"/>
                              <a:cs typeface="+mn-ea"/>
                            </a:rPr>
                            <m:t>𝑦</m:t>
                          </m:r>
                        </m:sub>
                      </m:sSub>
                      <m:r>
                        <a:rPr kumimoji="1" lang="zh-CN" altLang="en-US" sz="2800">
                          <a:solidFill>
                            <a:prstClr val="black"/>
                          </a:solidFill>
                          <a:latin typeface="Cambria Math" panose="02040503050406030204" charset="0"/>
                          <a:ea typeface="黑体" panose="02010609060101010101" pitchFamily="49" charset="-122"/>
                          <a:cs typeface="+mn-ea"/>
                        </a:rPr>
                        <m:t>.</m:t>
                      </m:r>
                    </m:oMath>
                  </m:oMathPara>
                </a14:m>
                <a:endParaRPr kumimoji="1" lang="zh-CN" altLang="en-US" sz="2800" dirty="0">
                  <a:solidFill>
                    <a:prstClr val="black"/>
                  </a:solidFill>
                  <a:latin typeface="Times New Roman" panose="02020603050405020304"/>
                  <a:ea typeface="黑体" panose="02010609060101010101" pitchFamily="49" charset="-122"/>
                  <a:cs typeface="+mn-ea"/>
                </a:endParaRPr>
              </a:p>
            </p:txBody>
          </p:sp>
        </mc:Choice>
        <mc:Fallback>
          <p:sp>
            <p:nvSpPr>
              <p:cNvPr id="10" name="Object 12"/>
              <p:cNvSpPr txBox="1">
                <a:spLocks noRot="1" noChangeAspect="1" noMove="1" noResize="1" noEditPoints="1" noAdjustHandles="1" noChangeArrowheads="1" noChangeShapeType="1" noTextEdit="1"/>
              </p:cNvSpPr>
              <p:nvPr/>
            </p:nvSpPr>
            <p:spPr bwMode="auto">
              <a:xfrm>
                <a:off x="3810454" y="4723747"/>
                <a:ext cx="5391151" cy="1028700"/>
              </a:xfrm>
              <a:prstGeom prst="rect">
                <a:avLst/>
              </a:prstGeom>
              <a:blipFill rotWithShape="1">
                <a:blip r:embed="rId7"/>
                <a:stretch>
                  <a:fillRect l="-8" t="-60" r="8" b="60"/>
                </a:stretch>
              </a:blipFill>
              <a:ln>
                <a:noFill/>
              </a:ln>
              <a:effectLst/>
            </p:spPr>
            <p:txBody>
              <a:bodyPr/>
              <a:lstStyle/>
              <a:p>
                <a:r>
                  <a:rPr lang="zh-CN" altLang="en-US">
                    <a:noFill/>
                  </a:rPr>
                  <a:t> </a:t>
                </a:r>
              </a:p>
            </p:txBody>
          </p:sp>
        </mc:Fallback>
      </mc:AlternateContent>
      <p:sp>
        <p:nvSpPr>
          <p:cNvPr id="11" name="Text Box 40"/>
          <p:cNvSpPr txBox="1">
            <a:spLocks noChangeArrowheads="1"/>
          </p:cNvSpPr>
          <p:nvPr/>
        </p:nvSpPr>
        <p:spPr bwMode="auto">
          <a:xfrm>
            <a:off x="8820605" y="2239411"/>
            <a:ext cx="762000" cy="51911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square">
            <a:spAutoFit/>
          </a:bodyPr>
          <a:lstStyle/>
          <a:p>
            <a:pPr marL="0" marR="0" lvl="0" indent="0" algn="l" defTabSz="914400" rtl="0" eaLnBrk="1" fontAlgn="base" latinLnBrk="0" hangingPunct="1">
              <a:lnSpc>
                <a:spcPct val="100000"/>
              </a:lnSpc>
              <a:spcBef>
                <a:spcPct val="50000"/>
              </a:spcBef>
              <a:spcAft>
                <a:spcPct val="0"/>
              </a:spcAft>
              <a:buClrTx/>
              <a:buSzTx/>
              <a:buFontTx/>
              <a:buNone/>
              <a:defRPr/>
            </a:pPr>
            <a:r>
              <a:rPr kumimoji="1" lang="zh-CN" altLang="en-US" sz="2800" dirty="0">
                <a:solidFill>
                  <a:prstClr val="black"/>
                </a:solidFill>
                <a:latin typeface="Times New Roman" panose="02020603050405020304"/>
                <a:ea typeface="黑体" panose="02010609060101010101" pitchFamily="49" charset="-122"/>
                <a:cs typeface="+mn-ea"/>
                <a:sym typeface="+mn-lt"/>
              </a:rPr>
              <a:t>则</a:t>
            </a:r>
            <a:endParaRPr kumimoji="1" lang="zh-CN" altLang="en-US" sz="2800" dirty="0">
              <a:solidFill>
                <a:prstClr val="black"/>
              </a:solidFill>
              <a:latin typeface="Times New Roman" panose="02020603050405020304"/>
              <a:ea typeface="黑体" panose="02010609060101010101" pitchFamily="49" charset="-122"/>
              <a:cs typeface="+mn-ea"/>
              <a:sym typeface="+mn-lt"/>
            </a:endParaRPr>
          </a:p>
        </p:txBody>
      </p:sp>
      <p:sp>
        <p:nvSpPr>
          <p:cNvPr id="21" name="Rectangle 2"/>
          <p:cNvSpPr txBox="1">
            <a:spLocks noChangeArrowheads="1"/>
          </p:cNvSpPr>
          <p:nvPr/>
        </p:nvSpPr>
        <p:spPr>
          <a:xfrm>
            <a:off x="2409372" y="989441"/>
            <a:ext cx="2070524" cy="576287"/>
          </a:xfrm>
          <a:prstGeom prst="rect">
            <a:avLst/>
          </a:prstGeom>
          <a:ln w="28575">
            <a:noFill/>
            <a:prstDash val="dashDot"/>
          </a:ln>
        </p:spPr>
        <p:txBody>
          <a:bodyPr vert="horz" lIns="91440" tIns="45720" rIns="91440" bIns="45720" rtlCol="0" anchor="ctr">
            <a:noAutofit/>
          </a:bodyPr>
          <a:lstStyle>
            <a:lvl1pPr algn="l" defTabSz="914400" rtl="0" eaLnBrk="1" latinLnBrk="0" hangingPunct="1">
              <a:lnSpc>
                <a:spcPct val="90000"/>
              </a:lnSpc>
              <a:spcBef>
                <a:spcPct val="0"/>
              </a:spcBef>
              <a:buNone/>
              <a:defRPr sz="2800" b="1" kern="1200">
                <a:solidFill>
                  <a:schemeClr val="tx1"/>
                </a:solidFill>
                <a:latin typeface="+mj-lt"/>
                <a:ea typeface="+mj-ea"/>
                <a:cs typeface="+mj-cs"/>
              </a:defRPr>
            </a:lvl1pPr>
          </a:lstStyle>
          <a:p>
            <a:pPr>
              <a:lnSpc>
                <a:spcPct val="100000"/>
              </a:lnSpc>
              <a:spcBef>
                <a:spcPct val="50000"/>
              </a:spcBef>
            </a:pPr>
            <a:r>
              <a:rPr kumimoji="1" lang="en-US" altLang="zh-CN" dirty="0">
                <a:solidFill>
                  <a:srgbClr val="04926A"/>
                </a:solidFill>
                <a:latin typeface="微软雅黑" panose="020B0503020204020204" pitchFamily="34" charset="-122"/>
                <a:ea typeface="微软雅黑" panose="020B0503020204020204" pitchFamily="34" charset="-122"/>
                <a:cs typeface="+mn-cs"/>
              </a:rPr>
              <a:t>2. </a:t>
            </a:r>
            <a:r>
              <a:rPr kumimoji="1" lang="zh-CN" altLang="en-US" dirty="0">
                <a:solidFill>
                  <a:srgbClr val="04926A"/>
                </a:solidFill>
                <a:latin typeface="微软雅黑" panose="020B0503020204020204" pitchFamily="34" charset="-122"/>
                <a:ea typeface="微软雅黑" panose="020B0503020204020204" pitchFamily="34" charset="-122"/>
                <a:cs typeface="+mn-cs"/>
              </a:rPr>
              <a:t>误差估计</a:t>
            </a:r>
            <a:endParaRPr kumimoji="1" lang="en-US" altLang="zh-CN" dirty="0">
              <a:solidFill>
                <a:srgbClr val="04926A"/>
              </a:solidFill>
              <a:latin typeface="微软雅黑" panose="020B0503020204020204" pitchFamily="34" charset="-122"/>
              <a:ea typeface="微软雅黑" panose="020B0503020204020204" pitchFamily="34" charset="-122"/>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wipe(left)">
                                      <p:cBhvr>
                                        <p:cTn id="7" dur="500"/>
                                        <p:tgtEl>
                                          <p:spTgt spid="21"/>
                                        </p:tgtEl>
                                      </p:cBhvr>
                                    </p:animEffect>
                                  </p:childTnLst>
                                </p:cTn>
                              </p:par>
                              <p:par>
                                <p:cTn id="8" presetID="22" presetClass="entr" presetSubtype="8" fill="hold" nodeType="withEffect">
                                  <p:stCondLst>
                                    <p:cond delay="0"/>
                                  </p:stCondLst>
                                  <p:childTnLst>
                                    <p:set>
                                      <p:cBhvr>
                                        <p:cTn id="9" dur="1" fill="hold">
                                          <p:stCondLst>
                                            <p:cond delay="0"/>
                                          </p:stCondLst>
                                        </p:cTn>
                                        <p:tgtEl>
                                          <p:spTgt spid="28"/>
                                        </p:tgtEl>
                                        <p:attrNameLst>
                                          <p:attrName>style.visibility</p:attrName>
                                        </p:attrNameLst>
                                      </p:cBhvr>
                                      <p:to>
                                        <p:strVal val="visible"/>
                                      </p:to>
                                    </p:set>
                                    <p:animEffect transition="in" filter="wipe(left)">
                                      <p:cBhvr>
                                        <p:cTn id="10" dur="500"/>
                                        <p:tgtEl>
                                          <p:spTgt spid="28"/>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8" fill="hold" grpId="0" nodeType="clickEffect">
                                  <p:stCondLst>
                                    <p:cond delay="0"/>
                                  </p:stCondLst>
                                  <p:childTnLst>
                                    <p:set>
                                      <p:cBhvr>
                                        <p:cTn id="14" dur="1" fill="hold">
                                          <p:stCondLst>
                                            <p:cond delay="0"/>
                                          </p:stCondLst>
                                        </p:cTn>
                                        <p:tgtEl>
                                          <p:spTgt spid="3"/>
                                        </p:tgtEl>
                                        <p:attrNameLst>
                                          <p:attrName>style.visibility</p:attrName>
                                        </p:attrNameLst>
                                      </p:cBhvr>
                                      <p:to>
                                        <p:strVal val="visible"/>
                                      </p:to>
                                    </p:set>
                                    <p:animEffect transition="in" filter="wipe(left)">
                                      <p:cBhvr>
                                        <p:cTn id="15" dur="500"/>
                                        <p:tgtEl>
                                          <p:spTgt spid="3"/>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grpId="0" nodeType="clickEffect">
                                  <p:stCondLst>
                                    <p:cond delay="0"/>
                                  </p:stCondLst>
                                  <p:childTnLst>
                                    <p:set>
                                      <p:cBhvr>
                                        <p:cTn id="19" dur="1" fill="hold">
                                          <p:stCondLst>
                                            <p:cond delay="0"/>
                                          </p:stCondLst>
                                        </p:cTn>
                                        <p:tgtEl>
                                          <p:spTgt spid="4"/>
                                        </p:tgtEl>
                                        <p:attrNameLst>
                                          <p:attrName>style.visibility</p:attrName>
                                        </p:attrNameLst>
                                      </p:cBhvr>
                                      <p:to>
                                        <p:strVal val="visible"/>
                                      </p:to>
                                    </p:set>
                                    <p:animEffect transition="in" filter="wipe(left)">
                                      <p:cBhvr>
                                        <p:cTn id="20" dur="500"/>
                                        <p:tgtEl>
                                          <p:spTgt spid="4"/>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grpId="0" nodeType="clickEffect">
                                  <p:stCondLst>
                                    <p:cond delay="0"/>
                                  </p:stCondLst>
                                  <p:childTnLst>
                                    <p:set>
                                      <p:cBhvr>
                                        <p:cTn id="24" dur="1" fill="hold">
                                          <p:stCondLst>
                                            <p:cond delay="0"/>
                                          </p:stCondLst>
                                        </p:cTn>
                                        <p:tgtEl>
                                          <p:spTgt spid="6"/>
                                        </p:tgtEl>
                                        <p:attrNameLst>
                                          <p:attrName>style.visibility</p:attrName>
                                        </p:attrNameLst>
                                      </p:cBhvr>
                                      <p:to>
                                        <p:strVal val="visible"/>
                                      </p:to>
                                    </p:set>
                                    <p:animEffect transition="in" filter="wipe(left)">
                                      <p:cBhvr>
                                        <p:cTn id="25" dur="500"/>
                                        <p:tgtEl>
                                          <p:spTgt spid="6"/>
                                        </p:tgtEl>
                                      </p:cBhvr>
                                    </p:animEffect>
                                  </p:childTnLst>
                                </p:cTn>
                              </p:par>
                            </p:childTnLst>
                          </p:cTn>
                        </p:par>
                        <p:par>
                          <p:cTn id="26" fill="hold">
                            <p:stCondLst>
                              <p:cond delay="500"/>
                            </p:stCondLst>
                            <p:childTnLst>
                              <p:par>
                                <p:cTn id="27" presetID="22" presetClass="entr" presetSubtype="8" fill="hold" grpId="0" nodeType="afterEffect">
                                  <p:stCondLst>
                                    <p:cond delay="0"/>
                                  </p:stCondLst>
                                  <p:childTnLst>
                                    <p:set>
                                      <p:cBhvr>
                                        <p:cTn id="28" dur="1" fill="hold">
                                          <p:stCondLst>
                                            <p:cond delay="0"/>
                                          </p:stCondLst>
                                        </p:cTn>
                                        <p:tgtEl>
                                          <p:spTgt spid="5"/>
                                        </p:tgtEl>
                                        <p:attrNameLst>
                                          <p:attrName>style.visibility</p:attrName>
                                        </p:attrNameLst>
                                      </p:cBhvr>
                                      <p:to>
                                        <p:strVal val="visible"/>
                                      </p:to>
                                    </p:set>
                                    <p:animEffect transition="in" filter="wipe(left)">
                                      <p:cBhvr>
                                        <p:cTn id="29" dur="500"/>
                                        <p:tgtEl>
                                          <p:spTgt spid="5"/>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8" fill="hold" grpId="0" nodeType="clickEffect">
                                  <p:stCondLst>
                                    <p:cond delay="0"/>
                                  </p:stCondLst>
                                  <p:childTnLst>
                                    <p:set>
                                      <p:cBhvr>
                                        <p:cTn id="33" dur="1" fill="hold">
                                          <p:stCondLst>
                                            <p:cond delay="0"/>
                                          </p:stCondLst>
                                        </p:cTn>
                                        <p:tgtEl>
                                          <p:spTgt spid="2"/>
                                        </p:tgtEl>
                                        <p:attrNameLst>
                                          <p:attrName>style.visibility</p:attrName>
                                        </p:attrNameLst>
                                      </p:cBhvr>
                                      <p:to>
                                        <p:strVal val="visible"/>
                                      </p:to>
                                    </p:set>
                                    <p:animEffect transition="in" filter="wipe(left)">
                                      <p:cBhvr>
                                        <p:cTn id="34" dur="500"/>
                                        <p:tgtEl>
                                          <p:spTgt spid="2"/>
                                        </p:tgtEl>
                                      </p:cBhvr>
                                    </p:animEffect>
                                  </p:childTnLst>
                                </p:cTn>
                              </p:par>
                            </p:childTnLst>
                          </p:cTn>
                        </p:par>
                        <p:par>
                          <p:cTn id="35" fill="hold">
                            <p:stCondLst>
                              <p:cond delay="500"/>
                            </p:stCondLst>
                            <p:childTnLst>
                              <p:par>
                                <p:cTn id="36" presetID="22" presetClass="entr" presetSubtype="8" fill="hold" grpId="0" nodeType="afterEffect">
                                  <p:stCondLst>
                                    <p:cond delay="0"/>
                                  </p:stCondLst>
                                  <p:childTnLst>
                                    <p:set>
                                      <p:cBhvr>
                                        <p:cTn id="37" dur="1" fill="hold">
                                          <p:stCondLst>
                                            <p:cond delay="0"/>
                                          </p:stCondLst>
                                        </p:cTn>
                                        <p:tgtEl>
                                          <p:spTgt spid="11"/>
                                        </p:tgtEl>
                                        <p:attrNameLst>
                                          <p:attrName>style.visibility</p:attrName>
                                        </p:attrNameLst>
                                      </p:cBhvr>
                                      <p:to>
                                        <p:strVal val="visible"/>
                                      </p:to>
                                    </p:set>
                                    <p:animEffect transition="in" filter="wipe(left)">
                                      <p:cBhvr>
                                        <p:cTn id="38" dur="500"/>
                                        <p:tgtEl>
                                          <p:spTgt spid="11"/>
                                        </p:tgtEl>
                                      </p:cBhvr>
                                    </p:animEffect>
                                  </p:childTnLst>
                                </p:cTn>
                              </p:par>
                            </p:childTnLst>
                          </p:cTn>
                        </p:par>
                      </p:childTnLst>
                    </p:cTn>
                  </p:par>
                  <p:par>
                    <p:cTn id="39" fill="hold">
                      <p:stCondLst>
                        <p:cond delay="indefinite"/>
                      </p:stCondLst>
                      <p:childTnLst>
                        <p:par>
                          <p:cTn id="40" fill="hold">
                            <p:stCondLst>
                              <p:cond delay="0"/>
                            </p:stCondLst>
                            <p:childTnLst>
                              <p:par>
                                <p:cTn id="41" presetID="22" presetClass="entr" presetSubtype="8" fill="hold" grpId="0" nodeType="clickEffect">
                                  <p:stCondLst>
                                    <p:cond delay="0"/>
                                  </p:stCondLst>
                                  <p:childTnLst>
                                    <p:set>
                                      <p:cBhvr>
                                        <p:cTn id="42" dur="1" fill="hold">
                                          <p:stCondLst>
                                            <p:cond delay="0"/>
                                          </p:stCondLst>
                                        </p:cTn>
                                        <p:tgtEl>
                                          <p:spTgt spid="7"/>
                                        </p:tgtEl>
                                        <p:attrNameLst>
                                          <p:attrName>style.visibility</p:attrName>
                                        </p:attrNameLst>
                                      </p:cBhvr>
                                      <p:to>
                                        <p:strVal val="visible"/>
                                      </p:to>
                                    </p:set>
                                    <p:animEffect transition="in" filter="wipe(left)">
                                      <p:cBhvr>
                                        <p:cTn id="43" dur="500"/>
                                        <p:tgtEl>
                                          <p:spTgt spid="7"/>
                                        </p:tgtEl>
                                      </p:cBhvr>
                                    </p:animEffect>
                                  </p:childTnLst>
                                </p:cTn>
                              </p:par>
                            </p:childTnLst>
                          </p:cTn>
                        </p:par>
                      </p:childTnLst>
                    </p:cTn>
                  </p:par>
                  <p:par>
                    <p:cTn id="44" fill="hold">
                      <p:stCondLst>
                        <p:cond delay="indefinite"/>
                      </p:stCondLst>
                      <p:childTnLst>
                        <p:par>
                          <p:cTn id="45" fill="hold">
                            <p:stCondLst>
                              <p:cond delay="0"/>
                            </p:stCondLst>
                            <p:childTnLst>
                              <p:par>
                                <p:cTn id="46" presetID="22" presetClass="entr" presetSubtype="8" fill="hold" grpId="0" nodeType="clickEffect">
                                  <p:stCondLst>
                                    <p:cond delay="0"/>
                                  </p:stCondLst>
                                  <p:childTnLst>
                                    <p:set>
                                      <p:cBhvr>
                                        <p:cTn id="47" dur="1" fill="hold">
                                          <p:stCondLst>
                                            <p:cond delay="0"/>
                                          </p:stCondLst>
                                        </p:cTn>
                                        <p:tgtEl>
                                          <p:spTgt spid="8"/>
                                        </p:tgtEl>
                                        <p:attrNameLst>
                                          <p:attrName>style.visibility</p:attrName>
                                        </p:attrNameLst>
                                      </p:cBhvr>
                                      <p:to>
                                        <p:strVal val="visible"/>
                                      </p:to>
                                    </p:set>
                                    <p:animEffect transition="in" filter="wipe(left)">
                                      <p:cBhvr>
                                        <p:cTn id="48" dur="500"/>
                                        <p:tgtEl>
                                          <p:spTgt spid="8"/>
                                        </p:tgtEl>
                                      </p:cBhvr>
                                    </p:animEffect>
                                  </p:childTnLst>
                                </p:cTn>
                              </p:par>
                            </p:childTnLst>
                          </p:cTn>
                        </p:par>
                      </p:childTnLst>
                    </p:cTn>
                  </p:par>
                  <p:par>
                    <p:cTn id="49" fill="hold">
                      <p:stCondLst>
                        <p:cond delay="indefinite"/>
                      </p:stCondLst>
                      <p:childTnLst>
                        <p:par>
                          <p:cTn id="50" fill="hold">
                            <p:stCondLst>
                              <p:cond delay="0"/>
                            </p:stCondLst>
                            <p:childTnLst>
                              <p:par>
                                <p:cTn id="51" presetID="22" presetClass="entr" presetSubtype="8" fill="hold" grpId="0" nodeType="clickEffect">
                                  <p:stCondLst>
                                    <p:cond delay="0"/>
                                  </p:stCondLst>
                                  <p:childTnLst>
                                    <p:set>
                                      <p:cBhvr>
                                        <p:cTn id="52" dur="1" fill="hold">
                                          <p:stCondLst>
                                            <p:cond delay="0"/>
                                          </p:stCondLst>
                                        </p:cTn>
                                        <p:tgtEl>
                                          <p:spTgt spid="9"/>
                                        </p:tgtEl>
                                        <p:attrNameLst>
                                          <p:attrName>style.visibility</p:attrName>
                                        </p:attrNameLst>
                                      </p:cBhvr>
                                      <p:to>
                                        <p:strVal val="visible"/>
                                      </p:to>
                                    </p:set>
                                    <p:animEffect transition="in" filter="wipe(left)">
                                      <p:cBhvr>
                                        <p:cTn id="53" dur="500"/>
                                        <p:tgtEl>
                                          <p:spTgt spid="9"/>
                                        </p:tgtEl>
                                      </p:cBhvr>
                                    </p:animEffect>
                                  </p:childTnLst>
                                </p:cTn>
                              </p:par>
                            </p:childTnLst>
                          </p:cTn>
                        </p:par>
                      </p:childTnLst>
                    </p:cTn>
                  </p:par>
                  <p:par>
                    <p:cTn id="54" fill="hold">
                      <p:stCondLst>
                        <p:cond delay="indefinite"/>
                      </p:stCondLst>
                      <p:childTnLst>
                        <p:par>
                          <p:cTn id="55" fill="hold">
                            <p:stCondLst>
                              <p:cond delay="0"/>
                            </p:stCondLst>
                            <p:childTnLst>
                              <p:par>
                                <p:cTn id="56" presetID="22" presetClass="entr" presetSubtype="8" fill="hold" grpId="0" nodeType="clickEffect">
                                  <p:stCondLst>
                                    <p:cond delay="0"/>
                                  </p:stCondLst>
                                  <p:childTnLst>
                                    <p:set>
                                      <p:cBhvr>
                                        <p:cTn id="57" dur="1" fill="hold">
                                          <p:stCondLst>
                                            <p:cond delay="0"/>
                                          </p:stCondLst>
                                        </p:cTn>
                                        <p:tgtEl>
                                          <p:spTgt spid="10"/>
                                        </p:tgtEl>
                                        <p:attrNameLst>
                                          <p:attrName>style.visibility</p:attrName>
                                        </p:attrNameLst>
                                      </p:cBhvr>
                                      <p:to>
                                        <p:strVal val="visible"/>
                                      </p:to>
                                    </p:set>
                                    <p:animEffect transition="in" filter="wipe(left)">
                                      <p:cBhvr>
                                        <p:cTn id="58"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4" grpId="0"/>
      <p:bldP spid="5" grpId="0"/>
      <p:bldP spid="6" grpId="0"/>
      <p:bldP spid="7" grpId="0"/>
      <p:bldP spid="8" grpId="0"/>
      <p:bldP spid="9" grpId="0"/>
      <p:bldP spid="10" grpId="0"/>
      <p:bldP spid="11" grpId="0"/>
      <p:bldP spid="21"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7" name="组合 36"/>
          <p:cNvGrpSpPr/>
          <p:nvPr/>
        </p:nvGrpSpPr>
        <p:grpSpPr>
          <a:xfrm>
            <a:off x="1111250" y="670560"/>
            <a:ext cx="9970770" cy="5509895"/>
            <a:chOff x="1649" y="2344"/>
            <a:chExt cx="16057" cy="7346"/>
          </a:xfrm>
        </p:grpSpPr>
        <p:sp>
          <p:nvSpPr>
            <p:cNvPr id="38" name="矩形 37"/>
            <p:cNvSpPr/>
            <p:nvPr/>
          </p:nvSpPr>
          <p:spPr>
            <a:xfrm>
              <a:off x="1821" y="2483"/>
              <a:ext cx="15885" cy="7207"/>
            </a:xfrm>
            <a:prstGeom prst="rect">
              <a:avLst/>
            </a:prstGeom>
            <a:solidFill>
              <a:schemeClr val="bg1">
                <a:lumMod val="8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9" name="矩形 38"/>
            <p:cNvSpPr/>
            <p:nvPr/>
          </p:nvSpPr>
          <p:spPr>
            <a:xfrm>
              <a:off x="1649" y="2344"/>
              <a:ext cx="15885" cy="7207"/>
            </a:xfrm>
            <a:prstGeom prst="rect">
              <a:avLst/>
            </a:prstGeom>
            <a:solidFill>
              <a:schemeClr val="bg1"/>
            </a:solidFill>
            <a:ln w="3175">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spcBef>
                  <a:spcPct val="50000"/>
                </a:spcBef>
              </a:pPr>
              <a:endParaRPr lang="zh-CN" altLang="en-US" sz="2800" dirty="0">
                <a:solidFill>
                  <a:srgbClr val="04926A"/>
                </a:solidFill>
                <a:latin typeface="黑体" panose="02010609060101010101" pitchFamily="49" charset="-122"/>
                <a:ea typeface="黑体" panose="02010609060101010101" pitchFamily="49" charset="-122"/>
                <a:sym typeface="+mn-ea"/>
              </a:endParaRPr>
            </a:p>
          </p:txBody>
        </p:sp>
      </p:grpSp>
      <p:sp>
        <p:nvSpPr>
          <p:cNvPr id="2" name="Rectangle 2"/>
          <p:cNvSpPr txBox="1">
            <a:spLocks noChangeArrowheads="1"/>
          </p:cNvSpPr>
          <p:nvPr/>
        </p:nvSpPr>
        <p:spPr>
          <a:xfrm>
            <a:off x="2260741" y="687614"/>
            <a:ext cx="1828800" cy="68580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kumimoji="1" lang="zh-CN" altLang="en-US" sz="2800" b="1" dirty="0">
                <a:solidFill>
                  <a:srgbClr val="04926A"/>
                </a:solidFill>
                <a:latin typeface="Times New Roman" panose="02020603050405020304"/>
                <a:ea typeface="黑体" panose="02010609060101010101" pitchFamily="49" charset="-122"/>
                <a:cs typeface="+mn-ea"/>
                <a:sym typeface="+mn-lt"/>
              </a:rPr>
              <a:t>特别注意</a:t>
            </a:r>
            <a:endParaRPr kumimoji="1" lang="zh-CN" altLang="en-US" sz="2800" b="1" dirty="0">
              <a:solidFill>
                <a:srgbClr val="04926A"/>
              </a:solidFill>
              <a:latin typeface="Times New Roman" panose="02020603050405020304"/>
              <a:ea typeface="黑体" panose="02010609060101010101" pitchFamily="49" charset="-122"/>
              <a:cs typeface="+mn-ea"/>
              <a:sym typeface="+mn-lt"/>
            </a:endParaRPr>
          </a:p>
        </p:txBody>
      </p:sp>
      <mc:AlternateContent xmlns:mc="http://schemas.openxmlformats.org/markup-compatibility/2006">
        <mc:Choice xmlns:a14="http://schemas.microsoft.com/office/drawing/2010/main" Requires="a14">
          <p:sp>
            <p:nvSpPr>
              <p:cNvPr id="3" name="Object 14"/>
              <p:cNvSpPr txBox="1"/>
              <p:nvPr/>
            </p:nvSpPr>
            <p:spPr bwMode="auto">
              <a:xfrm>
                <a:off x="2260741" y="1373414"/>
                <a:ext cx="2638975" cy="444500"/>
              </a:xfrm>
              <a:prstGeom prst="rect">
                <a:avLst/>
              </a:prstGeom>
              <a:noFill/>
              <a:ln>
                <a:noFill/>
              </a:ln>
              <a:effectLst/>
            </p:spPr>
            <p:txBody>
              <a:bodyPr>
                <a:noAutofit/>
              </a:bodyPr>
              <a:lstStyle/>
              <a:p>
                <a14:m>
                  <m:oMathPara xmlns:m="http://schemas.openxmlformats.org/officeDocument/2006/math">
                    <m:oMathParaPr>
                      <m:jc m:val="left"/>
                    </m:oMathParaPr>
                    <m:oMath xmlns:m="http://schemas.openxmlformats.org/officeDocument/2006/math">
                      <m:r>
                        <a:rPr kumimoji="1" lang="zh-CN" altLang="en-US" sz="2800">
                          <a:solidFill>
                            <a:prstClr val="black"/>
                          </a:solidFill>
                          <a:latin typeface="Cambria Math" panose="02040503050406030204" charset="0"/>
                          <a:ea typeface="黑体" panose="02010609060101010101" pitchFamily="49" charset="-122"/>
                          <a:cs typeface="+mn-ea"/>
                        </a:rPr>
                        <m:t>(</m:t>
                      </m:r>
                      <m:r>
                        <a:rPr kumimoji="1" lang="zh-CN" altLang="en-US" sz="2800">
                          <a:solidFill>
                            <a:prstClr val="black"/>
                          </a:solidFill>
                          <a:latin typeface="Cambria Math" panose="02040503050406030204" charset="0"/>
                          <a:ea typeface="黑体" panose="02010609060101010101" pitchFamily="49" charset="-122"/>
                          <a:cs typeface="+mn-ea"/>
                        </a:rPr>
                        <m:t>1</m:t>
                      </m:r>
                      <m:r>
                        <a:rPr kumimoji="1" lang="zh-CN" altLang="en-US" sz="2800">
                          <a:solidFill>
                            <a:prstClr val="black"/>
                          </a:solidFill>
                          <a:latin typeface="Cambria Math" panose="02040503050406030204" charset="0"/>
                          <a:ea typeface="黑体" panose="02010609060101010101" pitchFamily="49" charset="-122"/>
                          <a:cs typeface="+mn-ea"/>
                        </a:rPr>
                        <m:t>)  </m:t>
                      </m:r>
                      <m:r>
                        <a:rPr kumimoji="1" lang="zh-CN" altLang="en-US" sz="2800">
                          <a:solidFill>
                            <a:prstClr val="black"/>
                          </a:solidFill>
                          <a:latin typeface="Cambria Math" panose="02040503050406030204" charset="0"/>
                          <a:ea typeface="黑体" panose="02010609060101010101" pitchFamily="49" charset="-122"/>
                          <a:cs typeface="+mn-ea"/>
                        </a:rPr>
                        <m:t>𝑧</m:t>
                      </m:r>
                      <m:r>
                        <a:rPr kumimoji="1" lang="zh-CN" altLang="en-US" sz="2800">
                          <a:solidFill>
                            <a:prstClr val="black"/>
                          </a:solidFill>
                          <a:latin typeface="Cambria Math" panose="02040503050406030204" charset="0"/>
                          <a:ea typeface="黑体" panose="02010609060101010101" pitchFamily="49" charset="-122"/>
                          <a:cs typeface="+mn-ea"/>
                        </a:rPr>
                        <m:t>=</m:t>
                      </m:r>
                      <m:r>
                        <a:rPr kumimoji="1" lang="zh-CN" altLang="en-US" sz="2800">
                          <a:solidFill>
                            <a:prstClr val="black"/>
                          </a:solidFill>
                          <a:latin typeface="Cambria Math" panose="02040503050406030204" charset="0"/>
                          <a:ea typeface="黑体" panose="02010609060101010101" pitchFamily="49" charset="-122"/>
                          <a:cs typeface="+mn-ea"/>
                        </a:rPr>
                        <m:t>𝑥𝑦</m:t>
                      </m:r>
                      <m:r>
                        <a:rPr kumimoji="1" lang="zh-CN" altLang="en-US" sz="2800">
                          <a:solidFill>
                            <a:prstClr val="black"/>
                          </a:solidFill>
                          <a:latin typeface="Cambria Math" panose="02040503050406030204" charset="0"/>
                          <a:ea typeface="黑体" panose="02010609060101010101" pitchFamily="49" charset="-122"/>
                          <a:cs typeface="+mn-ea"/>
                        </a:rPr>
                        <m:t> </m:t>
                      </m:r>
                      <m:r>
                        <a:rPr kumimoji="1" lang="zh-CN" altLang="en-US" sz="2800">
                          <a:solidFill>
                            <a:prstClr val="black"/>
                          </a:solidFill>
                          <a:latin typeface="Cambria Math" panose="02040503050406030204" charset="0"/>
                          <a:ea typeface="黑体" panose="02010609060101010101" pitchFamily="49" charset="-122"/>
                          <a:cs typeface="+mn-ea"/>
                        </a:rPr>
                        <m:t>时</m:t>
                      </m:r>
                      <m:r>
                        <a:rPr kumimoji="1" lang="zh-CN" altLang="en-US" sz="2800">
                          <a:solidFill>
                            <a:prstClr val="black"/>
                          </a:solidFill>
                          <a:latin typeface="Cambria Math" panose="02040503050406030204" charset="0"/>
                          <a:ea typeface="黑体" panose="02010609060101010101" pitchFamily="49" charset="-122"/>
                          <a:cs typeface="+mn-ea"/>
                        </a:rPr>
                        <m:t>,</m:t>
                      </m:r>
                    </m:oMath>
                  </m:oMathPara>
                </a14:m>
                <a:endParaRPr kumimoji="1" lang="zh-CN" altLang="en-US" sz="2800" dirty="0">
                  <a:solidFill>
                    <a:prstClr val="black"/>
                  </a:solidFill>
                  <a:latin typeface="Times New Roman" panose="02020603050405020304"/>
                  <a:ea typeface="黑体" panose="02010609060101010101" pitchFamily="49" charset="-122"/>
                  <a:cs typeface="+mn-ea"/>
                </a:endParaRPr>
              </a:p>
            </p:txBody>
          </p:sp>
        </mc:Choice>
        <mc:Fallback>
          <p:sp>
            <p:nvSpPr>
              <p:cNvPr id="3" name="Object 14"/>
              <p:cNvSpPr txBox="1">
                <a:spLocks noRot="1" noChangeAspect="1" noMove="1" noResize="1" noEditPoints="1" noAdjustHandles="1" noChangeArrowheads="1" noChangeShapeType="1" noTextEdit="1"/>
              </p:cNvSpPr>
              <p:nvPr/>
            </p:nvSpPr>
            <p:spPr bwMode="auto">
              <a:xfrm>
                <a:off x="2260741" y="1373414"/>
                <a:ext cx="2638975" cy="444500"/>
              </a:xfrm>
              <a:prstGeom prst="rect">
                <a:avLst/>
              </a:prstGeom>
              <a:blipFill rotWithShape="1">
                <a:blip r:embed="rId1"/>
                <a:stretch>
                  <a:fillRect l="-5" t="-122" r="2" b="-7878"/>
                </a:stretch>
              </a:blipFill>
              <a:ln>
                <a:noFill/>
              </a:ln>
              <a:effectLst/>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4" name="Object 15"/>
              <p:cNvSpPr txBox="1"/>
              <p:nvPr/>
            </p:nvSpPr>
            <p:spPr bwMode="auto">
              <a:xfrm>
                <a:off x="4684803" y="1131796"/>
                <a:ext cx="2688514" cy="1003300"/>
              </a:xfrm>
              <a:prstGeom prst="rect">
                <a:avLst/>
              </a:prstGeom>
              <a:noFill/>
              <a:ln>
                <a:noFill/>
              </a:ln>
              <a:effectLst/>
            </p:spPr>
            <p:txBody>
              <a:bodyPr>
                <a:noAutofit/>
              </a:bodyPr>
              <a:lstStyle/>
              <a:p>
                <a14:m>
                  <m:oMathPara xmlns:m="http://schemas.openxmlformats.org/officeDocument/2006/math">
                    <m:oMathParaPr>
                      <m:jc m:val="left"/>
                    </m:oMathParaPr>
                    <m:oMath xmlns:m="http://schemas.openxmlformats.org/officeDocument/2006/math">
                      <m:f>
                        <m:fPr>
                          <m:ctrlPr>
                            <a:rPr kumimoji="1" lang="zh-CN" altLang="en-US" sz="2800" i="1">
                              <a:solidFill>
                                <a:prstClr val="black"/>
                              </a:solidFill>
                              <a:latin typeface="Cambria Math" panose="02040503050406030204" charset="0"/>
                              <a:ea typeface="黑体" panose="02010609060101010101" pitchFamily="49" charset="-122"/>
                              <a:cs typeface="+mn-ea"/>
                            </a:rPr>
                          </m:ctrlPr>
                        </m:fPr>
                        <m:num>
                          <m:sSub>
                            <m:sSubPr>
                              <m:ctrlPr>
                                <a:rPr kumimoji="1" lang="zh-CN" altLang="en-US" sz="2800" i="1">
                                  <a:solidFill>
                                    <a:prstClr val="black"/>
                                  </a:solidFill>
                                  <a:latin typeface="Cambria Math" panose="02040503050406030204" charset="0"/>
                                  <a:ea typeface="黑体" panose="02010609060101010101" pitchFamily="49" charset="-122"/>
                                  <a:cs typeface="+mn-ea"/>
                                </a:rPr>
                              </m:ctrlPr>
                            </m:sSubPr>
                            <m:e>
                              <m:r>
                                <a:rPr kumimoji="1" lang="zh-CN" altLang="en-US" sz="2800" i="1">
                                  <a:solidFill>
                                    <a:prstClr val="black"/>
                                  </a:solidFill>
                                  <a:latin typeface="Cambria Math" panose="02040503050406030204" charset="0"/>
                                  <a:ea typeface="黑体" panose="02010609060101010101" pitchFamily="49" charset="-122"/>
                                  <a:cs typeface="+mn-ea"/>
                                </a:rPr>
                                <m:t>𝛿</m:t>
                              </m:r>
                            </m:e>
                            <m:sub>
                              <m:r>
                                <a:rPr kumimoji="1" lang="zh-CN" altLang="en-US" sz="2800">
                                  <a:solidFill>
                                    <a:prstClr val="black"/>
                                  </a:solidFill>
                                  <a:latin typeface="Cambria Math" panose="02040503050406030204" charset="0"/>
                                  <a:ea typeface="黑体" panose="02010609060101010101" pitchFamily="49" charset="-122"/>
                                  <a:cs typeface="+mn-ea"/>
                                </a:rPr>
                                <m:t>𝑧</m:t>
                              </m:r>
                            </m:sub>
                          </m:sSub>
                        </m:num>
                        <m:den>
                          <m:d>
                            <m:dPr>
                              <m:begChr m:val="|"/>
                              <m:endChr m:val="|"/>
                              <m:ctrlPr>
                                <a:rPr kumimoji="1" lang="zh-CN" altLang="en-US" sz="2800" i="1">
                                  <a:solidFill>
                                    <a:prstClr val="black"/>
                                  </a:solidFill>
                                  <a:latin typeface="Cambria Math" panose="02040503050406030204" charset="0"/>
                                  <a:ea typeface="黑体" panose="02010609060101010101" pitchFamily="49" charset="-122"/>
                                  <a:cs typeface="+mn-ea"/>
                                </a:rPr>
                              </m:ctrlPr>
                            </m:dPr>
                            <m:e>
                              <m:r>
                                <a:rPr kumimoji="1" lang="zh-CN" altLang="en-US" sz="2800">
                                  <a:solidFill>
                                    <a:prstClr val="black"/>
                                  </a:solidFill>
                                  <a:latin typeface="Cambria Math" panose="02040503050406030204" charset="0"/>
                                  <a:ea typeface="黑体" panose="02010609060101010101" pitchFamily="49" charset="-122"/>
                                  <a:cs typeface="+mn-ea"/>
                                </a:rPr>
                                <m:t>​</m:t>
                              </m:r>
                              <m:r>
                                <a:rPr kumimoji="1" lang="zh-CN" altLang="en-US" sz="2800">
                                  <a:solidFill>
                                    <a:prstClr val="black"/>
                                  </a:solidFill>
                                  <a:latin typeface="Cambria Math" panose="02040503050406030204" charset="0"/>
                                  <a:ea typeface="黑体" panose="02010609060101010101" pitchFamily="49" charset="-122"/>
                                  <a:cs typeface="+mn-ea"/>
                                </a:rPr>
                                <m:t>𝑧</m:t>
                              </m:r>
                              <m:r>
                                <a:rPr kumimoji="1" lang="zh-CN" altLang="en-US" sz="2800">
                                  <a:solidFill>
                                    <a:prstClr val="black"/>
                                  </a:solidFill>
                                  <a:latin typeface="Cambria Math" panose="02040503050406030204" charset="0"/>
                                  <a:ea typeface="黑体" panose="02010609060101010101" pitchFamily="49" charset="-122"/>
                                  <a:cs typeface="+mn-ea"/>
                                </a:rPr>
                                <m:t>​</m:t>
                              </m:r>
                            </m:e>
                          </m:d>
                        </m:den>
                      </m:f>
                      <m:r>
                        <a:rPr kumimoji="1" lang="zh-CN" altLang="en-US" sz="2800">
                          <a:solidFill>
                            <a:prstClr val="black"/>
                          </a:solidFill>
                          <a:latin typeface="Cambria Math" panose="02040503050406030204" charset="0"/>
                          <a:ea typeface="黑体" panose="02010609060101010101" pitchFamily="49" charset="-122"/>
                          <a:cs typeface="+mn-ea"/>
                        </a:rPr>
                        <m:t>=</m:t>
                      </m:r>
                      <m:f>
                        <m:fPr>
                          <m:ctrlPr>
                            <a:rPr kumimoji="1" lang="zh-CN" altLang="en-US" sz="2800" i="1">
                              <a:solidFill>
                                <a:prstClr val="black"/>
                              </a:solidFill>
                              <a:latin typeface="Cambria Math" panose="02040503050406030204" charset="0"/>
                              <a:ea typeface="黑体" panose="02010609060101010101" pitchFamily="49" charset="-122"/>
                              <a:cs typeface="+mn-ea"/>
                            </a:rPr>
                          </m:ctrlPr>
                        </m:fPr>
                        <m:num>
                          <m:sSub>
                            <m:sSubPr>
                              <m:ctrlPr>
                                <a:rPr kumimoji="1" lang="zh-CN" altLang="en-US" sz="2800" i="1">
                                  <a:solidFill>
                                    <a:prstClr val="black"/>
                                  </a:solidFill>
                                  <a:latin typeface="Cambria Math" panose="02040503050406030204" charset="0"/>
                                  <a:ea typeface="黑体" panose="02010609060101010101" pitchFamily="49" charset="-122"/>
                                  <a:cs typeface="+mn-ea"/>
                                </a:rPr>
                              </m:ctrlPr>
                            </m:sSubPr>
                            <m:e>
                              <m:r>
                                <a:rPr kumimoji="1" lang="zh-CN" altLang="en-US" sz="2800" i="1">
                                  <a:solidFill>
                                    <a:prstClr val="black"/>
                                  </a:solidFill>
                                  <a:latin typeface="Cambria Math" panose="02040503050406030204" charset="0"/>
                                  <a:ea typeface="黑体" panose="02010609060101010101" pitchFamily="49" charset="-122"/>
                                  <a:cs typeface="+mn-ea"/>
                                </a:rPr>
                                <m:t>𝛿</m:t>
                              </m:r>
                            </m:e>
                            <m:sub>
                              <m:r>
                                <a:rPr kumimoji="1" lang="zh-CN" altLang="en-US" sz="2800">
                                  <a:solidFill>
                                    <a:prstClr val="black"/>
                                  </a:solidFill>
                                  <a:latin typeface="Cambria Math" panose="02040503050406030204" charset="0"/>
                                  <a:ea typeface="黑体" panose="02010609060101010101" pitchFamily="49" charset="-122"/>
                                  <a:cs typeface="+mn-ea"/>
                                </a:rPr>
                                <m:t>​</m:t>
                              </m:r>
                              <m:r>
                                <a:rPr kumimoji="1" lang="zh-CN" altLang="en-US" sz="2800">
                                  <a:solidFill>
                                    <a:prstClr val="black"/>
                                  </a:solidFill>
                                  <a:latin typeface="Cambria Math" panose="02040503050406030204" charset="0"/>
                                  <a:ea typeface="黑体" panose="02010609060101010101" pitchFamily="49" charset="-122"/>
                                  <a:cs typeface="+mn-ea"/>
                                </a:rPr>
                                <m:t>𝑥</m:t>
                              </m:r>
                            </m:sub>
                          </m:sSub>
                        </m:num>
                        <m:den>
                          <m:d>
                            <m:dPr>
                              <m:begChr m:val="|"/>
                              <m:endChr m:val="|"/>
                              <m:ctrlPr>
                                <a:rPr kumimoji="1" lang="zh-CN" altLang="en-US" sz="2800" i="1">
                                  <a:solidFill>
                                    <a:prstClr val="black"/>
                                  </a:solidFill>
                                  <a:latin typeface="Cambria Math" panose="02040503050406030204" charset="0"/>
                                  <a:ea typeface="黑体" panose="02010609060101010101" pitchFamily="49" charset="-122"/>
                                  <a:cs typeface="+mn-ea"/>
                                </a:rPr>
                              </m:ctrlPr>
                            </m:dPr>
                            <m:e>
                              <m:r>
                                <a:rPr kumimoji="1" lang="zh-CN" altLang="en-US" sz="2800">
                                  <a:solidFill>
                                    <a:prstClr val="black"/>
                                  </a:solidFill>
                                  <a:latin typeface="Cambria Math" panose="02040503050406030204" charset="0"/>
                                  <a:ea typeface="黑体" panose="02010609060101010101" pitchFamily="49" charset="-122"/>
                                  <a:cs typeface="+mn-ea"/>
                                </a:rPr>
                                <m:t>​​</m:t>
                              </m:r>
                              <m:r>
                                <a:rPr kumimoji="1" lang="zh-CN" altLang="en-US" sz="2800">
                                  <a:solidFill>
                                    <a:prstClr val="black"/>
                                  </a:solidFill>
                                  <a:latin typeface="Cambria Math" panose="02040503050406030204" charset="0"/>
                                  <a:ea typeface="黑体" panose="02010609060101010101" pitchFamily="49" charset="-122"/>
                                  <a:cs typeface="+mn-ea"/>
                                </a:rPr>
                                <m:t>𝑥</m:t>
                              </m:r>
                              <m:r>
                                <a:rPr kumimoji="1" lang="zh-CN" altLang="en-US" sz="2800">
                                  <a:solidFill>
                                    <a:prstClr val="black"/>
                                  </a:solidFill>
                                  <a:latin typeface="Cambria Math" panose="02040503050406030204" charset="0"/>
                                  <a:ea typeface="黑体" panose="02010609060101010101" pitchFamily="49" charset="-122"/>
                                  <a:cs typeface="+mn-ea"/>
                                </a:rPr>
                                <m:t>​</m:t>
                              </m:r>
                            </m:e>
                          </m:d>
                        </m:den>
                      </m:f>
                      <m:r>
                        <a:rPr kumimoji="1" lang="zh-CN" altLang="en-US" sz="2800">
                          <a:solidFill>
                            <a:prstClr val="black"/>
                          </a:solidFill>
                          <a:latin typeface="Cambria Math" panose="02040503050406030204" charset="0"/>
                          <a:ea typeface="黑体" panose="02010609060101010101" pitchFamily="49" charset="-122"/>
                          <a:cs typeface="+mn-ea"/>
                        </a:rPr>
                        <m:t>+</m:t>
                      </m:r>
                      <m:f>
                        <m:fPr>
                          <m:ctrlPr>
                            <a:rPr kumimoji="1" lang="zh-CN" altLang="en-US" sz="2800" i="1">
                              <a:solidFill>
                                <a:prstClr val="black"/>
                              </a:solidFill>
                              <a:latin typeface="Cambria Math" panose="02040503050406030204" charset="0"/>
                              <a:ea typeface="黑体" panose="02010609060101010101" pitchFamily="49" charset="-122"/>
                              <a:cs typeface="+mn-ea"/>
                            </a:rPr>
                          </m:ctrlPr>
                        </m:fPr>
                        <m:num>
                          <m:r>
                            <a:rPr kumimoji="1" lang="zh-CN" altLang="en-US" sz="2800" i="1">
                              <a:solidFill>
                                <a:prstClr val="black"/>
                              </a:solidFill>
                              <a:latin typeface="Cambria Math" panose="02040503050406030204" charset="0"/>
                              <a:ea typeface="黑体" panose="02010609060101010101" pitchFamily="49" charset="-122"/>
                              <a:cs typeface="+mn-ea"/>
                            </a:rPr>
                            <m:t>𝛿</m:t>
                          </m:r>
                          <m:sSub>
                            <m:sSubPr>
                              <m:ctrlPr>
                                <a:rPr kumimoji="1" lang="zh-CN" altLang="en-US" sz="2800" i="1">
                                  <a:solidFill>
                                    <a:prstClr val="black"/>
                                  </a:solidFill>
                                  <a:latin typeface="Cambria Math" panose="02040503050406030204" charset="0"/>
                                  <a:ea typeface="黑体" panose="02010609060101010101" pitchFamily="49" charset="-122"/>
                                  <a:cs typeface="+mn-ea"/>
                                </a:rPr>
                              </m:ctrlPr>
                            </m:sSubPr>
                            <m:e>
                              <m:r>
                                <a:rPr kumimoji="1" lang="zh-CN" altLang="en-US" sz="2800">
                                  <a:solidFill>
                                    <a:prstClr val="black"/>
                                  </a:solidFill>
                                  <a:latin typeface="Cambria Math" panose="02040503050406030204" charset="0"/>
                                  <a:ea typeface="黑体" panose="02010609060101010101" pitchFamily="49" charset="-122"/>
                                  <a:cs typeface="+mn-ea"/>
                                </a:rPr>
                                <m:t>​</m:t>
                              </m:r>
                            </m:e>
                            <m:sub>
                              <m:r>
                                <a:rPr kumimoji="1" lang="zh-CN" altLang="en-US" sz="2800">
                                  <a:solidFill>
                                    <a:prstClr val="black"/>
                                  </a:solidFill>
                                  <a:latin typeface="Cambria Math" panose="02040503050406030204" charset="0"/>
                                  <a:ea typeface="黑体" panose="02010609060101010101" pitchFamily="49" charset="-122"/>
                                  <a:cs typeface="+mn-ea"/>
                                </a:rPr>
                                <m:t>𝑦</m:t>
                              </m:r>
                            </m:sub>
                          </m:sSub>
                        </m:num>
                        <m:den>
                          <m:d>
                            <m:dPr>
                              <m:begChr m:val="|"/>
                              <m:endChr m:val="|"/>
                              <m:ctrlPr>
                                <a:rPr kumimoji="1" lang="zh-CN" altLang="en-US" sz="2800" i="1">
                                  <a:solidFill>
                                    <a:prstClr val="black"/>
                                  </a:solidFill>
                                  <a:latin typeface="Cambria Math" panose="02040503050406030204" charset="0"/>
                                  <a:ea typeface="黑体" panose="02010609060101010101" pitchFamily="49" charset="-122"/>
                                  <a:cs typeface="+mn-ea"/>
                                </a:rPr>
                              </m:ctrlPr>
                            </m:dPr>
                            <m:e>
                              <m:r>
                                <a:rPr kumimoji="1" lang="zh-CN" altLang="en-US" sz="2800">
                                  <a:solidFill>
                                    <a:prstClr val="black"/>
                                  </a:solidFill>
                                  <a:latin typeface="Cambria Math" panose="02040503050406030204" charset="0"/>
                                  <a:ea typeface="黑体" panose="02010609060101010101" pitchFamily="49" charset="-122"/>
                                  <a:cs typeface="+mn-ea"/>
                                </a:rPr>
                                <m:t>​</m:t>
                              </m:r>
                              <m:r>
                                <a:rPr kumimoji="1" lang="zh-CN" altLang="en-US" sz="2800">
                                  <a:solidFill>
                                    <a:prstClr val="black"/>
                                  </a:solidFill>
                                  <a:latin typeface="Cambria Math" panose="02040503050406030204" charset="0"/>
                                  <a:ea typeface="黑体" panose="02010609060101010101" pitchFamily="49" charset="-122"/>
                                  <a:cs typeface="+mn-ea"/>
                                </a:rPr>
                                <m:t>𝑦</m:t>
                              </m:r>
                              <m:r>
                                <a:rPr kumimoji="1" lang="zh-CN" altLang="en-US" sz="2800">
                                  <a:solidFill>
                                    <a:prstClr val="black"/>
                                  </a:solidFill>
                                  <a:latin typeface="Cambria Math" panose="02040503050406030204" charset="0"/>
                                  <a:ea typeface="黑体" panose="02010609060101010101" pitchFamily="49" charset="-122"/>
                                  <a:cs typeface="+mn-ea"/>
                                </a:rPr>
                                <m:t>​</m:t>
                              </m:r>
                            </m:e>
                          </m:d>
                        </m:den>
                      </m:f>
                      <m:r>
                        <a:rPr kumimoji="1" lang="zh-CN" altLang="en-US" sz="2800">
                          <a:solidFill>
                            <a:prstClr val="black"/>
                          </a:solidFill>
                          <a:latin typeface="Cambria Math" panose="02040503050406030204" charset="0"/>
                          <a:ea typeface="黑体" panose="02010609060101010101" pitchFamily="49" charset="-122"/>
                          <a:cs typeface="+mn-ea"/>
                        </a:rPr>
                        <m:t>.</m:t>
                      </m:r>
                    </m:oMath>
                  </m:oMathPara>
                </a14:m>
                <a:endParaRPr kumimoji="1" lang="zh-CN" altLang="en-US" sz="2800" dirty="0">
                  <a:solidFill>
                    <a:prstClr val="black"/>
                  </a:solidFill>
                  <a:latin typeface="Times New Roman" panose="02020603050405020304"/>
                  <a:ea typeface="黑体" panose="02010609060101010101" pitchFamily="49" charset="-122"/>
                  <a:cs typeface="+mn-ea"/>
                </a:endParaRPr>
              </a:p>
            </p:txBody>
          </p:sp>
        </mc:Choice>
        <mc:Fallback>
          <p:sp>
            <p:nvSpPr>
              <p:cNvPr id="4" name="Object 15"/>
              <p:cNvSpPr txBox="1">
                <a:spLocks noRot="1" noChangeAspect="1" noMove="1" noResize="1" noEditPoints="1" noAdjustHandles="1" noChangeArrowheads="1" noChangeShapeType="1" noTextEdit="1"/>
              </p:cNvSpPr>
              <p:nvPr/>
            </p:nvSpPr>
            <p:spPr bwMode="auto">
              <a:xfrm>
                <a:off x="4684803" y="1131796"/>
                <a:ext cx="2688514" cy="1003300"/>
              </a:xfrm>
              <a:prstGeom prst="rect">
                <a:avLst/>
              </a:prstGeom>
              <a:blipFill rotWithShape="1">
                <a:blip r:embed="rId2"/>
                <a:stretch>
                  <a:fillRect l="-15" t="-23" r="12" b="23"/>
                </a:stretch>
              </a:blipFill>
              <a:ln>
                <a:noFill/>
              </a:ln>
              <a:effectLst/>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5" name="Object 17"/>
              <p:cNvSpPr txBox="1"/>
              <p:nvPr/>
            </p:nvSpPr>
            <p:spPr bwMode="auto">
              <a:xfrm>
                <a:off x="2258735" y="2095092"/>
                <a:ext cx="2444750" cy="850900"/>
              </a:xfrm>
              <a:prstGeom prst="rect">
                <a:avLst/>
              </a:prstGeom>
              <a:noFill/>
              <a:ln>
                <a:noFill/>
              </a:ln>
              <a:effectLst/>
            </p:spPr>
            <p:txBody>
              <a:bodyPr>
                <a:noAutofit/>
              </a:bodyPr>
              <a:lstStyle/>
              <a:p>
                <a14:m>
                  <m:oMathPara xmlns:m="http://schemas.openxmlformats.org/officeDocument/2006/math">
                    <m:oMathParaPr>
                      <m:jc m:val="left"/>
                    </m:oMathParaPr>
                    <m:oMath xmlns:m="http://schemas.openxmlformats.org/officeDocument/2006/math">
                      <m:r>
                        <a:rPr kumimoji="1" lang="zh-CN" altLang="en-US" sz="2800">
                          <a:solidFill>
                            <a:prstClr val="black"/>
                          </a:solidFill>
                          <a:latin typeface="Cambria Math" panose="02040503050406030204" charset="0"/>
                          <a:ea typeface="黑体" panose="02010609060101010101" pitchFamily="49" charset="-122"/>
                          <a:cs typeface="+mn-ea"/>
                        </a:rPr>
                        <m:t>(</m:t>
                      </m:r>
                      <m:r>
                        <a:rPr kumimoji="1" lang="zh-CN" altLang="en-US" sz="2800">
                          <a:solidFill>
                            <a:prstClr val="black"/>
                          </a:solidFill>
                          <a:latin typeface="Cambria Math" panose="02040503050406030204" charset="0"/>
                          <a:ea typeface="黑体" panose="02010609060101010101" pitchFamily="49" charset="-122"/>
                          <a:cs typeface="+mn-ea"/>
                        </a:rPr>
                        <m:t>2</m:t>
                      </m:r>
                      <m:r>
                        <a:rPr kumimoji="1" lang="zh-CN" altLang="en-US" sz="2800">
                          <a:solidFill>
                            <a:prstClr val="black"/>
                          </a:solidFill>
                          <a:latin typeface="Cambria Math" panose="02040503050406030204" charset="0"/>
                          <a:ea typeface="黑体" panose="02010609060101010101" pitchFamily="49" charset="-122"/>
                          <a:cs typeface="+mn-ea"/>
                        </a:rPr>
                        <m:t>)  </m:t>
                      </m:r>
                      <m:r>
                        <a:rPr kumimoji="1" lang="zh-CN" altLang="en-US" sz="2800">
                          <a:solidFill>
                            <a:prstClr val="black"/>
                          </a:solidFill>
                          <a:latin typeface="Cambria Math" panose="02040503050406030204" charset="0"/>
                          <a:ea typeface="黑体" panose="02010609060101010101" pitchFamily="49" charset="-122"/>
                          <a:cs typeface="+mn-ea"/>
                        </a:rPr>
                        <m:t>𝑧</m:t>
                      </m:r>
                      <m:r>
                        <a:rPr kumimoji="1" lang="zh-CN" altLang="en-US" sz="2800">
                          <a:solidFill>
                            <a:prstClr val="black"/>
                          </a:solidFill>
                          <a:latin typeface="Cambria Math" panose="02040503050406030204" charset="0"/>
                          <a:ea typeface="黑体" panose="02010609060101010101" pitchFamily="49" charset="-122"/>
                          <a:cs typeface="+mn-ea"/>
                        </a:rPr>
                        <m:t>=</m:t>
                      </m:r>
                      <m:f>
                        <m:fPr>
                          <m:ctrlPr>
                            <a:rPr kumimoji="1" lang="zh-CN" altLang="en-US" sz="2800" i="1">
                              <a:solidFill>
                                <a:prstClr val="black"/>
                              </a:solidFill>
                              <a:latin typeface="Cambria Math" panose="02040503050406030204" charset="0"/>
                              <a:ea typeface="黑体" panose="02010609060101010101" pitchFamily="49" charset="-122"/>
                              <a:cs typeface="+mn-ea"/>
                            </a:rPr>
                          </m:ctrlPr>
                        </m:fPr>
                        <m:num>
                          <m:r>
                            <a:rPr kumimoji="1" lang="zh-CN" altLang="en-US" sz="2800">
                              <a:solidFill>
                                <a:prstClr val="black"/>
                              </a:solidFill>
                              <a:latin typeface="Cambria Math" panose="02040503050406030204" charset="0"/>
                              <a:ea typeface="黑体" panose="02010609060101010101" pitchFamily="49" charset="-122"/>
                              <a:cs typeface="+mn-ea"/>
                            </a:rPr>
                            <m:t>𝑦</m:t>
                          </m:r>
                        </m:num>
                        <m:den>
                          <m:r>
                            <a:rPr kumimoji="1" lang="zh-CN" altLang="en-US" sz="2800">
                              <a:solidFill>
                                <a:prstClr val="black"/>
                              </a:solidFill>
                              <a:latin typeface="Cambria Math" panose="02040503050406030204" charset="0"/>
                              <a:ea typeface="黑体" panose="02010609060101010101" pitchFamily="49" charset="-122"/>
                              <a:cs typeface="+mn-ea"/>
                            </a:rPr>
                            <m:t>𝑥</m:t>
                          </m:r>
                        </m:den>
                      </m:f>
                      <m:r>
                        <a:rPr kumimoji="1" lang="zh-CN" altLang="en-US" sz="2800">
                          <a:solidFill>
                            <a:prstClr val="black"/>
                          </a:solidFill>
                          <a:latin typeface="Cambria Math" panose="02040503050406030204" charset="0"/>
                          <a:ea typeface="黑体" panose="02010609060101010101" pitchFamily="49" charset="-122"/>
                          <a:cs typeface="+mn-ea"/>
                        </a:rPr>
                        <m:t> </m:t>
                      </m:r>
                      <m:r>
                        <a:rPr kumimoji="1" lang="zh-CN" altLang="en-US" sz="2800">
                          <a:solidFill>
                            <a:prstClr val="black"/>
                          </a:solidFill>
                          <a:latin typeface="Cambria Math" panose="02040503050406030204" charset="0"/>
                          <a:ea typeface="黑体" panose="02010609060101010101" pitchFamily="49" charset="-122"/>
                          <a:cs typeface="+mn-ea"/>
                        </a:rPr>
                        <m:t>时</m:t>
                      </m:r>
                      <m:r>
                        <a:rPr kumimoji="1" lang="zh-CN" altLang="en-US" sz="2800">
                          <a:solidFill>
                            <a:prstClr val="black"/>
                          </a:solidFill>
                          <a:latin typeface="Cambria Math" panose="02040503050406030204" charset="0"/>
                          <a:ea typeface="黑体" panose="02010609060101010101" pitchFamily="49" charset="-122"/>
                          <a:cs typeface="+mn-ea"/>
                        </a:rPr>
                        <m:t>,</m:t>
                      </m:r>
                    </m:oMath>
                  </m:oMathPara>
                </a14:m>
                <a:endParaRPr kumimoji="1" lang="zh-CN" altLang="en-US" sz="2800" dirty="0">
                  <a:solidFill>
                    <a:prstClr val="black"/>
                  </a:solidFill>
                  <a:latin typeface="Times New Roman" panose="02020603050405020304"/>
                  <a:ea typeface="黑体" panose="02010609060101010101" pitchFamily="49" charset="-122"/>
                  <a:cs typeface="+mn-ea"/>
                </a:endParaRPr>
              </a:p>
            </p:txBody>
          </p:sp>
        </mc:Choice>
        <mc:Fallback>
          <p:sp>
            <p:nvSpPr>
              <p:cNvPr id="5" name="Object 17"/>
              <p:cNvSpPr txBox="1">
                <a:spLocks noRot="1" noChangeAspect="1" noMove="1" noResize="1" noEditPoints="1" noAdjustHandles="1" noChangeArrowheads="1" noChangeShapeType="1" noTextEdit="1"/>
              </p:cNvSpPr>
              <p:nvPr/>
            </p:nvSpPr>
            <p:spPr bwMode="auto">
              <a:xfrm>
                <a:off x="2258735" y="2095092"/>
                <a:ext cx="2444750" cy="850900"/>
              </a:xfrm>
              <a:prstGeom prst="rect">
                <a:avLst/>
              </a:prstGeom>
              <a:blipFill rotWithShape="1">
                <a:blip r:embed="rId3"/>
                <a:stretch>
                  <a:fillRect l="-2" t="-27" r="2" b="27"/>
                </a:stretch>
              </a:blipFill>
              <a:ln>
                <a:noFill/>
              </a:ln>
              <a:effectLst/>
            </p:spPr>
            <p:txBody>
              <a:bodyPr/>
              <a:lstStyle/>
              <a:p>
                <a:r>
                  <a:rPr lang="zh-CN" altLang="en-US">
                    <a:noFill/>
                  </a:rPr>
                  <a:t> </a:t>
                </a:r>
              </a:p>
            </p:txBody>
          </p:sp>
        </mc:Fallback>
      </mc:AlternateContent>
      <p:sp>
        <p:nvSpPr>
          <p:cNvPr id="7" name="Text Box 23"/>
          <p:cNvSpPr txBox="1">
            <a:spLocks noChangeArrowheads="1"/>
          </p:cNvSpPr>
          <p:nvPr/>
        </p:nvSpPr>
        <p:spPr bwMode="auto">
          <a:xfrm>
            <a:off x="2258735" y="5418158"/>
            <a:ext cx="6553200" cy="519113"/>
          </a:xfrm>
          <a:prstGeom prst="rect">
            <a:avLst/>
          </a:prstGeom>
          <a:noFill/>
          <a:ln>
            <a:noFill/>
          </a:ln>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accent2"/>
                </a:solidFill>
                <a:miter lim="800000"/>
                <a:headEnd/>
                <a:tailEnd/>
              </a14:hiddenLine>
            </a:ext>
          </a:extLst>
        </p:spPr>
        <p:txBody>
          <a:bodyPr>
            <a:spAutoFit/>
          </a:bodyPr>
          <a:lstStyle/>
          <a:p>
            <a:pPr marL="0" marR="0" lvl="0" indent="0" algn="l" defTabSz="914400" rtl="0" eaLnBrk="1" fontAlgn="base" latinLnBrk="0" hangingPunct="1">
              <a:lnSpc>
                <a:spcPct val="100000"/>
              </a:lnSpc>
              <a:spcBef>
                <a:spcPct val="50000"/>
              </a:spcBef>
              <a:spcAft>
                <a:spcPct val="0"/>
              </a:spcAft>
              <a:buClrTx/>
              <a:buSzTx/>
              <a:buFontTx/>
              <a:buNone/>
              <a:defRPr/>
            </a:pPr>
            <a:r>
              <a:rPr kumimoji="1" lang="zh-CN" altLang="en-US" sz="2800" b="0" i="0" u="none" strike="noStrike" kern="1200" cap="none" spc="0" normalizeH="0" baseline="0" noProof="0" dirty="0">
                <a:ln>
                  <a:noFill/>
                </a:ln>
                <a:solidFill>
                  <a:prstClr val="black"/>
                </a:solidFill>
                <a:effectLst/>
                <a:uLnTx/>
                <a:uFillTx/>
                <a:latin typeface="Times New Roman" panose="02020603050405020304"/>
                <a:ea typeface="黑体" panose="02010609060101010101" pitchFamily="49" charset="-122"/>
                <a:cs typeface="+mn-ea"/>
                <a:sym typeface="+mn-lt"/>
              </a:rPr>
              <a:t>类似可以推广到三元及三元以上的情形</a:t>
            </a:r>
            <a:r>
              <a:rPr kumimoji="1" lang="en-US" altLang="zh-CN" sz="2800" b="0" i="0" u="none" strike="noStrike" kern="1200" cap="none" spc="0" normalizeH="0" baseline="0" noProof="0" dirty="0">
                <a:ln>
                  <a:noFill/>
                </a:ln>
                <a:solidFill>
                  <a:prstClr val="black"/>
                </a:solidFill>
                <a:effectLst/>
                <a:uLnTx/>
                <a:uFillTx/>
                <a:latin typeface="Times New Roman" panose="02020603050405020304"/>
                <a:ea typeface="黑体" panose="02010609060101010101" pitchFamily="49" charset="-122"/>
                <a:cs typeface="+mn-ea"/>
                <a:sym typeface="+mn-lt"/>
              </a:rPr>
              <a:t>.</a:t>
            </a:r>
            <a:endParaRPr kumimoji="1" lang="en-US" altLang="zh-CN" sz="2800" b="0" i="0" u="none" strike="noStrike" kern="1200" cap="none" spc="0" normalizeH="0" baseline="0" noProof="0" dirty="0">
              <a:ln>
                <a:noFill/>
              </a:ln>
              <a:solidFill>
                <a:prstClr val="black"/>
              </a:solidFill>
              <a:effectLst/>
              <a:uLnTx/>
              <a:uFillTx/>
              <a:latin typeface="Times New Roman" panose="02020603050405020304"/>
              <a:ea typeface="黑体" panose="02010609060101010101" pitchFamily="49" charset="-122"/>
              <a:cs typeface="+mn-ea"/>
              <a:sym typeface="+mn-lt"/>
            </a:endParaRPr>
          </a:p>
        </p:txBody>
      </p:sp>
      <p:grpSp>
        <p:nvGrpSpPr>
          <p:cNvPr id="11" name="组合 10"/>
          <p:cNvGrpSpPr/>
          <p:nvPr/>
        </p:nvGrpSpPr>
        <p:grpSpPr>
          <a:xfrm>
            <a:off x="2987194" y="2929731"/>
            <a:ext cx="7115579" cy="1078615"/>
            <a:chOff x="2987194" y="2929731"/>
            <a:chExt cx="7115579" cy="1078615"/>
          </a:xfrm>
        </p:grpSpPr>
        <mc:AlternateContent xmlns:mc="http://schemas.openxmlformats.org/markup-compatibility/2006">
          <mc:Choice xmlns:a14="http://schemas.microsoft.com/office/drawing/2010/main" Requires="a14">
            <p:sp>
              <p:nvSpPr>
                <p:cNvPr id="36" name="Object 24"/>
                <p:cNvSpPr txBox="1"/>
                <p:nvPr/>
              </p:nvSpPr>
              <p:spPr bwMode="auto">
                <a:xfrm>
                  <a:off x="6146693" y="2929731"/>
                  <a:ext cx="2051582" cy="965200"/>
                </a:xfrm>
                <a:prstGeom prst="rect">
                  <a:avLst/>
                </a:prstGeom>
                <a:noFill/>
                <a:ln>
                  <a:noFill/>
                </a:ln>
                <a:effectLst/>
              </p:spPr>
              <p:txBody>
                <a:bodyPr>
                  <a:noAutofit/>
                </a:bodyPr>
                <a:lstStyle/>
                <a:p>
                  <a14:m>
                    <m:oMathPara xmlns:m="http://schemas.openxmlformats.org/officeDocument/2006/math">
                      <m:oMathParaPr>
                        <m:jc m:val="left"/>
                      </m:oMathParaPr>
                      <m:oMath xmlns:m="http://schemas.openxmlformats.org/officeDocument/2006/math">
                        <m:r>
                          <a:rPr kumimoji="1" lang="en-US" altLang="zh-CN" sz="2800" b="0" i="0" smtClean="0">
                            <a:solidFill>
                              <a:prstClr val="black"/>
                            </a:solidFill>
                            <a:latin typeface="Cambria Math" panose="02040503050406030204" charset="0"/>
                            <a:ea typeface="黑体" panose="02010609060101010101" pitchFamily="49" charset="-122"/>
                            <a:cs typeface="+mn-ea"/>
                          </a:rPr>
                          <m:t>+</m:t>
                        </m:r>
                        <m:d>
                          <m:dPr>
                            <m:begChr m:val="|"/>
                            <m:endChr m:val="|"/>
                            <m:ctrlPr>
                              <a:rPr kumimoji="1" lang="zh-CN" altLang="en-US" sz="2800" i="1">
                                <a:solidFill>
                                  <a:prstClr val="black"/>
                                </a:solidFill>
                                <a:latin typeface="Cambria Math" panose="02040503050406030204" charset="0"/>
                                <a:ea typeface="黑体" panose="02010609060101010101" pitchFamily="49" charset="-122"/>
                                <a:cs typeface="+mn-ea"/>
                              </a:rPr>
                            </m:ctrlPr>
                          </m:dPr>
                          <m:e>
                            <m:f>
                              <m:fPr>
                                <m:ctrlPr>
                                  <a:rPr kumimoji="1" lang="zh-CN" altLang="en-US" sz="2800" i="1" smtClean="0">
                                    <a:solidFill>
                                      <a:schemeClr val="bg1"/>
                                    </a:solidFill>
                                    <a:latin typeface="Cambria Math" panose="02040503050406030204" charset="0"/>
                                    <a:ea typeface="黑体" panose="02010609060101010101" pitchFamily="49" charset="-122"/>
                                    <a:cs typeface="+mn-ea"/>
                                  </a:rPr>
                                </m:ctrlPr>
                              </m:fPr>
                              <m:num>
                                <m:r>
                                  <a:rPr kumimoji="1" lang="zh-CN" altLang="en-US" sz="2800">
                                    <a:solidFill>
                                      <a:schemeClr val="bg1"/>
                                    </a:solidFill>
                                    <a:latin typeface="Cambria Math" panose="02040503050406030204" charset="0"/>
                                    <a:ea typeface="黑体" panose="02010609060101010101" pitchFamily="49" charset="-122"/>
                                    <a:cs typeface="+mn-ea"/>
                                  </a:rPr>
                                  <m:t>𝑥</m:t>
                                </m:r>
                              </m:num>
                              <m:den>
                                <m:r>
                                  <a:rPr kumimoji="1" lang="zh-CN" altLang="en-US" sz="2800">
                                    <a:solidFill>
                                      <a:schemeClr val="bg1"/>
                                    </a:solidFill>
                                    <a:latin typeface="Cambria Math" panose="02040503050406030204" charset="0"/>
                                    <a:ea typeface="黑体" panose="02010609060101010101" pitchFamily="49" charset="-122"/>
                                    <a:cs typeface="+mn-ea"/>
                                  </a:rPr>
                                  <m:t>𝑦</m:t>
                                </m:r>
                              </m:den>
                            </m:f>
                            <m:r>
                              <a:rPr kumimoji="1" lang="en-US" altLang="zh-CN" sz="2800" b="0" i="0" smtClean="0">
                                <a:solidFill>
                                  <a:schemeClr val="bg1"/>
                                </a:solidFill>
                                <a:latin typeface="Cambria Math" panose="02040503050406030204" charset="0"/>
                                <a:ea typeface="黑体" panose="02010609060101010101" pitchFamily="49" charset="-122"/>
                                <a:cs typeface="+mn-ea"/>
                              </a:rPr>
                              <m:t>       </m:t>
                            </m:r>
                            <m:r>
                              <a:rPr kumimoji="1" lang="en-US" altLang="zh-CN" sz="2800" b="1" i="0" smtClean="0">
                                <a:solidFill>
                                  <a:schemeClr val="bg1"/>
                                </a:solidFill>
                                <a:latin typeface="Cambria Math" panose="02040503050406030204" charset="0"/>
                                <a:ea typeface="黑体" panose="02010609060101010101" pitchFamily="49" charset="-122"/>
                                <a:cs typeface="+mn-ea"/>
                              </a:rPr>
                              <m:t> </m:t>
                            </m:r>
                            <m:r>
                              <a:rPr kumimoji="1" lang="en-US" altLang="zh-CN" sz="2800" b="0" i="0" smtClean="0">
                                <a:solidFill>
                                  <a:schemeClr val="bg1"/>
                                </a:solidFill>
                                <a:latin typeface="Cambria Math" panose="02040503050406030204" charset="0"/>
                                <a:ea typeface="黑体" panose="02010609060101010101" pitchFamily="49" charset="-122"/>
                                <a:cs typeface="+mn-ea"/>
                              </a:rPr>
                              <m:t> </m:t>
                            </m:r>
                          </m:e>
                        </m:d>
                        <m:sSub>
                          <m:sSubPr>
                            <m:ctrlPr>
                              <a:rPr kumimoji="1" lang="zh-CN" altLang="en-US" sz="2800" i="1">
                                <a:solidFill>
                                  <a:prstClr val="black"/>
                                </a:solidFill>
                                <a:latin typeface="Cambria Math" panose="02040503050406030204" charset="0"/>
                                <a:ea typeface="黑体" panose="02010609060101010101" pitchFamily="49" charset="-122"/>
                                <a:cs typeface="+mn-ea"/>
                              </a:rPr>
                            </m:ctrlPr>
                          </m:sSubPr>
                          <m:e>
                            <m:r>
                              <a:rPr kumimoji="1" lang="zh-CN" altLang="en-US" sz="2800" i="1">
                                <a:solidFill>
                                  <a:prstClr val="black"/>
                                </a:solidFill>
                                <a:latin typeface="Cambria Math" panose="02040503050406030204" charset="0"/>
                                <a:ea typeface="黑体" panose="02010609060101010101" pitchFamily="49" charset="-122"/>
                                <a:cs typeface="+mn-ea"/>
                              </a:rPr>
                              <m:t>𝛿</m:t>
                            </m:r>
                          </m:e>
                          <m:sub>
                            <m:r>
                              <a:rPr kumimoji="1" lang="zh-CN" altLang="en-US" sz="2800">
                                <a:solidFill>
                                  <a:prstClr val="black"/>
                                </a:solidFill>
                                <a:latin typeface="Cambria Math" panose="02040503050406030204" charset="0"/>
                                <a:ea typeface="黑体" panose="02010609060101010101" pitchFamily="49" charset="-122"/>
                                <a:cs typeface="+mn-ea"/>
                              </a:rPr>
                              <m:t>𝑦</m:t>
                            </m:r>
                          </m:sub>
                        </m:sSub>
                      </m:oMath>
                    </m:oMathPara>
                  </a14:m>
                  <a:endParaRPr kumimoji="1" lang="zh-CN" altLang="en-US" sz="2800" dirty="0">
                    <a:solidFill>
                      <a:prstClr val="black"/>
                    </a:solidFill>
                    <a:latin typeface="Times New Roman" panose="02020603050405020304"/>
                    <a:ea typeface="黑体" panose="02010609060101010101" pitchFamily="49" charset="-122"/>
                    <a:cs typeface="+mn-ea"/>
                  </a:endParaRPr>
                </a:p>
              </p:txBody>
            </p:sp>
          </mc:Choice>
          <mc:Fallback>
            <p:sp>
              <p:nvSpPr>
                <p:cNvPr id="36" name="Object 24"/>
                <p:cNvSpPr txBox="1">
                  <a:spLocks noRot="1" noChangeAspect="1" noMove="1" noResize="1" noEditPoints="1" noAdjustHandles="1" noChangeArrowheads="1" noChangeShapeType="1" noTextEdit="1"/>
                </p:cNvSpPr>
                <p:nvPr/>
              </p:nvSpPr>
              <p:spPr bwMode="auto">
                <a:xfrm>
                  <a:off x="6146693" y="2929731"/>
                  <a:ext cx="2051582" cy="965200"/>
                </a:xfrm>
                <a:prstGeom prst="rect">
                  <a:avLst/>
                </a:prstGeom>
                <a:blipFill rotWithShape="1">
                  <a:blip r:embed="rId4"/>
                </a:blipFill>
                <a:ln>
                  <a:noFill/>
                </a:ln>
                <a:effectLst/>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6" name="Object 18"/>
                <p:cNvSpPr txBox="1"/>
                <p:nvPr/>
              </p:nvSpPr>
              <p:spPr bwMode="auto">
                <a:xfrm>
                  <a:off x="8051191" y="2949802"/>
                  <a:ext cx="2051582" cy="1003300"/>
                </a:xfrm>
                <a:prstGeom prst="rect">
                  <a:avLst/>
                </a:prstGeom>
                <a:noFill/>
                <a:ln>
                  <a:noFill/>
                </a:ln>
                <a:effectLst/>
              </p:spPr>
              <p:txBody>
                <a:bodyPr>
                  <a:noAutofit/>
                </a:bodyPr>
                <a:lstStyle/>
                <a:p>
                  <a14:m>
                    <m:oMathPara xmlns:m="http://schemas.openxmlformats.org/officeDocument/2006/math">
                      <m:oMathParaPr>
                        <m:jc m:val="left"/>
                      </m:oMathParaPr>
                      <m:oMath xmlns:m="http://schemas.openxmlformats.org/officeDocument/2006/math">
                        <m:r>
                          <a:rPr kumimoji="1" lang="zh-CN" altLang="en-US" sz="2800">
                            <a:solidFill>
                              <a:prstClr val="black"/>
                            </a:solidFill>
                            <a:latin typeface="Cambria Math" panose="02040503050406030204" charset="0"/>
                            <a:ea typeface="黑体" panose="02010609060101010101" pitchFamily="49" charset="-122"/>
                            <a:cs typeface="+mn-ea"/>
                          </a:rPr>
                          <m:t>=</m:t>
                        </m:r>
                        <m:f>
                          <m:fPr>
                            <m:ctrlPr>
                              <a:rPr kumimoji="1" lang="zh-CN" altLang="en-US" sz="2800" i="1">
                                <a:solidFill>
                                  <a:prstClr val="black"/>
                                </a:solidFill>
                                <a:latin typeface="Cambria Math" panose="02040503050406030204" charset="0"/>
                                <a:ea typeface="黑体" panose="02010609060101010101" pitchFamily="49" charset="-122"/>
                                <a:cs typeface="+mn-ea"/>
                              </a:rPr>
                            </m:ctrlPr>
                          </m:fPr>
                          <m:num>
                            <m:sSub>
                              <m:sSubPr>
                                <m:ctrlPr>
                                  <a:rPr kumimoji="1" lang="zh-CN" altLang="en-US" sz="2800" i="1">
                                    <a:solidFill>
                                      <a:prstClr val="black"/>
                                    </a:solidFill>
                                    <a:latin typeface="Cambria Math" panose="02040503050406030204" charset="0"/>
                                    <a:ea typeface="黑体" panose="02010609060101010101" pitchFamily="49" charset="-122"/>
                                    <a:cs typeface="+mn-ea"/>
                                  </a:rPr>
                                </m:ctrlPr>
                              </m:sSubPr>
                              <m:e>
                                <m:r>
                                  <a:rPr kumimoji="1" lang="zh-CN" altLang="en-US" sz="2800" i="1">
                                    <a:solidFill>
                                      <a:prstClr val="black"/>
                                    </a:solidFill>
                                    <a:latin typeface="Cambria Math" panose="02040503050406030204" charset="0"/>
                                    <a:ea typeface="黑体" panose="02010609060101010101" pitchFamily="49" charset="-122"/>
                                    <a:cs typeface="+mn-ea"/>
                                  </a:rPr>
                                  <m:t>𝛿</m:t>
                                </m:r>
                              </m:e>
                              <m:sub>
                                <m:r>
                                  <a:rPr kumimoji="1" lang="zh-CN" altLang="en-US" sz="2800">
                                    <a:solidFill>
                                      <a:prstClr val="black"/>
                                    </a:solidFill>
                                    <a:latin typeface="Cambria Math" panose="02040503050406030204" charset="0"/>
                                    <a:ea typeface="黑体" panose="02010609060101010101" pitchFamily="49" charset="-122"/>
                                    <a:cs typeface="+mn-ea"/>
                                  </a:rPr>
                                  <m:t>​</m:t>
                                </m:r>
                                <m:r>
                                  <a:rPr kumimoji="1" lang="zh-CN" altLang="en-US" sz="2800">
                                    <a:solidFill>
                                      <a:prstClr val="black"/>
                                    </a:solidFill>
                                    <a:latin typeface="Cambria Math" panose="02040503050406030204" charset="0"/>
                                    <a:ea typeface="黑体" panose="02010609060101010101" pitchFamily="49" charset="-122"/>
                                    <a:cs typeface="+mn-ea"/>
                                  </a:rPr>
                                  <m:t>𝑥</m:t>
                                </m:r>
                              </m:sub>
                            </m:sSub>
                          </m:num>
                          <m:den>
                            <m:d>
                              <m:dPr>
                                <m:begChr m:val="|"/>
                                <m:endChr m:val="|"/>
                                <m:ctrlPr>
                                  <a:rPr kumimoji="1" lang="zh-CN" altLang="en-US" sz="2800" i="1">
                                    <a:solidFill>
                                      <a:prstClr val="black"/>
                                    </a:solidFill>
                                    <a:latin typeface="Cambria Math" panose="02040503050406030204" charset="0"/>
                                    <a:ea typeface="黑体" panose="02010609060101010101" pitchFamily="49" charset="-122"/>
                                    <a:cs typeface="+mn-ea"/>
                                  </a:rPr>
                                </m:ctrlPr>
                              </m:dPr>
                              <m:e>
                                <m:r>
                                  <a:rPr kumimoji="1" lang="zh-CN" altLang="en-US" sz="2800">
                                    <a:solidFill>
                                      <a:prstClr val="black"/>
                                    </a:solidFill>
                                    <a:latin typeface="Cambria Math" panose="02040503050406030204" charset="0"/>
                                    <a:ea typeface="黑体" panose="02010609060101010101" pitchFamily="49" charset="-122"/>
                                    <a:cs typeface="+mn-ea"/>
                                  </a:rPr>
                                  <m:t>​​</m:t>
                                </m:r>
                                <m:r>
                                  <a:rPr kumimoji="1" lang="zh-CN" altLang="en-US" sz="2800">
                                    <a:solidFill>
                                      <a:prstClr val="black"/>
                                    </a:solidFill>
                                    <a:latin typeface="Cambria Math" panose="02040503050406030204" charset="0"/>
                                    <a:ea typeface="黑体" panose="02010609060101010101" pitchFamily="49" charset="-122"/>
                                    <a:cs typeface="+mn-ea"/>
                                  </a:rPr>
                                  <m:t>𝑥</m:t>
                                </m:r>
                                <m:r>
                                  <a:rPr kumimoji="1" lang="zh-CN" altLang="en-US" sz="2800">
                                    <a:solidFill>
                                      <a:prstClr val="black"/>
                                    </a:solidFill>
                                    <a:latin typeface="Cambria Math" panose="02040503050406030204" charset="0"/>
                                    <a:ea typeface="黑体" panose="02010609060101010101" pitchFamily="49" charset="-122"/>
                                    <a:cs typeface="+mn-ea"/>
                                  </a:rPr>
                                  <m:t>​</m:t>
                                </m:r>
                              </m:e>
                            </m:d>
                          </m:den>
                        </m:f>
                        <m:r>
                          <a:rPr kumimoji="1" lang="zh-CN" altLang="en-US" sz="2800">
                            <a:solidFill>
                              <a:prstClr val="black"/>
                            </a:solidFill>
                            <a:latin typeface="Cambria Math" panose="02040503050406030204" charset="0"/>
                            <a:ea typeface="黑体" panose="02010609060101010101" pitchFamily="49" charset="-122"/>
                            <a:cs typeface="+mn-ea"/>
                          </a:rPr>
                          <m:t>+</m:t>
                        </m:r>
                        <m:f>
                          <m:fPr>
                            <m:ctrlPr>
                              <a:rPr kumimoji="1" lang="zh-CN" altLang="en-US" sz="2800" i="1">
                                <a:solidFill>
                                  <a:prstClr val="black"/>
                                </a:solidFill>
                                <a:latin typeface="Cambria Math" panose="02040503050406030204" charset="0"/>
                                <a:ea typeface="黑体" panose="02010609060101010101" pitchFamily="49" charset="-122"/>
                                <a:cs typeface="+mn-ea"/>
                              </a:rPr>
                            </m:ctrlPr>
                          </m:fPr>
                          <m:num>
                            <m:r>
                              <a:rPr kumimoji="1" lang="zh-CN" altLang="en-US" sz="2800" i="1">
                                <a:solidFill>
                                  <a:prstClr val="black"/>
                                </a:solidFill>
                                <a:latin typeface="Cambria Math" panose="02040503050406030204" charset="0"/>
                                <a:ea typeface="黑体" panose="02010609060101010101" pitchFamily="49" charset="-122"/>
                                <a:cs typeface="+mn-ea"/>
                              </a:rPr>
                              <m:t>𝛿</m:t>
                            </m:r>
                            <m:sSub>
                              <m:sSubPr>
                                <m:ctrlPr>
                                  <a:rPr kumimoji="1" lang="zh-CN" altLang="en-US" sz="2800" i="1">
                                    <a:solidFill>
                                      <a:prstClr val="black"/>
                                    </a:solidFill>
                                    <a:latin typeface="Cambria Math" panose="02040503050406030204" charset="0"/>
                                    <a:ea typeface="黑体" panose="02010609060101010101" pitchFamily="49" charset="-122"/>
                                    <a:cs typeface="+mn-ea"/>
                                  </a:rPr>
                                </m:ctrlPr>
                              </m:sSubPr>
                              <m:e>
                                <m:r>
                                  <a:rPr kumimoji="1" lang="zh-CN" altLang="en-US" sz="2800">
                                    <a:solidFill>
                                      <a:prstClr val="black"/>
                                    </a:solidFill>
                                    <a:latin typeface="Cambria Math" panose="02040503050406030204" charset="0"/>
                                    <a:ea typeface="黑体" panose="02010609060101010101" pitchFamily="49" charset="-122"/>
                                    <a:cs typeface="+mn-ea"/>
                                  </a:rPr>
                                  <m:t>​</m:t>
                                </m:r>
                              </m:e>
                              <m:sub>
                                <m:r>
                                  <a:rPr kumimoji="1" lang="zh-CN" altLang="en-US" sz="2800">
                                    <a:solidFill>
                                      <a:prstClr val="black"/>
                                    </a:solidFill>
                                    <a:latin typeface="Cambria Math" panose="02040503050406030204" charset="0"/>
                                    <a:ea typeface="黑体" panose="02010609060101010101" pitchFamily="49" charset="-122"/>
                                    <a:cs typeface="+mn-ea"/>
                                  </a:rPr>
                                  <m:t>𝑦</m:t>
                                </m:r>
                              </m:sub>
                            </m:sSub>
                          </m:num>
                          <m:den>
                            <m:d>
                              <m:dPr>
                                <m:begChr m:val="|"/>
                                <m:endChr m:val="|"/>
                                <m:ctrlPr>
                                  <a:rPr kumimoji="1" lang="zh-CN" altLang="en-US" sz="2800" i="1">
                                    <a:solidFill>
                                      <a:prstClr val="black"/>
                                    </a:solidFill>
                                    <a:latin typeface="Cambria Math" panose="02040503050406030204" charset="0"/>
                                    <a:ea typeface="黑体" panose="02010609060101010101" pitchFamily="49" charset="-122"/>
                                    <a:cs typeface="+mn-ea"/>
                                  </a:rPr>
                                </m:ctrlPr>
                              </m:dPr>
                              <m:e>
                                <m:r>
                                  <a:rPr kumimoji="1" lang="zh-CN" altLang="en-US" sz="2800">
                                    <a:solidFill>
                                      <a:prstClr val="black"/>
                                    </a:solidFill>
                                    <a:latin typeface="Cambria Math" panose="02040503050406030204" charset="0"/>
                                    <a:ea typeface="黑体" panose="02010609060101010101" pitchFamily="49" charset="-122"/>
                                    <a:cs typeface="+mn-ea"/>
                                  </a:rPr>
                                  <m:t>​</m:t>
                                </m:r>
                                <m:r>
                                  <a:rPr kumimoji="1" lang="zh-CN" altLang="en-US" sz="2800">
                                    <a:solidFill>
                                      <a:prstClr val="black"/>
                                    </a:solidFill>
                                    <a:latin typeface="Cambria Math" panose="02040503050406030204" charset="0"/>
                                    <a:ea typeface="黑体" panose="02010609060101010101" pitchFamily="49" charset="-122"/>
                                    <a:cs typeface="+mn-ea"/>
                                  </a:rPr>
                                  <m:t>𝑦</m:t>
                                </m:r>
                                <m:r>
                                  <a:rPr kumimoji="1" lang="zh-CN" altLang="en-US" sz="2800">
                                    <a:solidFill>
                                      <a:prstClr val="black"/>
                                    </a:solidFill>
                                    <a:latin typeface="Cambria Math" panose="02040503050406030204" charset="0"/>
                                    <a:ea typeface="黑体" panose="02010609060101010101" pitchFamily="49" charset="-122"/>
                                    <a:cs typeface="+mn-ea"/>
                                  </a:rPr>
                                  <m:t>​</m:t>
                                </m:r>
                              </m:e>
                            </m:d>
                          </m:den>
                        </m:f>
                        <m:r>
                          <a:rPr kumimoji="1" lang="zh-CN" altLang="en-US" sz="2800">
                            <a:solidFill>
                              <a:prstClr val="black"/>
                            </a:solidFill>
                            <a:latin typeface="Cambria Math" panose="02040503050406030204" charset="0"/>
                            <a:ea typeface="黑体" panose="02010609060101010101" pitchFamily="49" charset="-122"/>
                            <a:cs typeface="+mn-ea"/>
                          </a:rPr>
                          <m:t>.</m:t>
                        </m:r>
                      </m:oMath>
                    </m:oMathPara>
                  </a14:m>
                  <a:endParaRPr kumimoji="1" lang="zh-CN" altLang="en-US" sz="2800" dirty="0">
                    <a:solidFill>
                      <a:prstClr val="black"/>
                    </a:solidFill>
                    <a:latin typeface="Times New Roman" panose="02020603050405020304"/>
                    <a:ea typeface="黑体" panose="02010609060101010101" pitchFamily="49" charset="-122"/>
                    <a:cs typeface="+mn-ea"/>
                  </a:endParaRPr>
                </a:p>
              </p:txBody>
            </p:sp>
          </mc:Choice>
          <mc:Fallback>
            <p:sp>
              <p:nvSpPr>
                <p:cNvPr id="6" name="Object 18"/>
                <p:cNvSpPr txBox="1">
                  <a:spLocks noRot="1" noChangeAspect="1" noMove="1" noResize="1" noEditPoints="1" noAdjustHandles="1" noChangeArrowheads="1" noChangeShapeType="1" noTextEdit="1"/>
                </p:cNvSpPr>
                <p:nvPr/>
              </p:nvSpPr>
              <p:spPr bwMode="auto">
                <a:xfrm>
                  <a:off x="8051191" y="2949802"/>
                  <a:ext cx="2051582" cy="1003300"/>
                </a:xfrm>
                <a:prstGeom prst="rect">
                  <a:avLst/>
                </a:prstGeom>
                <a:blipFill rotWithShape="1">
                  <a:blip r:embed="rId5"/>
                </a:blipFill>
                <a:ln>
                  <a:noFill/>
                </a:ln>
                <a:effectLst/>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8" name="Object 24"/>
                <p:cNvSpPr txBox="1"/>
                <p:nvPr/>
              </p:nvSpPr>
              <p:spPr bwMode="auto">
                <a:xfrm>
                  <a:off x="2987194" y="2929731"/>
                  <a:ext cx="3395217" cy="1069166"/>
                </a:xfrm>
                <a:prstGeom prst="rect">
                  <a:avLst/>
                </a:prstGeom>
                <a:noFill/>
                <a:ln>
                  <a:noFill/>
                </a:ln>
                <a:effectLst/>
              </p:spPr>
              <p:txBody>
                <a:bodyPr>
                  <a:noAutofit/>
                </a:bodyPr>
                <a:lstStyle/>
                <a:p>
                  <a14:m>
                    <m:oMathPara xmlns:m="http://schemas.openxmlformats.org/officeDocument/2006/math">
                      <m:oMathParaPr>
                        <m:jc m:val="left"/>
                      </m:oMathParaPr>
                      <m:oMath xmlns:m="http://schemas.openxmlformats.org/officeDocument/2006/math">
                        <m:f>
                          <m:fPr>
                            <m:ctrlPr>
                              <a:rPr kumimoji="1" lang="zh-CN" altLang="en-US" sz="2800" i="1" smtClean="0">
                                <a:solidFill>
                                  <a:prstClr val="black"/>
                                </a:solidFill>
                                <a:latin typeface="Cambria Math" panose="02040503050406030204" charset="0"/>
                                <a:ea typeface="黑体" panose="02010609060101010101" pitchFamily="49" charset="-122"/>
                                <a:cs typeface="+mn-ea"/>
                              </a:rPr>
                            </m:ctrlPr>
                          </m:fPr>
                          <m:num>
                            <m:sSub>
                              <m:sSubPr>
                                <m:ctrlPr>
                                  <a:rPr kumimoji="1" lang="zh-CN" altLang="en-US" sz="2800" i="1">
                                    <a:solidFill>
                                      <a:prstClr val="black"/>
                                    </a:solidFill>
                                    <a:latin typeface="Cambria Math" panose="02040503050406030204" charset="0"/>
                                    <a:ea typeface="黑体" panose="02010609060101010101" pitchFamily="49" charset="-122"/>
                                    <a:cs typeface="+mn-ea"/>
                                  </a:rPr>
                                </m:ctrlPr>
                              </m:sSubPr>
                              <m:e>
                                <m:r>
                                  <a:rPr kumimoji="1" lang="zh-CN" altLang="en-US" sz="2800" i="1">
                                    <a:solidFill>
                                      <a:prstClr val="black"/>
                                    </a:solidFill>
                                    <a:latin typeface="Cambria Math" panose="02040503050406030204" charset="0"/>
                                    <a:ea typeface="黑体" panose="02010609060101010101" pitchFamily="49" charset="-122"/>
                                    <a:cs typeface="+mn-ea"/>
                                  </a:rPr>
                                  <m:t>𝛿</m:t>
                                </m:r>
                              </m:e>
                              <m:sub>
                                <m:r>
                                  <a:rPr kumimoji="1" lang="zh-CN" altLang="en-US" sz="2800">
                                    <a:solidFill>
                                      <a:prstClr val="black"/>
                                    </a:solidFill>
                                    <a:latin typeface="Cambria Math" panose="02040503050406030204" charset="0"/>
                                    <a:ea typeface="黑体" panose="02010609060101010101" pitchFamily="49" charset="-122"/>
                                    <a:cs typeface="+mn-ea"/>
                                  </a:rPr>
                                  <m:t>𝑧</m:t>
                                </m:r>
                              </m:sub>
                            </m:sSub>
                          </m:num>
                          <m:den>
                            <m:d>
                              <m:dPr>
                                <m:begChr m:val="|"/>
                                <m:endChr m:val="|"/>
                                <m:ctrlPr>
                                  <a:rPr kumimoji="1" lang="zh-CN" altLang="en-US" sz="2800" i="1">
                                    <a:solidFill>
                                      <a:prstClr val="black"/>
                                    </a:solidFill>
                                    <a:latin typeface="Cambria Math" panose="02040503050406030204" charset="0"/>
                                    <a:ea typeface="黑体" panose="02010609060101010101" pitchFamily="49" charset="-122"/>
                                    <a:cs typeface="+mn-ea"/>
                                  </a:rPr>
                                </m:ctrlPr>
                              </m:dPr>
                              <m:e>
                                <m:r>
                                  <a:rPr kumimoji="1" lang="zh-CN" altLang="en-US" sz="2800">
                                    <a:solidFill>
                                      <a:prstClr val="black"/>
                                    </a:solidFill>
                                    <a:latin typeface="Cambria Math" panose="02040503050406030204" charset="0"/>
                                    <a:ea typeface="黑体" panose="02010609060101010101" pitchFamily="49" charset="-122"/>
                                    <a:cs typeface="+mn-ea"/>
                                  </a:rPr>
                                  <m:t>𝑧</m:t>
                                </m:r>
                              </m:e>
                            </m:d>
                          </m:den>
                        </m:f>
                        <m:r>
                          <a:rPr kumimoji="1" lang="zh-CN" altLang="en-US" sz="2800">
                            <a:solidFill>
                              <a:prstClr val="black"/>
                            </a:solidFill>
                            <a:latin typeface="Cambria Math" panose="02040503050406030204" charset="0"/>
                            <a:ea typeface="黑体" panose="02010609060101010101" pitchFamily="49" charset="-122"/>
                            <a:cs typeface="+mn-ea"/>
                          </a:rPr>
                          <m:t>=</m:t>
                        </m:r>
                        <m:d>
                          <m:dPr>
                            <m:begChr m:val="|"/>
                            <m:endChr m:val="|"/>
                            <m:ctrlPr>
                              <a:rPr kumimoji="1" lang="zh-CN" altLang="en-US" sz="2800" i="1">
                                <a:solidFill>
                                  <a:prstClr val="black"/>
                                </a:solidFill>
                                <a:latin typeface="Cambria Math" panose="02040503050406030204" charset="0"/>
                                <a:ea typeface="黑体" panose="02010609060101010101" pitchFamily="49" charset="-122"/>
                                <a:cs typeface="+mn-ea"/>
                              </a:rPr>
                            </m:ctrlPr>
                          </m:dPr>
                          <m:e>
                            <m:f>
                              <m:fPr>
                                <m:ctrlPr>
                                  <a:rPr kumimoji="1" lang="zh-CN" altLang="en-US" sz="2800" i="1" smtClean="0">
                                    <a:solidFill>
                                      <a:schemeClr val="bg1"/>
                                    </a:solidFill>
                                    <a:latin typeface="Cambria Math" panose="02040503050406030204" charset="0"/>
                                    <a:ea typeface="黑体" panose="02010609060101010101" pitchFamily="49" charset="-122"/>
                                    <a:cs typeface="+mn-ea"/>
                                  </a:rPr>
                                </m:ctrlPr>
                              </m:fPr>
                              <m:num>
                                <m:r>
                                  <a:rPr kumimoji="1" lang="zh-CN" altLang="en-US" sz="2800">
                                    <a:solidFill>
                                      <a:schemeClr val="bg1"/>
                                    </a:solidFill>
                                    <a:latin typeface="Cambria Math" panose="02040503050406030204" charset="0"/>
                                    <a:ea typeface="黑体" panose="02010609060101010101" pitchFamily="49" charset="-122"/>
                                    <a:cs typeface="+mn-ea"/>
                                  </a:rPr>
                                  <m:t>𝑥</m:t>
                                </m:r>
                              </m:num>
                              <m:den>
                                <m:r>
                                  <a:rPr kumimoji="1" lang="zh-CN" altLang="en-US" sz="2800">
                                    <a:solidFill>
                                      <a:schemeClr val="bg1"/>
                                    </a:solidFill>
                                    <a:latin typeface="Cambria Math" panose="02040503050406030204" charset="0"/>
                                    <a:ea typeface="黑体" panose="02010609060101010101" pitchFamily="49" charset="-122"/>
                                    <a:cs typeface="+mn-ea"/>
                                  </a:rPr>
                                  <m:t>𝑦</m:t>
                                </m:r>
                              </m:den>
                            </m:f>
                            <m:r>
                              <a:rPr kumimoji="1" lang="en-US" altLang="zh-CN" sz="2800" b="0" i="0" smtClean="0">
                                <a:solidFill>
                                  <a:schemeClr val="bg1"/>
                                </a:solidFill>
                                <a:latin typeface="Cambria Math" panose="02040503050406030204" charset="0"/>
                                <a:ea typeface="黑体" panose="02010609060101010101" pitchFamily="49" charset="-122"/>
                                <a:cs typeface="+mn-ea"/>
                              </a:rPr>
                              <m:t>                  </m:t>
                            </m:r>
                          </m:e>
                        </m:d>
                        <m:sSub>
                          <m:sSubPr>
                            <m:ctrlPr>
                              <a:rPr kumimoji="1" lang="zh-CN" altLang="en-US" sz="2800" i="1">
                                <a:solidFill>
                                  <a:prstClr val="black"/>
                                </a:solidFill>
                                <a:latin typeface="Cambria Math" panose="02040503050406030204" charset="0"/>
                                <a:ea typeface="黑体" panose="02010609060101010101" pitchFamily="49" charset="-122"/>
                                <a:cs typeface="+mn-ea"/>
                              </a:rPr>
                            </m:ctrlPr>
                          </m:sSubPr>
                          <m:e>
                            <m:r>
                              <a:rPr kumimoji="1" lang="zh-CN" altLang="en-US" sz="2800" i="1">
                                <a:solidFill>
                                  <a:prstClr val="black"/>
                                </a:solidFill>
                                <a:latin typeface="Cambria Math" panose="02040503050406030204" charset="0"/>
                                <a:ea typeface="黑体" panose="02010609060101010101" pitchFamily="49" charset="-122"/>
                                <a:cs typeface="+mn-ea"/>
                              </a:rPr>
                              <m:t>𝛿</m:t>
                            </m:r>
                          </m:e>
                          <m:sub>
                            <m:r>
                              <a:rPr kumimoji="1" lang="zh-CN" altLang="en-US" sz="2800">
                                <a:solidFill>
                                  <a:prstClr val="black"/>
                                </a:solidFill>
                                <a:latin typeface="Cambria Math" panose="02040503050406030204" charset="0"/>
                                <a:ea typeface="黑体" panose="02010609060101010101" pitchFamily="49" charset="-122"/>
                                <a:cs typeface="+mn-ea"/>
                              </a:rPr>
                              <m:t>𝑥</m:t>
                            </m:r>
                          </m:sub>
                        </m:sSub>
                      </m:oMath>
                    </m:oMathPara>
                  </a14:m>
                  <a:endParaRPr kumimoji="1" lang="zh-CN" altLang="en-US" sz="2800" dirty="0">
                    <a:solidFill>
                      <a:prstClr val="black"/>
                    </a:solidFill>
                    <a:latin typeface="Times New Roman" panose="02020603050405020304"/>
                    <a:ea typeface="黑体" panose="02010609060101010101" pitchFamily="49" charset="-122"/>
                    <a:cs typeface="+mn-ea"/>
                  </a:endParaRPr>
                </a:p>
              </p:txBody>
            </p:sp>
          </mc:Choice>
          <mc:Fallback>
            <p:sp>
              <p:nvSpPr>
                <p:cNvPr id="8" name="Object 24"/>
                <p:cNvSpPr txBox="1">
                  <a:spLocks noRot="1" noChangeAspect="1" noMove="1" noResize="1" noEditPoints="1" noAdjustHandles="1" noChangeArrowheads="1" noChangeShapeType="1" noTextEdit="1"/>
                </p:cNvSpPr>
                <p:nvPr/>
              </p:nvSpPr>
              <p:spPr bwMode="auto">
                <a:xfrm>
                  <a:off x="2987194" y="2929731"/>
                  <a:ext cx="3395217" cy="1069166"/>
                </a:xfrm>
                <a:prstGeom prst="rect">
                  <a:avLst/>
                </a:prstGeom>
                <a:blipFill rotWithShape="1">
                  <a:blip r:embed="rId6"/>
                </a:blipFill>
                <a:ln>
                  <a:noFill/>
                </a:ln>
                <a:effectLst/>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9" name="Object 25"/>
                <p:cNvSpPr txBox="1"/>
                <p:nvPr/>
              </p:nvSpPr>
              <p:spPr bwMode="auto">
                <a:xfrm>
                  <a:off x="4501019" y="3052747"/>
                  <a:ext cx="1106114" cy="901700"/>
                </a:xfrm>
                <a:prstGeom prst="rect">
                  <a:avLst/>
                </a:prstGeom>
                <a:noFill/>
                <a:ln>
                  <a:noFill/>
                </a:ln>
                <a:effectLst/>
              </p:spPr>
              <p:txBody>
                <a:bodyPr>
                  <a:noAutofit/>
                </a:bodyPr>
                <a:lstStyle/>
                <a:p>
                  <a14:m>
                    <m:oMathPara xmlns:m="http://schemas.openxmlformats.org/officeDocument/2006/math">
                      <m:oMathParaPr>
                        <m:jc m:val="left"/>
                      </m:oMathParaPr>
                      <m:oMath xmlns:m="http://schemas.openxmlformats.org/officeDocument/2006/math">
                        <m:d>
                          <m:dPr>
                            <m:ctrlPr>
                              <a:rPr kumimoji="1" lang="zh-CN" altLang="en-US" sz="2800" i="1">
                                <a:solidFill>
                                  <a:schemeClr val="tx1">
                                    <a:lumMod val="95000"/>
                                    <a:lumOff val="5000"/>
                                  </a:schemeClr>
                                </a:solidFill>
                                <a:latin typeface="Cambria Math" panose="02040503050406030204" charset="0"/>
                                <a:ea typeface="黑体" panose="02010609060101010101" pitchFamily="49" charset="-122"/>
                              </a:rPr>
                            </m:ctrlPr>
                          </m:dPr>
                          <m:e>
                            <m:r>
                              <a:rPr kumimoji="1" lang="zh-CN" altLang="en-US" sz="2800">
                                <a:solidFill>
                                  <a:prstClr val="black"/>
                                </a:solidFill>
                                <a:latin typeface="Cambria Math" panose="02040503050406030204" charset="0"/>
                                <a:ea typeface="黑体" panose="02010609060101010101" pitchFamily="49" charset="-122"/>
                                <a:cs typeface="+mn-ea"/>
                              </a:rPr>
                              <m:t>−</m:t>
                            </m:r>
                            <m:f>
                              <m:fPr>
                                <m:ctrlPr>
                                  <a:rPr kumimoji="1" lang="zh-CN" altLang="en-US" sz="2800" i="1">
                                    <a:solidFill>
                                      <a:prstClr val="black"/>
                                    </a:solidFill>
                                    <a:latin typeface="Cambria Math" panose="02040503050406030204" charset="0"/>
                                    <a:ea typeface="黑体" panose="02010609060101010101" pitchFamily="49" charset="-122"/>
                                    <a:cs typeface="+mn-ea"/>
                                  </a:rPr>
                                </m:ctrlPr>
                              </m:fPr>
                              <m:num>
                                <m:r>
                                  <a:rPr kumimoji="1" lang="zh-CN" altLang="en-US" sz="2800">
                                    <a:solidFill>
                                      <a:prstClr val="black"/>
                                    </a:solidFill>
                                    <a:latin typeface="Cambria Math" panose="02040503050406030204" charset="0"/>
                                    <a:ea typeface="黑体" panose="02010609060101010101" pitchFamily="49" charset="-122"/>
                                    <a:cs typeface="+mn-ea"/>
                                  </a:rPr>
                                  <m:t>𝑦</m:t>
                                </m:r>
                              </m:num>
                              <m:den>
                                <m:sSup>
                                  <m:sSupPr>
                                    <m:ctrlPr>
                                      <a:rPr kumimoji="1" lang="zh-CN" altLang="en-US" sz="2800" i="1">
                                        <a:solidFill>
                                          <a:prstClr val="black"/>
                                        </a:solidFill>
                                        <a:latin typeface="Cambria Math" panose="02040503050406030204" charset="0"/>
                                        <a:ea typeface="黑体" panose="02010609060101010101" pitchFamily="49" charset="-122"/>
                                        <a:cs typeface="+mn-ea"/>
                                      </a:rPr>
                                    </m:ctrlPr>
                                  </m:sSupPr>
                                  <m:e>
                                    <m:r>
                                      <a:rPr kumimoji="1" lang="zh-CN" altLang="en-US" sz="2800">
                                        <a:solidFill>
                                          <a:prstClr val="black"/>
                                        </a:solidFill>
                                        <a:latin typeface="Cambria Math" panose="02040503050406030204" charset="0"/>
                                        <a:ea typeface="黑体" panose="02010609060101010101" pitchFamily="49" charset="-122"/>
                                        <a:cs typeface="+mn-ea"/>
                                      </a:rPr>
                                      <m:t>𝑥</m:t>
                                    </m:r>
                                  </m:e>
                                  <m:sup>
                                    <m:r>
                                      <a:rPr kumimoji="1" lang="zh-CN" altLang="en-US" sz="2800">
                                        <a:solidFill>
                                          <a:prstClr val="black"/>
                                        </a:solidFill>
                                        <a:latin typeface="Cambria Math" panose="02040503050406030204" charset="0"/>
                                        <a:ea typeface="黑体" panose="02010609060101010101" pitchFamily="49" charset="-122"/>
                                        <a:cs typeface="+mn-ea"/>
                                      </a:rPr>
                                      <m:t>2</m:t>
                                    </m:r>
                                  </m:sup>
                                </m:sSup>
                              </m:den>
                            </m:f>
                          </m:e>
                        </m:d>
                      </m:oMath>
                    </m:oMathPara>
                  </a14:m>
                  <a:endParaRPr kumimoji="1" lang="zh-CN" altLang="en-US" sz="2800" dirty="0">
                    <a:solidFill>
                      <a:schemeClr val="tx1">
                        <a:lumMod val="95000"/>
                        <a:lumOff val="5000"/>
                      </a:schemeClr>
                    </a:solidFill>
                    <a:latin typeface="Cambria Math" panose="02040503050406030204" charset="0"/>
                    <a:ea typeface="黑体" panose="02010609060101010101" pitchFamily="49" charset="-122"/>
                  </a:endParaRPr>
                </a:p>
              </p:txBody>
            </p:sp>
          </mc:Choice>
          <mc:Fallback>
            <p:sp>
              <p:nvSpPr>
                <p:cNvPr id="9" name="Object 25"/>
                <p:cNvSpPr txBox="1">
                  <a:spLocks noRot="1" noChangeAspect="1" noMove="1" noResize="1" noEditPoints="1" noAdjustHandles="1" noChangeArrowheads="1" noChangeShapeType="1" noTextEdit="1"/>
                </p:cNvSpPr>
                <p:nvPr/>
              </p:nvSpPr>
              <p:spPr bwMode="auto">
                <a:xfrm>
                  <a:off x="4501019" y="3052747"/>
                  <a:ext cx="1106114" cy="901700"/>
                </a:xfrm>
                <a:prstGeom prst="rect">
                  <a:avLst/>
                </a:prstGeom>
                <a:blipFill rotWithShape="1">
                  <a:blip r:embed="rId7"/>
                </a:blipFill>
                <a:ln>
                  <a:noFill/>
                </a:ln>
                <a:effectLst/>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0" name="Object 26"/>
                <p:cNvSpPr txBox="1"/>
                <p:nvPr/>
              </p:nvSpPr>
              <p:spPr bwMode="auto">
                <a:xfrm>
                  <a:off x="4069834" y="3049960"/>
                  <a:ext cx="581738" cy="927100"/>
                </a:xfrm>
                <a:prstGeom prst="rect">
                  <a:avLst/>
                </a:prstGeom>
                <a:noFill/>
                <a:ln>
                  <a:noFill/>
                </a:ln>
                <a:effectLst/>
              </p:spPr>
              <p:txBody>
                <a:bodyPr>
                  <a:noAutofit/>
                </a:bodyPr>
                <a:lstStyle/>
                <a:p>
                  <a14:m>
                    <m:oMathPara xmlns:m="http://schemas.openxmlformats.org/officeDocument/2006/math">
                      <m:oMathParaPr>
                        <m:jc m:val="left"/>
                      </m:oMathParaPr>
                      <m:oMath xmlns:m="http://schemas.openxmlformats.org/officeDocument/2006/math">
                        <m:f>
                          <m:fPr>
                            <m:ctrlPr>
                              <a:rPr kumimoji="1" lang="zh-CN" altLang="en-US" sz="2800" i="1">
                                <a:solidFill>
                                  <a:prstClr val="black"/>
                                </a:solidFill>
                                <a:latin typeface="Cambria Math" panose="02040503050406030204" charset="0"/>
                                <a:ea typeface="黑体" panose="02010609060101010101" pitchFamily="49" charset="-122"/>
                                <a:cs typeface="+mn-ea"/>
                              </a:rPr>
                            </m:ctrlPr>
                          </m:fPr>
                          <m:num>
                            <m:r>
                              <a:rPr kumimoji="1" lang="zh-CN" altLang="en-US" sz="2800">
                                <a:solidFill>
                                  <a:prstClr val="black"/>
                                </a:solidFill>
                                <a:latin typeface="Cambria Math" panose="02040503050406030204" charset="0"/>
                                <a:ea typeface="黑体" panose="02010609060101010101" pitchFamily="49" charset="-122"/>
                                <a:cs typeface="+mn-ea"/>
                              </a:rPr>
                              <m:t>𝑥</m:t>
                            </m:r>
                          </m:num>
                          <m:den>
                            <m:r>
                              <a:rPr kumimoji="1" lang="zh-CN" altLang="en-US" sz="2800">
                                <a:solidFill>
                                  <a:prstClr val="black"/>
                                </a:solidFill>
                                <a:latin typeface="Cambria Math" panose="02040503050406030204" charset="0"/>
                                <a:ea typeface="黑体" panose="02010609060101010101" pitchFamily="49" charset="-122"/>
                                <a:cs typeface="+mn-ea"/>
                              </a:rPr>
                              <m:t>𝑦</m:t>
                            </m:r>
                          </m:den>
                        </m:f>
                        <m:r>
                          <a:rPr kumimoji="1" lang="zh-CN" altLang="en-US" sz="2800">
                            <a:solidFill>
                              <a:prstClr val="black"/>
                            </a:solidFill>
                            <a:latin typeface="Cambria Math" panose="02040503050406030204" charset="0"/>
                            <a:ea typeface="黑体" panose="02010609060101010101" pitchFamily="49" charset="-122"/>
                            <a:cs typeface="+mn-ea"/>
                          </a:rPr>
                          <m:t>⋅</m:t>
                        </m:r>
                      </m:oMath>
                    </m:oMathPara>
                  </a14:m>
                  <a:endParaRPr kumimoji="1" lang="zh-CN" altLang="en-US" sz="2800" dirty="0">
                    <a:solidFill>
                      <a:prstClr val="black"/>
                    </a:solidFill>
                    <a:latin typeface="Times New Roman" panose="02020603050405020304"/>
                    <a:ea typeface="黑体" panose="02010609060101010101" pitchFamily="49" charset="-122"/>
                    <a:cs typeface="+mn-ea"/>
                  </a:endParaRPr>
                </a:p>
              </p:txBody>
            </p:sp>
          </mc:Choice>
          <mc:Fallback>
            <p:sp>
              <p:nvSpPr>
                <p:cNvPr id="10" name="Object 26"/>
                <p:cNvSpPr txBox="1">
                  <a:spLocks noRot="1" noChangeAspect="1" noMove="1" noResize="1" noEditPoints="1" noAdjustHandles="1" noChangeArrowheads="1" noChangeShapeType="1" noTextEdit="1"/>
                </p:cNvSpPr>
                <p:nvPr/>
              </p:nvSpPr>
              <p:spPr bwMode="auto">
                <a:xfrm>
                  <a:off x="4069834" y="3049960"/>
                  <a:ext cx="581738" cy="927100"/>
                </a:xfrm>
                <a:prstGeom prst="rect">
                  <a:avLst/>
                </a:prstGeom>
                <a:blipFill rotWithShape="1">
                  <a:blip r:embed="rId8"/>
                </a:blipFill>
                <a:ln>
                  <a:noFill/>
                </a:ln>
                <a:effectLst/>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2" name="Object 28"/>
                <p:cNvSpPr txBox="1"/>
                <p:nvPr/>
              </p:nvSpPr>
              <p:spPr bwMode="auto">
                <a:xfrm>
                  <a:off x="7172484" y="2973157"/>
                  <a:ext cx="254000" cy="879615"/>
                </a:xfrm>
                <a:prstGeom prst="rect">
                  <a:avLst/>
                </a:prstGeom>
                <a:noFill/>
                <a:ln>
                  <a:noFill/>
                </a:ln>
                <a:effectLst/>
              </p:spPr>
              <p:txBody>
                <a:bodyPr>
                  <a:noAutofit/>
                </a:bodyPr>
                <a:lstStyle/>
                <a:p>
                  <a14:m>
                    <m:oMathPara xmlns:m="http://schemas.openxmlformats.org/officeDocument/2006/math">
                      <m:oMathParaPr>
                        <m:jc m:val="left"/>
                      </m:oMathParaPr>
                      <m:oMath xmlns:m="http://schemas.openxmlformats.org/officeDocument/2006/math">
                        <m:f>
                          <m:fPr>
                            <m:ctrlPr>
                              <a:rPr kumimoji="1" lang="zh-CN" altLang="en-US" sz="2800" i="1">
                                <a:solidFill>
                                  <a:prstClr val="black"/>
                                </a:solidFill>
                                <a:latin typeface="Cambria Math" panose="02040503050406030204" charset="0"/>
                                <a:ea typeface="黑体" panose="02010609060101010101" pitchFamily="49" charset="-122"/>
                                <a:cs typeface="+mn-ea"/>
                              </a:rPr>
                            </m:ctrlPr>
                          </m:fPr>
                          <m:num>
                            <m:r>
                              <a:rPr kumimoji="1" lang="zh-CN" altLang="en-US" sz="2800">
                                <a:solidFill>
                                  <a:prstClr val="black"/>
                                </a:solidFill>
                                <a:latin typeface="Cambria Math" panose="02040503050406030204" charset="0"/>
                                <a:ea typeface="黑体" panose="02010609060101010101" pitchFamily="49" charset="-122"/>
                                <a:cs typeface="+mn-ea"/>
                              </a:rPr>
                              <m:t>1</m:t>
                            </m:r>
                          </m:num>
                          <m:den>
                            <m:r>
                              <a:rPr kumimoji="1" lang="zh-CN" altLang="en-US" sz="2800">
                                <a:solidFill>
                                  <a:prstClr val="black"/>
                                </a:solidFill>
                                <a:latin typeface="Cambria Math" panose="02040503050406030204" charset="0"/>
                                <a:ea typeface="黑体" panose="02010609060101010101" pitchFamily="49" charset="-122"/>
                                <a:cs typeface="+mn-ea"/>
                              </a:rPr>
                              <m:t>𝑥</m:t>
                            </m:r>
                          </m:den>
                        </m:f>
                      </m:oMath>
                    </m:oMathPara>
                  </a14:m>
                  <a:endParaRPr kumimoji="1" lang="zh-CN" altLang="en-US" sz="2800" dirty="0">
                    <a:solidFill>
                      <a:prstClr val="black"/>
                    </a:solidFill>
                    <a:latin typeface="Times New Roman" panose="02020603050405020304"/>
                    <a:ea typeface="黑体" panose="02010609060101010101" pitchFamily="49" charset="-122"/>
                    <a:cs typeface="+mn-ea"/>
                  </a:endParaRPr>
                </a:p>
              </p:txBody>
            </p:sp>
          </mc:Choice>
          <mc:Fallback>
            <p:sp>
              <p:nvSpPr>
                <p:cNvPr id="12" name="Object 28"/>
                <p:cNvSpPr txBox="1">
                  <a:spLocks noRot="1" noChangeAspect="1" noMove="1" noResize="1" noEditPoints="1" noAdjustHandles="1" noChangeArrowheads="1" noChangeShapeType="1" noTextEdit="1"/>
                </p:cNvSpPr>
                <p:nvPr/>
              </p:nvSpPr>
              <p:spPr bwMode="auto">
                <a:xfrm>
                  <a:off x="7172484" y="2973157"/>
                  <a:ext cx="254000" cy="879615"/>
                </a:xfrm>
                <a:prstGeom prst="rect">
                  <a:avLst/>
                </a:prstGeom>
                <a:blipFill rotWithShape="1">
                  <a:blip r:embed="rId9"/>
                </a:blipFill>
                <a:ln>
                  <a:noFill/>
                </a:ln>
                <a:effectLst/>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3" name="Object 29"/>
                <p:cNvSpPr txBox="1"/>
                <p:nvPr/>
              </p:nvSpPr>
              <p:spPr bwMode="auto">
                <a:xfrm>
                  <a:off x="6706406" y="3049960"/>
                  <a:ext cx="644391" cy="958386"/>
                </a:xfrm>
                <a:prstGeom prst="rect">
                  <a:avLst/>
                </a:prstGeom>
                <a:noFill/>
                <a:ln>
                  <a:noFill/>
                </a:ln>
                <a:effectLst/>
              </p:spPr>
              <p:txBody>
                <a:bodyPr>
                  <a:noAutofit/>
                </a:bodyPr>
                <a:lstStyle/>
                <a:p>
                  <a14:m>
                    <m:oMathPara xmlns:m="http://schemas.openxmlformats.org/officeDocument/2006/math">
                      <m:oMathParaPr>
                        <m:jc m:val="left"/>
                      </m:oMathParaPr>
                      <m:oMath xmlns:m="http://schemas.openxmlformats.org/officeDocument/2006/math">
                        <m:f>
                          <m:fPr>
                            <m:ctrlPr>
                              <a:rPr kumimoji="1" lang="zh-CN" altLang="en-US" sz="2800" i="1">
                                <a:solidFill>
                                  <a:prstClr val="black"/>
                                </a:solidFill>
                                <a:latin typeface="Cambria Math" panose="02040503050406030204" charset="0"/>
                                <a:ea typeface="黑体" panose="02010609060101010101" pitchFamily="49" charset="-122"/>
                                <a:cs typeface="+mn-ea"/>
                              </a:rPr>
                            </m:ctrlPr>
                          </m:fPr>
                          <m:num>
                            <m:r>
                              <a:rPr kumimoji="1" lang="zh-CN" altLang="en-US" sz="2800">
                                <a:solidFill>
                                  <a:prstClr val="black"/>
                                </a:solidFill>
                                <a:latin typeface="Cambria Math" panose="02040503050406030204" charset="0"/>
                                <a:ea typeface="黑体" panose="02010609060101010101" pitchFamily="49" charset="-122"/>
                                <a:cs typeface="+mn-ea"/>
                              </a:rPr>
                              <m:t>𝑥</m:t>
                            </m:r>
                          </m:num>
                          <m:den>
                            <m:r>
                              <a:rPr kumimoji="1" lang="zh-CN" altLang="en-US" sz="2800">
                                <a:solidFill>
                                  <a:prstClr val="black"/>
                                </a:solidFill>
                                <a:latin typeface="Cambria Math" panose="02040503050406030204" charset="0"/>
                                <a:ea typeface="黑体" panose="02010609060101010101" pitchFamily="49" charset="-122"/>
                                <a:cs typeface="+mn-ea"/>
                              </a:rPr>
                              <m:t>𝑦</m:t>
                            </m:r>
                          </m:den>
                        </m:f>
                        <m:r>
                          <a:rPr kumimoji="1" lang="zh-CN" altLang="en-US" sz="2800">
                            <a:solidFill>
                              <a:prstClr val="black"/>
                            </a:solidFill>
                            <a:latin typeface="Cambria Math" panose="02040503050406030204" charset="0"/>
                            <a:ea typeface="黑体" panose="02010609060101010101" pitchFamily="49" charset="-122"/>
                            <a:cs typeface="+mn-ea"/>
                          </a:rPr>
                          <m:t>⋅</m:t>
                        </m:r>
                      </m:oMath>
                    </m:oMathPara>
                  </a14:m>
                  <a:endParaRPr kumimoji="1" lang="zh-CN" altLang="en-US" sz="2800" dirty="0">
                    <a:solidFill>
                      <a:prstClr val="black"/>
                    </a:solidFill>
                    <a:latin typeface="Times New Roman" panose="02020603050405020304"/>
                    <a:ea typeface="黑体" panose="02010609060101010101" pitchFamily="49" charset="-122"/>
                    <a:cs typeface="+mn-ea"/>
                  </a:endParaRPr>
                </a:p>
              </p:txBody>
            </p:sp>
          </mc:Choice>
          <mc:Fallback>
            <p:sp>
              <p:nvSpPr>
                <p:cNvPr id="13" name="Object 29"/>
                <p:cNvSpPr txBox="1">
                  <a:spLocks noRot="1" noChangeAspect="1" noMove="1" noResize="1" noEditPoints="1" noAdjustHandles="1" noChangeArrowheads="1" noChangeShapeType="1" noTextEdit="1"/>
                </p:cNvSpPr>
                <p:nvPr/>
              </p:nvSpPr>
              <p:spPr bwMode="auto">
                <a:xfrm>
                  <a:off x="6706406" y="3049960"/>
                  <a:ext cx="644391" cy="958386"/>
                </a:xfrm>
                <a:prstGeom prst="rect">
                  <a:avLst/>
                </a:prstGeom>
                <a:blipFill rotWithShape="1">
                  <a:blip r:embed="rId10"/>
                </a:blipFill>
                <a:ln>
                  <a:noFill/>
                </a:ln>
                <a:effectLst/>
              </p:spPr>
              <p:txBody>
                <a:bodyPr/>
                <a:lstStyle/>
                <a:p>
                  <a:r>
                    <a:rPr lang="zh-CN" altLang="en-US">
                      <a:noFill/>
                    </a:rPr>
                    <a:t> </a:t>
                  </a:r>
                </a:p>
              </p:txBody>
            </p:sp>
          </mc:Fallback>
        </mc:AlternateContent>
      </p:grpSp>
      <mc:AlternateContent xmlns:mc="http://schemas.openxmlformats.org/markup-compatibility/2006">
        <mc:Choice xmlns:a14="http://schemas.microsoft.com/office/drawing/2010/main" Requires="a14">
          <p:sp>
            <p:nvSpPr>
              <p:cNvPr id="14" name="Text Box 30"/>
              <p:cNvSpPr txBox="1">
                <a:spLocks noChangeArrowheads="1"/>
              </p:cNvSpPr>
              <p:nvPr/>
            </p:nvSpPr>
            <p:spPr bwMode="auto">
              <a:xfrm>
                <a:off x="3071084" y="4223406"/>
                <a:ext cx="4857750" cy="1012328"/>
              </a:xfrm>
              <a:prstGeom prst="rect">
                <a:avLst/>
              </a:prstGeom>
              <a:noFill/>
              <a:ln w="19050">
                <a:solidFill>
                  <a:srgbClr val="04926A"/>
                </a:solidFill>
                <a:miter lim="800000"/>
              </a:ln>
              <a:extLst>
                <a:ext uri="{909E8E84-426E-40DD-AFC4-6F175D3DCCD1}">
                  <a14:hiddenFill xmlns:a14="http://schemas.microsoft.com/office/drawing/2010/main">
                    <a:solidFill>
                      <a:srgbClr val="0033CC"/>
                    </a:solidFill>
                  </a14:hiddenFill>
                </a:ext>
              </a:extLst>
            </p:spPr>
            <p:txBody>
              <a:bodyPr wrap="square">
                <a:spAutoFit/>
              </a:bodyPr>
              <a:lstStyle/>
              <a:p>
                <a:pPr lvl="0" fontAlgn="base">
                  <a:spcBef>
                    <a:spcPct val="50000"/>
                  </a:spcBef>
                  <a:spcAft>
                    <a:spcPct val="0"/>
                  </a:spcAft>
                  <a:buFontTx/>
                  <a:buChar char="•"/>
                  <a:defRPr/>
                </a:pPr>
                <a:r>
                  <a:rPr kumimoji="1" lang="zh-CN" altLang="en-US" sz="2800" b="0" i="0" u="none" strike="noStrike" kern="1200" cap="none" spc="0" normalizeH="0" baseline="0" noProof="0" dirty="0">
                    <a:ln>
                      <a:noFill/>
                    </a:ln>
                    <a:solidFill>
                      <a:prstClr val="black"/>
                    </a:solidFill>
                    <a:effectLst/>
                    <a:uLnTx/>
                    <a:uFillTx/>
                    <a:latin typeface="Times New Roman" panose="02020603050405020304"/>
                    <a:ea typeface="黑体" panose="02010609060101010101" pitchFamily="49" charset="-122"/>
                    <a:cs typeface="+mn-ea"/>
                    <a:sym typeface="+mn-lt"/>
                  </a:rPr>
                  <a:t> 乘除后的结果相对误差变大</a:t>
                </a:r>
                <a14:m>
                  <m:oMath xmlns:m="http://schemas.openxmlformats.org/officeDocument/2006/math">
                    <m:r>
                      <a:rPr kumimoji="1" lang="zh-CN" altLang="en-US" sz="2800">
                        <a:solidFill>
                          <a:prstClr val="black"/>
                        </a:solidFill>
                        <a:latin typeface="Cambria Math" panose="02040503050406030204" charset="0"/>
                        <a:ea typeface="黑体" panose="02010609060101010101" pitchFamily="49" charset="-122"/>
                        <a:cs typeface="+mn-ea"/>
                      </a:rPr>
                      <m:t>;</m:t>
                    </m:r>
                  </m:oMath>
                </a14:m>
                <a:endParaRPr kumimoji="1" lang="zh-CN" altLang="en-US" sz="2800" b="0" i="0" u="none" strike="noStrike" kern="1200" cap="none" spc="0" normalizeH="0" baseline="0" noProof="0" dirty="0">
                  <a:ln>
                    <a:noFill/>
                  </a:ln>
                  <a:solidFill>
                    <a:prstClr val="black"/>
                  </a:solidFill>
                  <a:effectLst/>
                  <a:uLnTx/>
                  <a:uFillTx/>
                  <a:latin typeface="Times New Roman" panose="02020603050405020304"/>
                  <a:ea typeface="黑体" panose="02010609060101010101" pitchFamily="49" charset="-122"/>
                  <a:cs typeface="+mn-ea"/>
                  <a:sym typeface="+mn-lt"/>
                </a:endParaRPr>
              </a:p>
              <a:p>
                <a:pPr marL="0" marR="0" lvl="0" indent="0" algn="l" defTabSz="914400" rtl="0" eaLnBrk="1" fontAlgn="base" latinLnBrk="0" hangingPunct="1">
                  <a:lnSpc>
                    <a:spcPct val="60000"/>
                  </a:lnSpc>
                  <a:spcBef>
                    <a:spcPct val="50000"/>
                  </a:spcBef>
                  <a:spcAft>
                    <a:spcPct val="0"/>
                  </a:spcAft>
                  <a:buClrTx/>
                  <a:buSzTx/>
                  <a:buFontTx/>
                  <a:buChar char="•"/>
                  <a:defRPr/>
                </a:pPr>
                <a:r>
                  <a:rPr kumimoji="1" lang="zh-CN" altLang="en-US" sz="2800" b="0" i="0" u="none" strike="noStrike" kern="1200" cap="none" spc="0" normalizeH="0" baseline="0" noProof="0" dirty="0">
                    <a:ln>
                      <a:noFill/>
                    </a:ln>
                    <a:solidFill>
                      <a:prstClr val="black"/>
                    </a:solidFill>
                    <a:effectLst/>
                    <a:uLnTx/>
                    <a:uFillTx/>
                    <a:latin typeface="Times New Roman" panose="02020603050405020304"/>
                    <a:ea typeface="黑体" panose="02010609060101010101" pitchFamily="49" charset="-122"/>
                    <a:cs typeface="+mn-ea"/>
                    <a:sym typeface="+mn-lt"/>
                  </a:rPr>
                  <a:t> 很小的数不能做除数</a:t>
                </a:r>
                <a:r>
                  <a:rPr kumimoji="1" lang="en-US" altLang="zh-CN" sz="2800" b="0" i="0" u="none" strike="noStrike" kern="1200" cap="none" spc="0" normalizeH="0" baseline="0" noProof="0" dirty="0">
                    <a:ln>
                      <a:noFill/>
                    </a:ln>
                    <a:solidFill>
                      <a:prstClr val="black"/>
                    </a:solidFill>
                    <a:effectLst/>
                    <a:uLnTx/>
                    <a:uFillTx/>
                    <a:latin typeface="Times New Roman" panose="02020603050405020304"/>
                    <a:ea typeface="黑体" panose="02010609060101010101" pitchFamily="49" charset="-122"/>
                    <a:cs typeface="+mn-ea"/>
                    <a:sym typeface="+mn-lt"/>
                  </a:rPr>
                  <a:t>.</a:t>
                </a:r>
                <a:endParaRPr kumimoji="1" lang="zh-CN" altLang="en-US" sz="2800" b="0" i="0" u="none" strike="noStrike" kern="1200" cap="none" spc="0" normalizeH="0" baseline="0" noProof="0" dirty="0">
                  <a:ln>
                    <a:noFill/>
                  </a:ln>
                  <a:solidFill>
                    <a:prstClr val="black"/>
                  </a:solidFill>
                  <a:effectLst/>
                  <a:uLnTx/>
                  <a:uFillTx/>
                  <a:latin typeface="Times New Roman" panose="02020603050405020304"/>
                  <a:ea typeface="黑体" panose="02010609060101010101" pitchFamily="49" charset="-122"/>
                  <a:cs typeface="+mn-ea"/>
                  <a:sym typeface="+mn-lt"/>
                </a:endParaRPr>
              </a:p>
            </p:txBody>
          </p:sp>
        </mc:Choice>
        <mc:Fallback>
          <p:sp>
            <p:nvSpPr>
              <p:cNvPr id="14" name="Text Box 30"/>
              <p:cNvSpPr txBox="1">
                <a:spLocks noRot="1" noChangeAspect="1" noMove="1" noResize="1" noEditPoints="1" noAdjustHandles="1" noChangeArrowheads="1" noChangeShapeType="1" noTextEdit="1"/>
              </p:cNvSpPr>
              <p:nvPr/>
            </p:nvSpPr>
            <p:spPr bwMode="auto">
              <a:xfrm>
                <a:off x="3071084" y="4223406"/>
                <a:ext cx="4857750" cy="1012328"/>
              </a:xfrm>
              <a:prstGeom prst="rect">
                <a:avLst/>
              </a:prstGeom>
              <a:blipFill rotWithShape="1">
                <a:blip r:embed="rId11"/>
                <a:stretch>
                  <a:fillRect l="-201" t="-943" r="-191" b="-925"/>
                </a:stretch>
              </a:blipFill>
              <a:ln w="19050">
                <a:solidFill>
                  <a:srgbClr val="04926A"/>
                </a:solidFill>
                <a:miter lim="800000"/>
              </a:ln>
              <a:extLst>
                <a:ext uri="{909E8E84-426E-40DD-AFC4-6F175D3DCCD1}">
                  <a14:hiddenFill xmlns:a14="http://schemas.microsoft.com/office/drawing/2010/main">
                    <a:solidFill>
                      <a:srgbClr val="0033CC"/>
                    </a:solidFill>
                  </a14:hiddenFill>
                </a:ext>
              </a:extLst>
            </p:spPr>
            <p:txBody>
              <a:bodyPr/>
              <a:lstStyle/>
              <a:p>
                <a:r>
                  <a:rPr lang="zh-CN" altLang="en-US">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par>
                                <p:cTn id="8" presetID="22" presetClass="entr" presetSubtype="8" fill="hold" nodeType="withEffect">
                                  <p:stCondLst>
                                    <p:cond delay="0"/>
                                  </p:stCondLst>
                                  <p:childTnLst>
                                    <p:set>
                                      <p:cBhvr>
                                        <p:cTn id="9" dur="1" fill="hold">
                                          <p:stCondLst>
                                            <p:cond delay="0"/>
                                          </p:stCondLst>
                                        </p:cTn>
                                        <p:tgtEl>
                                          <p:spTgt spid="37"/>
                                        </p:tgtEl>
                                        <p:attrNameLst>
                                          <p:attrName>style.visibility</p:attrName>
                                        </p:attrNameLst>
                                      </p:cBhvr>
                                      <p:to>
                                        <p:strVal val="visible"/>
                                      </p:to>
                                    </p:set>
                                    <p:animEffect transition="in" filter="wipe(left)">
                                      <p:cBhvr>
                                        <p:cTn id="10" dur="500"/>
                                        <p:tgtEl>
                                          <p:spTgt spid="37"/>
                                        </p:tgtEl>
                                      </p:cBhvr>
                                    </p:animEffect>
                                  </p:childTnLst>
                                </p:cTn>
                              </p:par>
                            </p:childTnLst>
                          </p:cTn>
                        </p:par>
                        <p:par>
                          <p:cTn id="11" fill="hold">
                            <p:stCondLst>
                              <p:cond delay="500"/>
                            </p:stCondLst>
                            <p:childTnLst>
                              <p:par>
                                <p:cTn id="12" presetID="22" presetClass="entr" presetSubtype="8" fill="hold" grpId="0" nodeType="afterEffect">
                                  <p:stCondLst>
                                    <p:cond delay="0"/>
                                  </p:stCondLst>
                                  <p:childTnLst>
                                    <p:set>
                                      <p:cBhvr>
                                        <p:cTn id="13" dur="1" fill="hold">
                                          <p:stCondLst>
                                            <p:cond delay="0"/>
                                          </p:stCondLst>
                                        </p:cTn>
                                        <p:tgtEl>
                                          <p:spTgt spid="3"/>
                                        </p:tgtEl>
                                        <p:attrNameLst>
                                          <p:attrName>style.visibility</p:attrName>
                                        </p:attrNameLst>
                                      </p:cBhvr>
                                      <p:to>
                                        <p:strVal val="visible"/>
                                      </p:to>
                                    </p:set>
                                    <p:animEffect transition="in" filter="wipe(left)">
                                      <p:cBhvr>
                                        <p:cTn id="14" dur="500"/>
                                        <p:tgtEl>
                                          <p:spTgt spid="3"/>
                                        </p:tgtEl>
                                      </p:cBhvr>
                                    </p:animEffect>
                                  </p:childTnLst>
                                </p:cTn>
                              </p:par>
                            </p:childTnLst>
                          </p:cTn>
                        </p:par>
                      </p:childTnLst>
                    </p:cTn>
                  </p:par>
                  <p:par>
                    <p:cTn id="15" fill="hold">
                      <p:stCondLst>
                        <p:cond delay="indefinite"/>
                      </p:stCondLst>
                      <p:childTnLst>
                        <p:par>
                          <p:cTn id="16" fill="hold">
                            <p:stCondLst>
                              <p:cond delay="0"/>
                            </p:stCondLst>
                            <p:childTnLst>
                              <p:par>
                                <p:cTn id="17" presetID="22" presetClass="entr" presetSubtype="8" fill="hold" grpId="0" nodeType="clickEffect">
                                  <p:stCondLst>
                                    <p:cond delay="0"/>
                                  </p:stCondLst>
                                  <p:childTnLst>
                                    <p:set>
                                      <p:cBhvr>
                                        <p:cTn id="18" dur="1" fill="hold">
                                          <p:stCondLst>
                                            <p:cond delay="0"/>
                                          </p:stCondLst>
                                        </p:cTn>
                                        <p:tgtEl>
                                          <p:spTgt spid="4"/>
                                        </p:tgtEl>
                                        <p:attrNameLst>
                                          <p:attrName>style.visibility</p:attrName>
                                        </p:attrNameLst>
                                      </p:cBhvr>
                                      <p:to>
                                        <p:strVal val="visible"/>
                                      </p:to>
                                    </p:set>
                                    <p:animEffect transition="in" filter="wipe(left)">
                                      <p:cBhvr>
                                        <p:cTn id="19" dur="500"/>
                                        <p:tgtEl>
                                          <p:spTgt spid="4"/>
                                        </p:tgtEl>
                                      </p:cBhvr>
                                    </p:animEffect>
                                  </p:childTnLst>
                                </p:cTn>
                              </p:par>
                            </p:childTnLst>
                          </p:cTn>
                        </p:par>
                        <p:par>
                          <p:cTn id="20" fill="hold">
                            <p:stCondLst>
                              <p:cond delay="500"/>
                            </p:stCondLst>
                            <p:childTnLst>
                              <p:par>
                                <p:cTn id="21" presetID="22" presetClass="entr" presetSubtype="8" fill="hold" grpId="0" nodeType="afterEffect">
                                  <p:stCondLst>
                                    <p:cond delay="0"/>
                                  </p:stCondLst>
                                  <p:childTnLst>
                                    <p:set>
                                      <p:cBhvr>
                                        <p:cTn id="22" dur="1" fill="hold">
                                          <p:stCondLst>
                                            <p:cond delay="0"/>
                                          </p:stCondLst>
                                        </p:cTn>
                                        <p:tgtEl>
                                          <p:spTgt spid="5"/>
                                        </p:tgtEl>
                                        <p:attrNameLst>
                                          <p:attrName>style.visibility</p:attrName>
                                        </p:attrNameLst>
                                      </p:cBhvr>
                                      <p:to>
                                        <p:strVal val="visible"/>
                                      </p:to>
                                    </p:set>
                                    <p:animEffect transition="in" filter="wipe(left)">
                                      <p:cBhvr>
                                        <p:cTn id="23" dur="500"/>
                                        <p:tgtEl>
                                          <p:spTgt spid="5"/>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nodeType="clickEffect">
                                  <p:stCondLst>
                                    <p:cond delay="0"/>
                                  </p:stCondLst>
                                  <p:childTnLst>
                                    <p:set>
                                      <p:cBhvr>
                                        <p:cTn id="27" dur="1" fill="hold">
                                          <p:stCondLst>
                                            <p:cond delay="0"/>
                                          </p:stCondLst>
                                        </p:cTn>
                                        <p:tgtEl>
                                          <p:spTgt spid="11"/>
                                        </p:tgtEl>
                                        <p:attrNameLst>
                                          <p:attrName>style.visibility</p:attrName>
                                        </p:attrNameLst>
                                      </p:cBhvr>
                                      <p:to>
                                        <p:strVal val="visible"/>
                                      </p:to>
                                    </p:set>
                                    <p:animEffect transition="in" filter="wipe(left)">
                                      <p:cBhvr>
                                        <p:cTn id="28" dur="500"/>
                                        <p:tgtEl>
                                          <p:spTgt spid="11"/>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8" fill="hold" grpId="0" nodeType="clickEffect">
                                  <p:stCondLst>
                                    <p:cond delay="0"/>
                                  </p:stCondLst>
                                  <p:childTnLst>
                                    <p:set>
                                      <p:cBhvr>
                                        <p:cTn id="32" dur="1" fill="hold">
                                          <p:stCondLst>
                                            <p:cond delay="0"/>
                                          </p:stCondLst>
                                        </p:cTn>
                                        <p:tgtEl>
                                          <p:spTgt spid="14">
                                            <p:bg/>
                                          </p:spTgt>
                                        </p:tgtEl>
                                        <p:attrNameLst>
                                          <p:attrName>style.visibility</p:attrName>
                                        </p:attrNameLst>
                                      </p:cBhvr>
                                      <p:to>
                                        <p:strVal val="visible"/>
                                      </p:to>
                                    </p:set>
                                    <p:animEffect transition="in" filter="wipe(left)">
                                      <p:cBhvr>
                                        <p:cTn id="33" dur="500"/>
                                        <p:tgtEl>
                                          <p:spTgt spid="14">
                                            <p:bg/>
                                          </p:spTgt>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8" fill="hold" grpId="0" nodeType="clickEffect">
                                  <p:stCondLst>
                                    <p:cond delay="0"/>
                                  </p:stCondLst>
                                  <p:childTnLst>
                                    <p:set>
                                      <p:cBhvr>
                                        <p:cTn id="37" dur="1" fill="hold">
                                          <p:stCondLst>
                                            <p:cond delay="0"/>
                                          </p:stCondLst>
                                        </p:cTn>
                                        <p:tgtEl>
                                          <p:spTgt spid="14">
                                            <p:txEl>
                                              <p:pRg st="0" end="0"/>
                                            </p:txEl>
                                          </p:spTgt>
                                        </p:tgtEl>
                                        <p:attrNameLst>
                                          <p:attrName>style.visibility</p:attrName>
                                        </p:attrNameLst>
                                      </p:cBhvr>
                                      <p:to>
                                        <p:strVal val="visible"/>
                                      </p:to>
                                    </p:set>
                                    <p:animEffect transition="in" filter="wipe(left)">
                                      <p:cBhvr>
                                        <p:cTn id="38" dur="500"/>
                                        <p:tgtEl>
                                          <p:spTgt spid="14">
                                            <p:txEl>
                                              <p:pRg st="0" end="0"/>
                                            </p:txEl>
                                          </p:spTgt>
                                        </p:tgtEl>
                                      </p:cBhvr>
                                    </p:animEffect>
                                  </p:childTnLst>
                                </p:cTn>
                              </p:par>
                            </p:childTnLst>
                          </p:cTn>
                        </p:par>
                      </p:childTnLst>
                    </p:cTn>
                  </p:par>
                  <p:par>
                    <p:cTn id="39" fill="hold">
                      <p:stCondLst>
                        <p:cond delay="indefinite"/>
                      </p:stCondLst>
                      <p:childTnLst>
                        <p:par>
                          <p:cTn id="40" fill="hold">
                            <p:stCondLst>
                              <p:cond delay="0"/>
                            </p:stCondLst>
                            <p:childTnLst>
                              <p:par>
                                <p:cTn id="41" presetID="22" presetClass="entr" presetSubtype="8" fill="hold" grpId="0" nodeType="clickEffect">
                                  <p:stCondLst>
                                    <p:cond delay="0"/>
                                  </p:stCondLst>
                                  <p:childTnLst>
                                    <p:set>
                                      <p:cBhvr>
                                        <p:cTn id="42" dur="1" fill="hold">
                                          <p:stCondLst>
                                            <p:cond delay="0"/>
                                          </p:stCondLst>
                                        </p:cTn>
                                        <p:tgtEl>
                                          <p:spTgt spid="14">
                                            <p:txEl>
                                              <p:pRg st="1" end="1"/>
                                            </p:txEl>
                                          </p:spTgt>
                                        </p:tgtEl>
                                        <p:attrNameLst>
                                          <p:attrName>style.visibility</p:attrName>
                                        </p:attrNameLst>
                                      </p:cBhvr>
                                      <p:to>
                                        <p:strVal val="visible"/>
                                      </p:to>
                                    </p:set>
                                    <p:animEffect transition="in" filter="wipe(left)">
                                      <p:cBhvr>
                                        <p:cTn id="43" dur="500"/>
                                        <p:tgtEl>
                                          <p:spTgt spid="14">
                                            <p:txEl>
                                              <p:pRg st="1" end="1"/>
                                            </p:txEl>
                                          </p:spTgt>
                                        </p:tgtEl>
                                      </p:cBhvr>
                                    </p:animEffect>
                                  </p:childTnLst>
                                </p:cTn>
                              </p:par>
                            </p:childTnLst>
                          </p:cTn>
                        </p:par>
                      </p:childTnLst>
                    </p:cTn>
                  </p:par>
                  <p:par>
                    <p:cTn id="44" fill="hold">
                      <p:stCondLst>
                        <p:cond delay="indefinite"/>
                      </p:stCondLst>
                      <p:childTnLst>
                        <p:par>
                          <p:cTn id="45" fill="hold">
                            <p:stCondLst>
                              <p:cond delay="0"/>
                            </p:stCondLst>
                            <p:childTnLst>
                              <p:par>
                                <p:cTn id="46" presetID="22" presetClass="entr" presetSubtype="8" fill="hold" grpId="0" nodeType="clickEffect">
                                  <p:stCondLst>
                                    <p:cond delay="0"/>
                                  </p:stCondLst>
                                  <p:childTnLst>
                                    <p:set>
                                      <p:cBhvr>
                                        <p:cTn id="47" dur="1" fill="hold">
                                          <p:stCondLst>
                                            <p:cond delay="0"/>
                                          </p:stCondLst>
                                        </p:cTn>
                                        <p:tgtEl>
                                          <p:spTgt spid="7"/>
                                        </p:tgtEl>
                                        <p:attrNameLst>
                                          <p:attrName>style.visibility</p:attrName>
                                        </p:attrNameLst>
                                      </p:cBhvr>
                                      <p:to>
                                        <p:strVal val="visible"/>
                                      </p:to>
                                    </p:set>
                                    <p:animEffect transition="in" filter="wipe(left)">
                                      <p:cBhvr>
                                        <p:cTn id="48"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4" grpId="0"/>
      <p:bldP spid="5" grpId="0"/>
      <p:bldP spid="7" grpId="0" autoUpdateAnimBg="0"/>
      <p:bldP spid="14" grpId="0" animBg="1" autoUpdateAnimBg="0" uiExpand="1" build="p"/>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9" name="矩形 8"/>
              <p:cNvSpPr/>
              <p:nvPr/>
            </p:nvSpPr>
            <p:spPr>
              <a:xfrm>
                <a:off x="687959" y="536260"/>
                <a:ext cx="10817352" cy="5799897"/>
              </a:xfrm>
              <a:prstGeom prst="rect">
                <a:avLst/>
              </a:prstGeom>
              <a:solidFill>
                <a:schemeClr val="bg1"/>
              </a:solidFill>
              <a:ln>
                <a:noFill/>
              </a:ln>
              <a:effectLst>
                <a:outerShdw blurRad="63500" sx="102000" sy="102000" algn="ctr" rotWithShape="0">
                  <a:prstClr val="black">
                    <a:alpha val="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kumimoji="1" lang="en-US" altLang="zh-CN" dirty="0">
                          <a:latin typeface="Cambria Math" panose="02040503050406030204" charset="0"/>
                          <a:ea typeface="黑体" panose="02010609060101010101" pitchFamily="49" charset="-122"/>
                          <a:cs typeface="Cambria Math" panose="02040503050406030204" charset="0"/>
                        </a:rPr>
                        <m:t>,</m:t>
                      </m:r>
                    </m:oMath>
                  </m:oMathPara>
                </a14:m>
                <a:endParaRPr lang="zh-CN" altLang="en-US"/>
              </a:p>
            </p:txBody>
          </p:sp>
        </mc:Choice>
        <mc:Fallback>
          <p:sp>
            <p:nvSpPr>
              <p:cNvPr id="9" name="矩形 8"/>
              <p:cNvSpPr>
                <a:spLocks noRot="1" noChangeAspect="1" noMove="1" noResize="1" noEditPoints="1" noAdjustHandles="1" noChangeArrowheads="1" noChangeShapeType="1" noTextEdit="1"/>
              </p:cNvSpPr>
              <p:nvPr/>
            </p:nvSpPr>
            <p:spPr>
              <a:xfrm>
                <a:off x="687959" y="536260"/>
                <a:ext cx="10817352" cy="5799897"/>
              </a:xfrm>
              <a:prstGeom prst="rect">
                <a:avLst/>
              </a:prstGeom>
              <a:blipFill rotWithShape="1">
                <a:blip r:embed="rId1"/>
                <a:stretch>
                  <a:fillRect l="-1499" t="-1932" r="-1493" b="-1914"/>
                </a:stretch>
              </a:blipFill>
              <a:ln>
                <a:noFill/>
              </a:ln>
              <a:effectLst>
                <a:outerShdw blurRad="63500" sx="102000" sy="102000" algn="ctr" rotWithShape="0">
                  <a:prstClr val="black">
                    <a:alpha val="9000"/>
                  </a:prstClr>
                </a:outerShdw>
              </a:effectLst>
            </p:spPr>
            <p:style>
              <a:lnRef idx="2">
                <a:schemeClr val="accent1">
                  <a:shade val="50000"/>
                </a:schemeClr>
              </a:lnRef>
              <a:fillRef idx="1">
                <a:schemeClr val="accent1"/>
              </a:fillRef>
              <a:effectRef idx="0">
                <a:schemeClr val="accent1"/>
              </a:effectRef>
              <a:fontRef idx="minor">
                <a:schemeClr val="lt1"/>
              </a:fontRef>
            </p:style>
            <p:txBody>
              <a:bodyPr/>
              <a:lstStyle/>
              <a:p>
                <a:r>
                  <a:rPr lang="zh-CN" altLang="en-US">
                    <a:noFill/>
                  </a:rPr>
                  <a:t> </a:t>
                </a:r>
              </a:p>
            </p:txBody>
          </p:sp>
        </mc:Fallback>
      </mc:AlternateContent>
      <p:sp>
        <p:nvSpPr>
          <p:cNvPr id="10" name="半闭框 9"/>
          <p:cNvSpPr/>
          <p:nvPr/>
        </p:nvSpPr>
        <p:spPr>
          <a:xfrm>
            <a:off x="687324" y="536434"/>
            <a:ext cx="681355" cy="739173"/>
          </a:xfrm>
          <a:prstGeom prst="halfFrame">
            <a:avLst>
              <a:gd name="adj1" fmla="val 7739"/>
              <a:gd name="adj2" fmla="val 6987"/>
            </a:avLst>
          </a:prstGeom>
          <a:gradFill flip="none" rotWithShape="1">
            <a:gsLst>
              <a:gs pos="0">
                <a:schemeClr val="bg1"/>
              </a:gs>
              <a:gs pos="46000">
                <a:srgbClr val="039463"/>
              </a:gs>
              <a:gs pos="100000">
                <a:schemeClr val="bg1"/>
              </a:gs>
            </a:gsLst>
            <a:path path="circle">
              <a:fillToRect t="100000" r="100000"/>
            </a:path>
            <a:tileRect l="-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1" name="半闭框 10"/>
          <p:cNvSpPr/>
          <p:nvPr/>
        </p:nvSpPr>
        <p:spPr>
          <a:xfrm flipH="1">
            <a:off x="10823530" y="535820"/>
            <a:ext cx="681146" cy="739134"/>
          </a:xfrm>
          <a:prstGeom prst="halfFrame">
            <a:avLst>
              <a:gd name="adj1" fmla="val 7739"/>
              <a:gd name="adj2" fmla="val 6987"/>
            </a:avLst>
          </a:prstGeom>
          <a:gradFill flip="none" rotWithShape="1">
            <a:gsLst>
              <a:gs pos="0">
                <a:schemeClr val="bg1"/>
              </a:gs>
              <a:gs pos="46000">
                <a:srgbClr val="039463"/>
              </a:gs>
              <a:gs pos="100000">
                <a:schemeClr val="bg1"/>
              </a:gs>
            </a:gsLst>
            <a:path path="circle">
              <a:fillToRect t="100000" r="100000"/>
            </a:path>
            <a:tileRect l="-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2" name="半闭框 11"/>
          <p:cNvSpPr/>
          <p:nvPr/>
        </p:nvSpPr>
        <p:spPr>
          <a:xfrm flipV="1">
            <a:off x="687324" y="5665394"/>
            <a:ext cx="681355" cy="673517"/>
          </a:xfrm>
          <a:prstGeom prst="halfFrame">
            <a:avLst>
              <a:gd name="adj1" fmla="val 7739"/>
              <a:gd name="adj2" fmla="val 6987"/>
            </a:avLst>
          </a:prstGeom>
          <a:gradFill flip="none" rotWithShape="1">
            <a:gsLst>
              <a:gs pos="0">
                <a:schemeClr val="bg1"/>
              </a:gs>
              <a:gs pos="46000">
                <a:srgbClr val="039463"/>
              </a:gs>
              <a:gs pos="100000">
                <a:schemeClr val="bg1"/>
              </a:gs>
            </a:gsLst>
            <a:path path="circle">
              <a:fillToRect t="100000" r="100000"/>
            </a:path>
            <a:tileRect l="-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200">
              <a:solidFill>
                <a:schemeClr val="tx1"/>
              </a:solidFill>
            </a:endParaRPr>
          </a:p>
        </p:txBody>
      </p:sp>
      <p:sp>
        <p:nvSpPr>
          <p:cNvPr id="13" name="半闭框 12"/>
          <p:cNvSpPr/>
          <p:nvPr/>
        </p:nvSpPr>
        <p:spPr>
          <a:xfrm flipH="1" flipV="1">
            <a:off x="10824165" y="5642774"/>
            <a:ext cx="681146" cy="693383"/>
          </a:xfrm>
          <a:prstGeom prst="halfFrame">
            <a:avLst>
              <a:gd name="adj1" fmla="val 7739"/>
              <a:gd name="adj2" fmla="val 6987"/>
            </a:avLst>
          </a:prstGeom>
          <a:gradFill flip="none" rotWithShape="1">
            <a:gsLst>
              <a:gs pos="0">
                <a:schemeClr val="bg1"/>
              </a:gs>
              <a:gs pos="46000">
                <a:srgbClr val="039463"/>
              </a:gs>
              <a:gs pos="100000">
                <a:schemeClr val="bg1"/>
              </a:gs>
            </a:gsLst>
            <a:path path="circle">
              <a:fillToRect t="100000" r="100000"/>
            </a:path>
            <a:tileRect l="-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2" name="Rectangle 2"/>
          <p:cNvSpPr txBox="1">
            <a:spLocks noChangeArrowheads="1"/>
          </p:cNvSpPr>
          <p:nvPr/>
        </p:nvSpPr>
        <p:spPr>
          <a:xfrm>
            <a:off x="943708" y="1653950"/>
            <a:ext cx="8244254" cy="53340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kumimoji="1" lang="zh-CN" altLang="en-US" sz="2800" b="1" dirty="0">
                <a:solidFill>
                  <a:srgbClr val="04926A"/>
                </a:solidFill>
                <a:latin typeface="微软雅黑" panose="020B0503020204020204" pitchFamily="34" charset="-122"/>
                <a:ea typeface="微软雅黑" panose="020B0503020204020204" pitchFamily="34" charset="-122"/>
                <a:cs typeface="+mn-cs"/>
                <a:sym typeface="+mn-lt"/>
              </a:rPr>
              <a:t>例</a:t>
            </a:r>
            <a:r>
              <a:rPr kumimoji="1" lang="en-US" altLang="zh-CN" sz="2800" b="1" dirty="0">
                <a:solidFill>
                  <a:srgbClr val="04926A"/>
                </a:solidFill>
                <a:latin typeface="微软雅黑" panose="020B0503020204020204" pitchFamily="34" charset="-122"/>
                <a:ea typeface="微软雅黑" panose="020B0503020204020204" pitchFamily="34" charset="-122"/>
                <a:cs typeface="+mn-cs"/>
                <a:sym typeface="+mn-lt"/>
              </a:rPr>
              <a:t>6  </a:t>
            </a:r>
            <a:r>
              <a:rPr kumimoji="1" lang="zh-CN" altLang="en-US" sz="2800" dirty="0">
                <a:solidFill>
                  <a:prstClr val="black"/>
                </a:solidFill>
                <a:latin typeface="Times New Roman" panose="02020603050405020304"/>
                <a:ea typeface="黑体" panose="02010609060101010101" pitchFamily="49" charset="-122"/>
                <a:cs typeface="+mn-ea"/>
                <a:sym typeface="+mn-lt"/>
              </a:rPr>
              <a:t>利用单摆摆动测定重力加速度 </a:t>
            </a:r>
            <a:r>
              <a:rPr lang="en-US" altLang="zh-CN" sz="2800" i="1" dirty="0">
                <a:latin typeface="Cambria Math" panose="02040503050406030204" charset="0"/>
                <a:ea typeface="宋体" panose="02010600030101010101" pitchFamily="2" charset="-122"/>
                <a:cs typeface="Cambria Math" panose="02040503050406030204" charset="0"/>
              </a:rPr>
              <a:t>g</a:t>
            </a:r>
            <a:r>
              <a:rPr kumimoji="1" lang="en-US" altLang="zh-CN" sz="2800" dirty="0">
                <a:solidFill>
                  <a:prstClr val="black"/>
                </a:solidFill>
                <a:latin typeface="Times New Roman" panose="02020603050405020304"/>
                <a:ea typeface="黑体" panose="02010609060101010101" pitchFamily="49" charset="-122"/>
                <a:cs typeface="+mn-ea"/>
                <a:sym typeface="+mn-lt"/>
              </a:rPr>
              <a:t> </a:t>
            </a:r>
            <a:r>
              <a:rPr kumimoji="1" lang="zh-CN" altLang="en-US" sz="2800" dirty="0">
                <a:solidFill>
                  <a:prstClr val="black"/>
                </a:solidFill>
                <a:latin typeface="Times New Roman" panose="02020603050405020304"/>
                <a:ea typeface="黑体" panose="02010609060101010101" pitchFamily="49" charset="-122"/>
                <a:cs typeface="+mn-ea"/>
                <a:sym typeface="+mn-lt"/>
              </a:rPr>
              <a:t>的公式是</a:t>
            </a:r>
            <a:endParaRPr kumimoji="1" lang="zh-CN" altLang="en-US" sz="2800" dirty="0">
              <a:solidFill>
                <a:prstClr val="black"/>
              </a:solidFill>
              <a:latin typeface="Times New Roman" panose="02020603050405020304"/>
              <a:ea typeface="黑体" panose="02010609060101010101" pitchFamily="49" charset="-122"/>
              <a:cs typeface="+mn-ea"/>
              <a:sym typeface="+mn-lt"/>
            </a:endParaRPr>
          </a:p>
        </p:txBody>
      </p:sp>
      <mc:AlternateContent xmlns:mc="http://schemas.openxmlformats.org/markup-compatibility/2006">
        <mc:Choice xmlns:a14="http://schemas.microsoft.com/office/drawing/2010/main" Requires="a14">
          <p:sp>
            <p:nvSpPr>
              <p:cNvPr id="3" name="对象 2"/>
              <p:cNvSpPr txBox="1"/>
              <p:nvPr/>
            </p:nvSpPr>
            <p:spPr>
              <a:xfrm>
                <a:off x="3263168" y="2282857"/>
                <a:ext cx="2038838" cy="889000"/>
              </a:xfrm>
              <a:prstGeom prst="rect">
                <a:avLst/>
              </a:prstGeom>
            </p:spPr>
            <p:txBody>
              <a:bodyPr>
                <a:noAutofit/>
              </a:bodyPr>
              <a:lstStyle/>
              <a:p>
                <a14:m>
                  <m:oMathPara xmlns:m="http://schemas.openxmlformats.org/officeDocument/2006/math">
                    <m:oMathParaPr>
                      <m:jc m:val="left"/>
                    </m:oMathParaPr>
                    <m:oMath xmlns:m="http://schemas.openxmlformats.org/officeDocument/2006/math">
                      <m:r>
                        <m:rPr>
                          <m:nor/>
                        </m:rPr>
                        <a:rPr lang="en-US" altLang="zh-CN" sz="2800" i="1" dirty="0">
                          <a:latin typeface="Cambria Math" panose="02040503050406030204" charset="0"/>
                          <a:cs typeface="Cambria Math" panose="02040503050406030204" charset="0"/>
                        </a:rPr>
                        <m:t>g</m:t>
                      </m:r>
                      <m:r>
                        <a:rPr kumimoji="1" lang="zh-CN" altLang="en-US" sz="2800">
                          <a:solidFill>
                            <a:prstClr val="black"/>
                          </a:solidFill>
                          <a:latin typeface="Cambria Math" panose="02040503050406030204" charset="0"/>
                          <a:ea typeface="黑体" panose="02010609060101010101" pitchFamily="49" charset="-122"/>
                          <a:cs typeface="+mn-ea"/>
                        </a:rPr>
                        <m:t>=</m:t>
                      </m:r>
                      <m:f>
                        <m:fPr>
                          <m:ctrlPr>
                            <a:rPr kumimoji="1" lang="zh-CN" altLang="en-US" sz="2800" i="1">
                              <a:solidFill>
                                <a:prstClr val="black"/>
                              </a:solidFill>
                              <a:latin typeface="Cambria Math" panose="02040503050406030204" charset="0"/>
                              <a:ea typeface="黑体" panose="02010609060101010101" pitchFamily="49" charset="-122"/>
                              <a:cs typeface="+mn-ea"/>
                            </a:rPr>
                          </m:ctrlPr>
                        </m:fPr>
                        <m:num>
                          <m:r>
                            <a:rPr kumimoji="1" lang="zh-CN" altLang="en-US" sz="2800">
                              <a:solidFill>
                                <a:prstClr val="black"/>
                              </a:solidFill>
                              <a:latin typeface="Cambria Math" panose="02040503050406030204" charset="0"/>
                              <a:ea typeface="黑体" panose="02010609060101010101" pitchFamily="49" charset="-122"/>
                              <a:cs typeface="+mn-ea"/>
                            </a:rPr>
                            <m:t>4</m:t>
                          </m:r>
                          <m:sSup>
                            <m:sSupPr>
                              <m:ctrlPr>
                                <a:rPr kumimoji="1" lang="zh-CN" altLang="en-US" sz="2800" i="1">
                                  <a:solidFill>
                                    <a:prstClr val="black"/>
                                  </a:solidFill>
                                  <a:latin typeface="Cambria Math" panose="02040503050406030204" charset="0"/>
                                  <a:ea typeface="黑体" panose="02010609060101010101" pitchFamily="49" charset="-122"/>
                                  <a:cs typeface="+mn-ea"/>
                                </a:rPr>
                              </m:ctrlPr>
                            </m:sSupPr>
                            <m:e>
                              <m:r>
                                <m:rPr>
                                  <m:sty m:val="p"/>
                                </m:rPr>
                                <a:rPr kumimoji="1" lang="zh-CN" altLang="en-US" sz="2800" i="0">
                                  <a:solidFill>
                                    <a:prstClr val="black"/>
                                  </a:solidFill>
                                  <a:latin typeface="Cambria Math" panose="02040503050406030204" charset="0"/>
                                  <a:ea typeface="黑体" panose="02010609060101010101" pitchFamily="49" charset="-122"/>
                                  <a:cs typeface="+mn-ea"/>
                                </a:rPr>
                                <m:t>π</m:t>
                              </m:r>
                            </m:e>
                            <m:sup>
                              <m:r>
                                <a:rPr kumimoji="1" lang="zh-CN" altLang="en-US" sz="2800">
                                  <a:solidFill>
                                    <a:prstClr val="black"/>
                                  </a:solidFill>
                                  <a:latin typeface="Cambria Math" panose="02040503050406030204" charset="0"/>
                                  <a:ea typeface="黑体" panose="02010609060101010101" pitchFamily="49" charset="-122"/>
                                  <a:cs typeface="+mn-ea"/>
                                </a:rPr>
                                <m:t>2</m:t>
                              </m:r>
                            </m:sup>
                          </m:sSup>
                          <m:r>
                            <a:rPr kumimoji="1" lang="zh-CN" altLang="en-US" sz="2800">
                              <a:solidFill>
                                <a:prstClr val="black"/>
                              </a:solidFill>
                              <a:latin typeface="Cambria Math" panose="02040503050406030204" charset="0"/>
                              <a:ea typeface="黑体" panose="02010609060101010101" pitchFamily="49" charset="-122"/>
                              <a:cs typeface="+mn-ea"/>
                            </a:rPr>
                            <m:t>𝑙</m:t>
                          </m:r>
                        </m:num>
                        <m:den>
                          <m:sSup>
                            <m:sSupPr>
                              <m:ctrlPr>
                                <a:rPr kumimoji="1" lang="zh-CN" altLang="en-US" sz="2800" i="1">
                                  <a:solidFill>
                                    <a:prstClr val="black"/>
                                  </a:solidFill>
                                  <a:latin typeface="Cambria Math" panose="02040503050406030204" charset="0"/>
                                  <a:ea typeface="黑体" panose="02010609060101010101" pitchFamily="49" charset="-122"/>
                                  <a:cs typeface="+mn-ea"/>
                                </a:rPr>
                              </m:ctrlPr>
                            </m:sSupPr>
                            <m:e>
                              <m:r>
                                <a:rPr kumimoji="1" lang="zh-CN" altLang="en-US" sz="2800">
                                  <a:solidFill>
                                    <a:prstClr val="black"/>
                                  </a:solidFill>
                                  <a:latin typeface="Cambria Math" panose="02040503050406030204" charset="0"/>
                                  <a:ea typeface="黑体" panose="02010609060101010101" pitchFamily="49" charset="-122"/>
                                  <a:cs typeface="+mn-ea"/>
                                </a:rPr>
                                <m:t>𝑇</m:t>
                              </m:r>
                            </m:e>
                            <m:sup>
                              <m:r>
                                <a:rPr kumimoji="1" lang="zh-CN" altLang="en-US" sz="2800">
                                  <a:solidFill>
                                    <a:prstClr val="black"/>
                                  </a:solidFill>
                                  <a:latin typeface="Cambria Math" panose="02040503050406030204" charset="0"/>
                                  <a:ea typeface="黑体" panose="02010609060101010101" pitchFamily="49" charset="-122"/>
                                  <a:cs typeface="+mn-ea"/>
                                </a:rPr>
                                <m:t>2</m:t>
                              </m:r>
                            </m:sup>
                          </m:sSup>
                        </m:den>
                      </m:f>
                      <m:r>
                        <a:rPr kumimoji="1" lang="zh-CN" altLang="en-US" sz="2800">
                          <a:solidFill>
                            <a:prstClr val="black"/>
                          </a:solidFill>
                          <a:latin typeface="Cambria Math" panose="02040503050406030204" charset="0"/>
                          <a:ea typeface="黑体" panose="02010609060101010101" pitchFamily="49" charset="-122"/>
                          <a:cs typeface="+mn-ea"/>
                        </a:rPr>
                        <m:t>.</m:t>
                      </m:r>
                    </m:oMath>
                  </m:oMathPara>
                </a14:m>
                <a:endParaRPr kumimoji="1" lang="zh-CN" altLang="en-US" sz="2800" dirty="0">
                  <a:solidFill>
                    <a:prstClr val="black"/>
                  </a:solidFill>
                  <a:latin typeface="Times New Roman" panose="02020603050405020304"/>
                  <a:ea typeface="黑体" panose="02010609060101010101" pitchFamily="49" charset="-122"/>
                  <a:cs typeface="+mn-ea"/>
                </a:endParaRPr>
              </a:p>
            </p:txBody>
          </p:sp>
        </mc:Choice>
        <mc:Fallback>
          <p:sp>
            <p:nvSpPr>
              <p:cNvPr id="3" name="对象 2"/>
              <p:cNvSpPr txBox="1">
                <a:spLocks noRot="1" noChangeAspect="1" noMove="1" noResize="1" noEditPoints="1" noAdjustHandles="1" noChangeArrowheads="1" noChangeShapeType="1" noTextEdit="1"/>
              </p:cNvSpPr>
              <p:nvPr/>
            </p:nvSpPr>
            <p:spPr>
              <a:xfrm>
                <a:off x="3263168" y="2282857"/>
                <a:ext cx="2038838" cy="889000"/>
              </a:xfrm>
              <a:prstGeom prst="rect">
                <a:avLst/>
              </a:prstGeom>
              <a:blipFill rotWithShape="1">
                <a:blip r:embed="rId2"/>
                <a:stretch>
                  <a:fillRect l="-26" t="-4" r="19" b="-639"/>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4" name="对象 3"/>
              <p:cNvSpPr txBox="1"/>
              <p:nvPr/>
            </p:nvSpPr>
            <p:spPr>
              <a:xfrm>
                <a:off x="1727480" y="3267364"/>
                <a:ext cx="9622692" cy="2069582"/>
              </a:xfrm>
              <a:prstGeom prst="rect">
                <a:avLst/>
              </a:prstGeom>
            </p:spPr>
            <p:txBody>
              <a:bodyPr>
                <a:noAutofit/>
              </a:bodyPr>
              <a:lstStyle/>
              <a:p>
                <a:pPr>
                  <a:lnSpc>
                    <a:spcPct val="150000"/>
                  </a:lnSpc>
                </a:pPr>
                <a14:m>
                  <m:oMathPara xmlns:m="http://schemas.openxmlformats.org/officeDocument/2006/math">
                    <m:oMathParaPr>
                      <m:jc m:val="left"/>
                    </m:oMathParaPr>
                    <m:oMath xmlns:m="http://schemas.openxmlformats.org/officeDocument/2006/math">
                      <m:r>
                        <a:rPr kumimoji="1" lang="zh-CN" altLang="en-US" sz="2800">
                          <a:solidFill>
                            <a:prstClr val="black"/>
                          </a:solidFill>
                          <a:latin typeface="Cambria Math" panose="02040503050406030204" charset="0"/>
                          <a:ea typeface="黑体" panose="02010609060101010101" pitchFamily="49" charset="-122"/>
                          <a:cs typeface="+mn-ea"/>
                        </a:rPr>
                        <m:t>现测得单摆摆长</m:t>
                      </m:r>
                      <m:r>
                        <a:rPr kumimoji="1" lang="zh-CN" altLang="en-US" sz="2800">
                          <a:solidFill>
                            <a:prstClr val="black"/>
                          </a:solidFill>
                          <a:latin typeface="Cambria Math" panose="02040503050406030204" charset="0"/>
                          <a:ea typeface="黑体" panose="02010609060101010101" pitchFamily="49" charset="-122"/>
                          <a:cs typeface="+mn-ea"/>
                        </a:rPr>
                        <m:t> </m:t>
                      </m:r>
                      <m:r>
                        <a:rPr kumimoji="1" lang="zh-CN" altLang="en-US" sz="2800">
                          <a:solidFill>
                            <a:prstClr val="black"/>
                          </a:solidFill>
                          <a:latin typeface="Cambria Math" panose="02040503050406030204" charset="0"/>
                          <a:ea typeface="黑体" panose="02010609060101010101" pitchFamily="49" charset="-122"/>
                          <a:cs typeface="+mn-ea"/>
                        </a:rPr>
                        <m:t>𝑙</m:t>
                      </m:r>
                      <m:r>
                        <a:rPr kumimoji="1" lang="zh-CN" altLang="en-US" sz="2800">
                          <a:solidFill>
                            <a:prstClr val="black"/>
                          </a:solidFill>
                          <a:latin typeface="Cambria Math" panose="02040503050406030204" charset="0"/>
                          <a:ea typeface="黑体" panose="02010609060101010101" pitchFamily="49" charset="-122"/>
                          <a:cs typeface="+mn-ea"/>
                        </a:rPr>
                        <m:t> </m:t>
                      </m:r>
                      <m:r>
                        <a:rPr kumimoji="1" lang="zh-CN" altLang="en-US" sz="2800">
                          <a:solidFill>
                            <a:prstClr val="black"/>
                          </a:solidFill>
                          <a:latin typeface="Cambria Math" panose="02040503050406030204" charset="0"/>
                          <a:ea typeface="黑体" panose="02010609060101010101" pitchFamily="49" charset="-122"/>
                          <a:cs typeface="+mn-ea"/>
                        </a:rPr>
                        <m:t>与振动周期</m:t>
                      </m:r>
                      <m:r>
                        <a:rPr kumimoji="1" lang="zh-CN" altLang="en-US" sz="2800">
                          <a:solidFill>
                            <a:prstClr val="black"/>
                          </a:solidFill>
                          <a:latin typeface="Cambria Math" panose="02040503050406030204" charset="0"/>
                          <a:ea typeface="黑体" panose="02010609060101010101" pitchFamily="49" charset="-122"/>
                          <a:cs typeface="+mn-ea"/>
                        </a:rPr>
                        <m:t> </m:t>
                      </m:r>
                      <m:r>
                        <a:rPr kumimoji="1" lang="zh-CN" altLang="en-US" sz="2800">
                          <a:solidFill>
                            <a:prstClr val="black"/>
                          </a:solidFill>
                          <a:latin typeface="Cambria Math" panose="02040503050406030204" charset="0"/>
                          <a:ea typeface="黑体" panose="02010609060101010101" pitchFamily="49" charset="-122"/>
                          <a:cs typeface="+mn-ea"/>
                        </a:rPr>
                        <m:t>𝑇</m:t>
                      </m:r>
                      <m:r>
                        <a:rPr kumimoji="1" lang="zh-CN" altLang="en-US" sz="2800">
                          <a:solidFill>
                            <a:prstClr val="black"/>
                          </a:solidFill>
                          <a:latin typeface="Cambria Math" panose="02040503050406030204" charset="0"/>
                          <a:ea typeface="黑体" panose="02010609060101010101" pitchFamily="49" charset="-122"/>
                          <a:cs typeface="+mn-ea"/>
                        </a:rPr>
                        <m:t> </m:t>
                      </m:r>
                      <m:r>
                        <a:rPr kumimoji="1" lang="zh-CN" altLang="en-US" sz="2800">
                          <a:solidFill>
                            <a:prstClr val="black"/>
                          </a:solidFill>
                          <a:latin typeface="Cambria Math" panose="02040503050406030204" charset="0"/>
                          <a:ea typeface="黑体" panose="02010609060101010101" pitchFamily="49" charset="-122"/>
                          <a:cs typeface="+mn-ea"/>
                        </a:rPr>
                        <m:t>分别为</m:t>
                      </m:r>
                      <m:r>
                        <a:rPr kumimoji="1" lang="zh-CN" altLang="en-US" sz="2800">
                          <a:solidFill>
                            <a:prstClr val="black"/>
                          </a:solidFill>
                          <a:latin typeface="Cambria Math" panose="02040503050406030204" charset="0"/>
                          <a:ea typeface="黑体" panose="02010609060101010101" pitchFamily="49" charset="-122"/>
                          <a:cs typeface="+mn-ea"/>
                        </a:rPr>
                        <m:t> </m:t>
                      </m:r>
                      <m:r>
                        <a:rPr kumimoji="1" lang="zh-CN" altLang="en-US" sz="2800">
                          <a:solidFill>
                            <a:prstClr val="black"/>
                          </a:solidFill>
                          <a:latin typeface="Cambria Math" panose="02040503050406030204" charset="0"/>
                          <a:ea typeface="黑体" panose="02010609060101010101" pitchFamily="49" charset="-122"/>
                          <a:cs typeface="+mn-ea"/>
                        </a:rPr>
                        <m:t>𝑙</m:t>
                      </m:r>
                      <m:r>
                        <a:rPr kumimoji="1" lang="zh-CN" altLang="en-US" sz="2800">
                          <a:solidFill>
                            <a:prstClr val="black"/>
                          </a:solidFill>
                          <a:latin typeface="Cambria Math" panose="02040503050406030204" charset="0"/>
                          <a:ea typeface="黑体" panose="02010609060101010101" pitchFamily="49" charset="-122"/>
                          <a:cs typeface="+mn-ea"/>
                        </a:rPr>
                        <m:t>=(</m:t>
                      </m:r>
                      <m:r>
                        <a:rPr kumimoji="1" lang="zh-CN" altLang="en-US" sz="2800">
                          <a:solidFill>
                            <a:prstClr val="black"/>
                          </a:solidFill>
                          <a:latin typeface="Cambria Math" panose="02040503050406030204" charset="0"/>
                          <a:ea typeface="黑体" panose="02010609060101010101" pitchFamily="49" charset="-122"/>
                          <a:cs typeface="+mn-ea"/>
                        </a:rPr>
                        <m:t>100</m:t>
                      </m:r>
                      <m:r>
                        <a:rPr kumimoji="1" lang="zh-CN" altLang="en-US" sz="2800">
                          <a:solidFill>
                            <a:prstClr val="black"/>
                          </a:solidFill>
                          <a:latin typeface="Cambria Math" panose="02040503050406030204" charset="0"/>
                          <a:ea typeface="黑体" panose="02010609060101010101" pitchFamily="49" charset="-122"/>
                          <a:cs typeface="+mn-ea"/>
                        </a:rPr>
                        <m:t>±</m:t>
                      </m:r>
                      <m:r>
                        <a:rPr kumimoji="1" lang="zh-CN" altLang="en-US" sz="2800">
                          <a:solidFill>
                            <a:prstClr val="black"/>
                          </a:solidFill>
                          <a:latin typeface="Cambria Math" panose="02040503050406030204" charset="0"/>
                          <a:ea typeface="黑体" panose="02010609060101010101" pitchFamily="49" charset="-122"/>
                          <a:cs typeface="+mn-ea"/>
                        </a:rPr>
                        <m:t>0</m:t>
                      </m:r>
                      <m:r>
                        <a:rPr kumimoji="1" lang="zh-CN" altLang="en-US" sz="2800">
                          <a:solidFill>
                            <a:prstClr val="black"/>
                          </a:solidFill>
                          <a:latin typeface="Cambria Math" panose="02040503050406030204" charset="0"/>
                          <a:ea typeface="黑体" panose="02010609060101010101" pitchFamily="49" charset="-122"/>
                          <a:cs typeface="+mn-ea"/>
                        </a:rPr>
                        <m:t>.</m:t>
                      </m:r>
                      <m:r>
                        <a:rPr kumimoji="1" lang="zh-CN" altLang="en-US" sz="2800">
                          <a:solidFill>
                            <a:prstClr val="black"/>
                          </a:solidFill>
                          <a:latin typeface="Cambria Math" panose="02040503050406030204" charset="0"/>
                          <a:ea typeface="黑体" panose="02010609060101010101" pitchFamily="49" charset="-122"/>
                          <a:cs typeface="+mn-ea"/>
                        </a:rPr>
                        <m:t>1</m:t>
                      </m:r>
                      <m:r>
                        <a:rPr kumimoji="1" lang="zh-CN" altLang="en-US" sz="2800">
                          <a:solidFill>
                            <a:prstClr val="black"/>
                          </a:solidFill>
                          <a:latin typeface="Cambria Math" panose="02040503050406030204" charset="0"/>
                          <a:ea typeface="黑体" panose="02010609060101010101" pitchFamily="49" charset="-122"/>
                          <a:cs typeface="+mn-ea"/>
                        </a:rPr>
                        <m:t>)</m:t>
                      </m:r>
                      <m:r>
                        <m:rPr>
                          <m:sty m:val="p"/>
                        </m:rPr>
                        <a:rPr kumimoji="1" lang="zh-CN" altLang="en-US" sz="2800">
                          <a:solidFill>
                            <a:prstClr val="black"/>
                          </a:solidFill>
                          <a:latin typeface="Cambria Math" panose="02040503050406030204" charset="0"/>
                          <a:ea typeface="黑体" panose="02010609060101010101" pitchFamily="49" charset="-122"/>
                          <a:cs typeface="+mn-ea"/>
                        </a:rPr>
                        <m:t>cm</m:t>
                      </m:r>
                      <m:r>
                        <a:rPr kumimoji="1" lang="zh-CN" altLang="en-US" sz="2800">
                          <a:solidFill>
                            <a:prstClr val="black"/>
                          </a:solidFill>
                          <a:latin typeface="Cambria Math" panose="02040503050406030204" charset="0"/>
                          <a:ea typeface="黑体" panose="02010609060101010101" pitchFamily="49" charset="-122"/>
                          <a:cs typeface="+mn-ea"/>
                        </a:rPr>
                        <m:t>,</m:t>
                      </m:r>
                    </m:oMath>
                    <m:oMath xmlns:m="http://schemas.openxmlformats.org/officeDocument/2006/math">
                      <m:r>
                        <a:rPr kumimoji="1" lang="zh-CN" altLang="en-US" sz="2800">
                          <a:solidFill>
                            <a:prstClr val="black"/>
                          </a:solidFill>
                          <a:latin typeface="Cambria Math" panose="02040503050406030204" charset="0"/>
                          <a:ea typeface="黑体" panose="02010609060101010101" pitchFamily="49" charset="-122"/>
                          <a:cs typeface="+mn-ea"/>
                        </a:rPr>
                        <m:t>𝑇</m:t>
                      </m:r>
                      <m:r>
                        <a:rPr kumimoji="1" lang="zh-CN" altLang="en-US" sz="2800">
                          <a:solidFill>
                            <a:prstClr val="black"/>
                          </a:solidFill>
                          <a:latin typeface="Cambria Math" panose="02040503050406030204" charset="0"/>
                          <a:ea typeface="黑体" panose="02010609060101010101" pitchFamily="49" charset="-122"/>
                          <a:cs typeface="+mn-ea"/>
                        </a:rPr>
                        <m:t>=(</m:t>
                      </m:r>
                      <m:r>
                        <a:rPr kumimoji="1" lang="zh-CN" altLang="en-US" sz="2800">
                          <a:solidFill>
                            <a:prstClr val="black"/>
                          </a:solidFill>
                          <a:latin typeface="Cambria Math" panose="02040503050406030204" charset="0"/>
                          <a:ea typeface="黑体" panose="02010609060101010101" pitchFamily="49" charset="-122"/>
                          <a:cs typeface="+mn-ea"/>
                        </a:rPr>
                        <m:t>2</m:t>
                      </m:r>
                      <m:r>
                        <a:rPr kumimoji="1" lang="zh-CN" altLang="en-US" sz="2800">
                          <a:solidFill>
                            <a:prstClr val="black"/>
                          </a:solidFill>
                          <a:latin typeface="Cambria Math" panose="02040503050406030204" charset="0"/>
                          <a:ea typeface="黑体" panose="02010609060101010101" pitchFamily="49" charset="-122"/>
                          <a:cs typeface="+mn-ea"/>
                        </a:rPr>
                        <m:t>±</m:t>
                      </m:r>
                      <m:r>
                        <a:rPr kumimoji="1" lang="zh-CN" altLang="en-US" sz="2800">
                          <a:solidFill>
                            <a:prstClr val="black"/>
                          </a:solidFill>
                          <a:latin typeface="Cambria Math" panose="02040503050406030204" charset="0"/>
                          <a:ea typeface="黑体" panose="02010609060101010101" pitchFamily="49" charset="-122"/>
                          <a:cs typeface="+mn-ea"/>
                        </a:rPr>
                        <m:t>0</m:t>
                      </m:r>
                      <m:r>
                        <a:rPr kumimoji="1" lang="zh-CN" altLang="en-US" sz="2800">
                          <a:solidFill>
                            <a:prstClr val="black"/>
                          </a:solidFill>
                          <a:latin typeface="Cambria Math" panose="02040503050406030204" charset="0"/>
                          <a:ea typeface="黑体" panose="02010609060101010101" pitchFamily="49" charset="-122"/>
                          <a:cs typeface="+mn-ea"/>
                        </a:rPr>
                        <m:t>.</m:t>
                      </m:r>
                      <m:r>
                        <a:rPr kumimoji="1" lang="zh-CN" altLang="en-US" sz="2800">
                          <a:solidFill>
                            <a:prstClr val="black"/>
                          </a:solidFill>
                          <a:latin typeface="Cambria Math" panose="02040503050406030204" charset="0"/>
                          <a:ea typeface="黑体" panose="02010609060101010101" pitchFamily="49" charset="-122"/>
                          <a:cs typeface="+mn-ea"/>
                        </a:rPr>
                        <m:t>004</m:t>
                      </m:r>
                      <m:r>
                        <a:rPr kumimoji="1" lang="zh-CN" altLang="en-US" sz="2800">
                          <a:solidFill>
                            <a:prstClr val="black"/>
                          </a:solidFill>
                          <a:latin typeface="Cambria Math" panose="02040503050406030204" charset="0"/>
                          <a:ea typeface="黑体" panose="02010609060101010101" pitchFamily="49" charset="-122"/>
                          <a:cs typeface="+mn-ea"/>
                        </a:rPr>
                        <m:t>)</m:t>
                      </m:r>
                      <m:r>
                        <m:rPr>
                          <m:sty m:val="p"/>
                        </m:rPr>
                        <a:rPr kumimoji="1" lang="zh-CN" altLang="en-US" sz="2800">
                          <a:solidFill>
                            <a:prstClr val="black"/>
                          </a:solidFill>
                          <a:latin typeface="Cambria Math" panose="02040503050406030204" charset="0"/>
                          <a:ea typeface="黑体" panose="02010609060101010101" pitchFamily="49" charset="-122"/>
                          <a:cs typeface="+mn-ea"/>
                        </a:rPr>
                        <m:t>s</m:t>
                      </m:r>
                      <m:r>
                        <a:rPr kumimoji="1" lang="zh-CN" altLang="en-US" sz="2800">
                          <a:solidFill>
                            <a:prstClr val="black"/>
                          </a:solidFill>
                          <a:latin typeface="Cambria Math" panose="02040503050406030204" charset="0"/>
                          <a:ea typeface="黑体" panose="02010609060101010101" pitchFamily="49" charset="-122"/>
                          <a:cs typeface="+mn-ea"/>
                        </a:rPr>
                        <m:t>.</m:t>
                      </m:r>
                      <m:r>
                        <a:rPr kumimoji="1" lang="zh-CN" altLang="en-US" sz="2800" i="1" smtClean="0">
                          <a:solidFill>
                            <a:prstClr val="black"/>
                          </a:solidFill>
                          <a:latin typeface="Cambria Math" panose="02040503050406030204" charset="0"/>
                          <a:ea typeface="黑体" panose="02010609060101010101" pitchFamily="49" charset="-122"/>
                          <a:cs typeface="+mn-ea"/>
                        </a:rPr>
                        <m:t> </m:t>
                      </m:r>
                      <m:r>
                        <a:rPr kumimoji="1" lang="zh-CN" altLang="en-US" sz="2800">
                          <a:solidFill>
                            <a:prstClr val="black"/>
                          </a:solidFill>
                          <a:latin typeface="Cambria Math" panose="02040503050406030204" charset="0"/>
                          <a:ea typeface="黑体" panose="02010609060101010101" pitchFamily="49" charset="-122"/>
                          <a:cs typeface="+mn-ea"/>
                        </a:rPr>
                        <m:t>问由于测定</m:t>
                      </m:r>
                      <m:r>
                        <a:rPr kumimoji="1" lang="zh-CN" altLang="en-US" sz="2800">
                          <a:solidFill>
                            <a:prstClr val="black"/>
                          </a:solidFill>
                          <a:latin typeface="Cambria Math" panose="02040503050406030204" charset="0"/>
                          <a:ea typeface="黑体" panose="02010609060101010101" pitchFamily="49" charset="-122"/>
                          <a:cs typeface="+mn-ea"/>
                        </a:rPr>
                        <m:t> </m:t>
                      </m:r>
                      <m:r>
                        <a:rPr kumimoji="1" lang="zh-CN" altLang="en-US" sz="2800">
                          <a:solidFill>
                            <a:prstClr val="black"/>
                          </a:solidFill>
                          <a:latin typeface="Cambria Math" panose="02040503050406030204" charset="0"/>
                          <a:ea typeface="黑体" panose="02010609060101010101" pitchFamily="49" charset="-122"/>
                          <a:cs typeface="+mn-ea"/>
                        </a:rPr>
                        <m:t>𝑙</m:t>
                      </m:r>
                      <m:r>
                        <a:rPr kumimoji="1" lang="zh-CN" altLang="en-US" sz="2800">
                          <a:solidFill>
                            <a:prstClr val="black"/>
                          </a:solidFill>
                          <a:latin typeface="Cambria Math" panose="02040503050406030204" charset="0"/>
                          <a:ea typeface="黑体" panose="02010609060101010101" pitchFamily="49" charset="-122"/>
                          <a:cs typeface="+mn-ea"/>
                        </a:rPr>
                        <m:t> </m:t>
                      </m:r>
                      <m:r>
                        <a:rPr kumimoji="1" lang="zh-CN" altLang="en-US" sz="2800">
                          <a:solidFill>
                            <a:prstClr val="black"/>
                          </a:solidFill>
                          <a:latin typeface="Cambria Math" panose="02040503050406030204" charset="0"/>
                          <a:ea typeface="黑体" panose="02010609060101010101" pitchFamily="49" charset="-122"/>
                          <a:cs typeface="+mn-ea"/>
                        </a:rPr>
                        <m:t>与</m:t>
                      </m:r>
                      <m:r>
                        <a:rPr kumimoji="1" lang="zh-CN" altLang="en-US" sz="2800">
                          <a:solidFill>
                            <a:prstClr val="black"/>
                          </a:solidFill>
                          <a:latin typeface="Cambria Math" panose="02040503050406030204" charset="0"/>
                          <a:ea typeface="黑体" panose="02010609060101010101" pitchFamily="49" charset="-122"/>
                          <a:cs typeface="+mn-ea"/>
                        </a:rPr>
                        <m:t> </m:t>
                      </m:r>
                      <m:r>
                        <a:rPr kumimoji="1" lang="zh-CN" altLang="en-US" sz="2800">
                          <a:solidFill>
                            <a:prstClr val="black"/>
                          </a:solidFill>
                          <a:latin typeface="Cambria Math" panose="02040503050406030204" charset="0"/>
                          <a:ea typeface="黑体" panose="02010609060101010101" pitchFamily="49" charset="-122"/>
                          <a:cs typeface="+mn-ea"/>
                        </a:rPr>
                        <m:t>𝑇</m:t>
                      </m:r>
                      <m:r>
                        <a:rPr kumimoji="1" lang="zh-CN" altLang="en-US" sz="2800">
                          <a:solidFill>
                            <a:prstClr val="black"/>
                          </a:solidFill>
                          <a:latin typeface="Cambria Math" panose="02040503050406030204" charset="0"/>
                          <a:ea typeface="黑体" panose="02010609060101010101" pitchFamily="49" charset="-122"/>
                          <a:cs typeface="+mn-ea"/>
                        </a:rPr>
                        <m:t> </m:t>
                      </m:r>
                      <m:r>
                        <a:rPr kumimoji="1" lang="zh-CN" altLang="en-US" sz="2800">
                          <a:solidFill>
                            <a:prstClr val="black"/>
                          </a:solidFill>
                          <a:latin typeface="Cambria Math" panose="02040503050406030204" charset="0"/>
                          <a:ea typeface="黑体" panose="02010609060101010101" pitchFamily="49" charset="-122"/>
                          <a:cs typeface="+mn-ea"/>
                        </a:rPr>
                        <m:t>的误差而引起</m:t>
                      </m:r>
                      <m:r>
                        <a:rPr kumimoji="1" lang="zh-CN" altLang="en-US" sz="2800">
                          <a:solidFill>
                            <a:prstClr val="black"/>
                          </a:solidFill>
                          <a:latin typeface="Cambria Math" panose="02040503050406030204" charset="0"/>
                          <a:ea typeface="黑体" panose="02010609060101010101" pitchFamily="49" charset="-122"/>
                          <a:cs typeface="+mn-ea"/>
                        </a:rPr>
                        <m:t> </m:t>
                      </m:r>
                      <m:r>
                        <m:rPr>
                          <m:nor/>
                        </m:rPr>
                        <a:rPr lang="en-US" altLang="zh-CN" sz="2800" i="1" dirty="0">
                          <a:latin typeface="Cambria Math" panose="02040503050406030204" charset="0"/>
                          <a:cs typeface="Cambria Math" panose="02040503050406030204" charset="0"/>
                        </a:rPr>
                        <m:t>g</m:t>
                      </m:r>
                      <m:r>
                        <a:rPr kumimoji="1" lang="zh-CN" altLang="en-US" sz="2800">
                          <a:solidFill>
                            <a:prstClr val="black"/>
                          </a:solidFill>
                          <a:latin typeface="Cambria Math" panose="02040503050406030204" charset="0"/>
                          <a:ea typeface="黑体" panose="02010609060101010101" pitchFamily="49" charset="-122"/>
                          <a:cs typeface="+mn-ea"/>
                        </a:rPr>
                        <m:t> </m:t>
                      </m:r>
                      <m:r>
                        <a:rPr kumimoji="1" lang="zh-CN" altLang="en-US" sz="2800">
                          <a:solidFill>
                            <a:prstClr val="black"/>
                          </a:solidFill>
                          <a:latin typeface="Cambria Math" panose="02040503050406030204" charset="0"/>
                          <a:ea typeface="黑体" panose="02010609060101010101" pitchFamily="49" charset="-122"/>
                          <a:cs typeface="+mn-ea"/>
                        </a:rPr>
                        <m:t>的绝对</m:t>
                      </m:r>
                    </m:oMath>
                    <m:oMath xmlns:m="http://schemas.openxmlformats.org/officeDocument/2006/math">
                      <m:r>
                        <a:rPr kumimoji="1" lang="zh-CN" altLang="en-US" sz="2800">
                          <a:solidFill>
                            <a:prstClr val="black"/>
                          </a:solidFill>
                          <a:latin typeface="Cambria Math" panose="02040503050406030204" charset="0"/>
                          <a:ea typeface="黑体" panose="02010609060101010101" pitchFamily="49" charset="-122"/>
                          <a:cs typeface="+mn-ea"/>
                        </a:rPr>
                        <m:t>误差和相对误差各为多少？</m:t>
                      </m:r>
                    </m:oMath>
                  </m:oMathPara>
                </a14:m>
                <a:endParaRPr kumimoji="1" lang="zh-CN" altLang="en-US" sz="2800" dirty="0">
                  <a:solidFill>
                    <a:prstClr val="black"/>
                  </a:solidFill>
                  <a:latin typeface="Times New Roman" panose="02020603050405020304"/>
                  <a:ea typeface="黑体" panose="02010609060101010101" pitchFamily="49" charset="-122"/>
                  <a:cs typeface="+mn-ea"/>
                </a:endParaRPr>
              </a:p>
            </p:txBody>
          </p:sp>
        </mc:Choice>
        <mc:Fallback>
          <p:sp>
            <p:nvSpPr>
              <p:cNvPr id="4" name="对象 3"/>
              <p:cNvSpPr txBox="1">
                <a:spLocks noRot="1" noChangeAspect="1" noMove="1" noResize="1" noEditPoints="1" noAdjustHandles="1" noChangeArrowheads="1" noChangeShapeType="1" noTextEdit="1"/>
              </p:cNvSpPr>
              <p:nvPr/>
            </p:nvSpPr>
            <p:spPr>
              <a:xfrm>
                <a:off x="1727480" y="3267364"/>
                <a:ext cx="9622692" cy="2069582"/>
              </a:xfrm>
              <a:prstGeom prst="rect">
                <a:avLst/>
              </a:prstGeom>
              <a:blipFill rotWithShape="1">
                <a:blip r:embed="rId3"/>
                <a:stretch>
                  <a:fillRect l="-3" t="-14" r="2" b="20"/>
                </a:stretch>
              </a:blipFill>
            </p:spPr>
            <p:txBody>
              <a:bodyPr/>
              <a:lstStyle/>
              <a:p>
                <a:r>
                  <a:rPr lang="zh-CN" altLang="en-US">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wipe(left)">
                                      <p:cBhvr>
                                        <p:cTn id="10" dur="500"/>
                                        <p:tgtEl>
                                          <p:spTgt spid="3"/>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4"/>
                                        </p:tgtEl>
                                        <p:attrNameLst>
                                          <p:attrName>style.visibility</p:attrName>
                                        </p:attrNameLst>
                                      </p:cBhvr>
                                      <p:to>
                                        <p:strVal val="visible"/>
                                      </p:to>
                                    </p:set>
                                    <p:animEffect transition="in" filter="wipe(left)">
                                      <p:cBhvr>
                                        <p:cTn id="13"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4"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45" name="矩形 44"/>
              <p:cNvSpPr/>
              <p:nvPr/>
            </p:nvSpPr>
            <p:spPr>
              <a:xfrm>
                <a:off x="686689" y="536260"/>
                <a:ext cx="10817352" cy="5799897"/>
              </a:xfrm>
              <a:prstGeom prst="rect">
                <a:avLst/>
              </a:prstGeom>
              <a:solidFill>
                <a:schemeClr val="bg1"/>
              </a:solidFill>
              <a:ln>
                <a:noFill/>
              </a:ln>
              <a:effectLst>
                <a:outerShdw blurRad="63500" sx="102000" sy="102000" algn="ctr" rotWithShape="0">
                  <a:prstClr val="black">
                    <a:alpha val="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kumimoji="1" lang="en-US" altLang="zh-CN" dirty="0">
                          <a:latin typeface="Cambria Math" panose="02040503050406030204" charset="0"/>
                          <a:ea typeface="黑体" panose="02010609060101010101" pitchFamily="49" charset="-122"/>
                          <a:cs typeface="Cambria Math" panose="02040503050406030204" charset="0"/>
                        </a:rPr>
                        <m:t>,</m:t>
                      </m:r>
                    </m:oMath>
                  </m:oMathPara>
                </a14:m>
                <a:endParaRPr lang="zh-CN" altLang="en-US"/>
              </a:p>
            </p:txBody>
          </p:sp>
        </mc:Choice>
        <mc:Fallback>
          <p:sp>
            <p:nvSpPr>
              <p:cNvPr id="45" name="矩形 44"/>
              <p:cNvSpPr>
                <a:spLocks noRot="1" noChangeAspect="1" noMove="1" noResize="1" noEditPoints="1" noAdjustHandles="1" noChangeArrowheads="1" noChangeShapeType="1" noTextEdit="1"/>
              </p:cNvSpPr>
              <p:nvPr/>
            </p:nvSpPr>
            <p:spPr>
              <a:xfrm>
                <a:off x="686689" y="536260"/>
                <a:ext cx="10817352" cy="5799897"/>
              </a:xfrm>
              <a:prstGeom prst="rect">
                <a:avLst/>
              </a:prstGeom>
              <a:blipFill rotWithShape="1">
                <a:blip r:embed="rId1"/>
                <a:stretch>
                  <a:fillRect l="-1499" t="-1932" r="-1493" b="-1914"/>
                </a:stretch>
              </a:blipFill>
              <a:ln>
                <a:noFill/>
              </a:ln>
              <a:effectLst>
                <a:outerShdw blurRad="63500" sx="102000" sy="102000" algn="ctr" rotWithShape="0">
                  <a:prstClr val="black">
                    <a:alpha val="9000"/>
                  </a:prstClr>
                </a:outerShdw>
              </a:effectLst>
            </p:spPr>
            <p:style>
              <a:lnRef idx="2">
                <a:schemeClr val="accent1">
                  <a:shade val="50000"/>
                </a:schemeClr>
              </a:lnRef>
              <a:fillRef idx="1">
                <a:schemeClr val="accent1"/>
              </a:fillRef>
              <a:effectRef idx="0">
                <a:schemeClr val="accent1"/>
              </a:effectRef>
              <a:fontRef idx="minor">
                <a:schemeClr val="lt1"/>
              </a:fontRef>
            </p:style>
            <p:txBody>
              <a:bodyPr/>
              <a:lstStyle/>
              <a:p>
                <a:r>
                  <a:rPr lang="zh-CN" altLang="en-US">
                    <a:noFill/>
                  </a:rPr>
                  <a:t> </a:t>
                </a:r>
              </a:p>
            </p:txBody>
          </p:sp>
        </mc:Fallback>
      </mc:AlternateContent>
      <p:sp>
        <p:nvSpPr>
          <p:cNvPr id="46" name="半闭框 45"/>
          <p:cNvSpPr/>
          <p:nvPr/>
        </p:nvSpPr>
        <p:spPr>
          <a:xfrm>
            <a:off x="687324" y="536434"/>
            <a:ext cx="681355" cy="739173"/>
          </a:xfrm>
          <a:prstGeom prst="halfFrame">
            <a:avLst>
              <a:gd name="adj1" fmla="val 7739"/>
              <a:gd name="adj2" fmla="val 6987"/>
            </a:avLst>
          </a:prstGeom>
          <a:gradFill flip="none" rotWithShape="1">
            <a:gsLst>
              <a:gs pos="0">
                <a:schemeClr val="bg1"/>
              </a:gs>
              <a:gs pos="46000">
                <a:srgbClr val="039463"/>
              </a:gs>
              <a:gs pos="100000">
                <a:schemeClr val="bg1"/>
              </a:gs>
            </a:gsLst>
            <a:path path="circle">
              <a:fillToRect t="100000" r="100000"/>
            </a:path>
            <a:tileRect l="-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47" name="半闭框 46"/>
          <p:cNvSpPr/>
          <p:nvPr/>
        </p:nvSpPr>
        <p:spPr>
          <a:xfrm flipH="1">
            <a:off x="10823530" y="535820"/>
            <a:ext cx="681146" cy="739134"/>
          </a:xfrm>
          <a:prstGeom prst="halfFrame">
            <a:avLst>
              <a:gd name="adj1" fmla="val 7739"/>
              <a:gd name="adj2" fmla="val 6987"/>
            </a:avLst>
          </a:prstGeom>
          <a:gradFill flip="none" rotWithShape="1">
            <a:gsLst>
              <a:gs pos="0">
                <a:schemeClr val="bg1"/>
              </a:gs>
              <a:gs pos="46000">
                <a:srgbClr val="039463"/>
              </a:gs>
              <a:gs pos="100000">
                <a:schemeClr val="bg1"/>
              </a:gs>
            </a:gsLst>
            <a:path path="circle">
              <a:fillToRect t="100000" r="100000"/>
            </a:path>
            <a:tileRect l="-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48" name="半闭框 47"/>
          <p:cNvSpPr/>
          <p:nvPr/>
        </p:nvSpPr>
        <p:spPr>
          <a:xfrm flipV="1">
            <a:off x="687324" y="5665394"/>
            <a:ext cx="681355" cy="673517"/>
          </a:xfrm>
          <a:prstGeom prst="halfFrame">
            <a:avLst>
              <a:gd name="adj1" fmla="val 7739"/>
              <a:gd name="adj2" fmla="val 6987"/>
            </a:avLst>
          </a:prstGeom>
          <a:gradFill flip="none" rotWithShape="1">
            <a:gsLst>
              <a:gs pos="0">
                <a:schemeClr val="bg1"/>
              </a:gs>
              <a:gs pos="46000">
                <a:srgbClr val="039463"/>
              </a:gs>
              <a:gs pos="100000">
                <a:schemeClr val="bg1"/>
              </a:gs>
            </a:gsLst>
            <a:path path="circle">
              <a:fillToRect t="100000" r="100000"/>
            </a:path>
            <a:tileRect l="-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200">
              <a:solidFill>
                <a:schemeClr val="tx1"/>
              </a:solidFill>
            </a:endParaRPr>
          </a:p>
        </p:txBody>
      </p:sp>
      <p:sp>
        <p:nvSpPr>
          <p:cNvPr id="49" name="半闭框 48"/>
          <p:cNvSpPr/>
          <p:nvPr/>
        </p:nvSpPr>
        <p:spPr>
          <a:xfrm flipH="1" flipV="1">
            <a:off x="10824165" y="5642774"/>
            <a:ext cx="681146" cy="693383"/>
          </a:xfrm>
          <a:prstGeom prst="halfFrame">
            <a:avLst>
              <a:gd name="adj1" fmla="val 7739"/>
              <a:gd name="adj2" fmla="val 6987"/>
            </a:avLst>
          </a:prstGeom>
          <a:gradFill flip="none" rotWithShape="1">
            <a:gsLst>
              <a:gs pos="0">
                <a:schemeClr val="bg1"/>
              </a:gs>
              <a:gs pos="46000">
                <a:srgbClr val="039463"/>
              </a:gs>
              <a:gs pos="100000">
                <a:schemeClr val="bg1"/>
              </a:gs>
            </a:gsLst>
            <a:path path="circle">
              <a:fillToRect t="100000" r="100000"/>
            </a:path>
            <a:tileRect l="-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20" name="Text Box 5"/>
          <p:cNvSpPr txBox="1">
            <a:spLocks noChangeArrowheads="1"/>
          </p:cNvSpPr>
          <p:nvPr/>
        </p:nvSpPr>
        <p:spPr bwMode="auto">
          <a:xfrm>
            <a:off x="2272504" y="1084831"/>
            <a:ext cx="1219200" cy="519113"/>
          </a:xfrm>
          <a:prstGeom prst="rect">
            <a:avLst/>
          </a:prstGeom>
        </p:spPr>
        <p:txBody>
          <a:bodyPr>
            <a:spAutoFit/>
          </a:bodyPr>
          <a:lstStyle/>
          <a:p>
            <a:pPr marL="0" marR="0" lvl="0" indent="0" algn="l" defTabSz="914400" rtl="0" eaLnBrk="1" fontAlgn="base" latinLnBrk="0" hangingPunct="1">
              <a:lnSpc>
                <a:spcPct val="100000"/>
              </a:lnSpc>
              <a:spcBef>
                <a:spcPct val="50000"/>
              </a:spcBef>
              <a:spcAft>
                <a:spcPct val="0"/>
              </a:spcAft>
              <a:buClrTx/>
              <a:buSzTx/>
              <a:buFontTx/>
              <a:buNone/>
              <a:defRPr/>
            </a:pPr>
            <a:r>
              <a:rPr kumimoji="1" lang="zh-CN" altLang="en-US" sz="2800" b="1" dirty="0">
                <a:solidFill>
                  <a:srgbClr val="04926A"/>
                </a:solidFill>
                <a:latin typeface="微软雅黑" panose="020B0503020204020204" pitchFamily="34" charset="-122"/>
                <a:ea typeface="微软雅黑" panose="020B0503020204020204" pitchFamily="34" charset="-122"/>
                <a:sym typeface="+mn-lt"/>
              </a:rPr>
              <a:t>解</a:t>
            </a:r>
            <a:r>
              <a:rPr kumimoji="1" lang="en-US" altLang="zh-CN" sz="2800" b="1" dirty="0">
                <a:solidFill>
                  <a:srgbClr val="04926A"/>
                </a:solidFill>
                <a:latin typeface="微软雅黑" panose="020B0503020204020204" pitchFamily="34" charset="-122"/>
                <a:ea typeface="微软雅黑" panose="020B0503020204020204" pitchFamily="34" charset="-122"/>
                <a:sym typeface="+mn-lt"/>
              </a:rPr>
              <a:t>  </a:t>
            </a:r>
            <a:endParaRPr kumimoji="1" lang="zh-CN" altLang="en-US" sz="2800" b="1" dirty="0">
              <a:solidFill>
                <a:srgbClr val="04926A"/>
              </a:solidFill>
              <a:latin typeface="微软雅黑" panose="020B0503020204020204" pitchFamily="34" charset="-122"/>
              <a:ea typeface="微软雅黑" panose="020B0503020204020204" pitchFamily="34" charset="-122"/>
              <a:sym typeface="+mn-lt"/>
            </a:endParaRPr>
          </a:p>
        </p:txBody>
      </p:sp>
      <mc:AlternateContent xmlns:mc="http://schemas.openxmlformats.org/markup-compatibility/2006">
        <mc:Choice xmlns:a14="http://schemas.microsoft.com/office/drawing/2010/main" Requires="a14">
          <p:sp>
            <p:nvSpPr>
              <p:cNvPr id="21" name="Object 10"/>
              <p:cNvSpPr txBox="1"/>
              <p:nvPr/>
            </p:nvSpPr>
            <p:spPr bwMode="auto">
              <a:xfrm>
                <a:off x="2810610" y="1763488"/>
                <a:ext cx="3531467" cy="952500"/>
              </a:xfrm>
              <a:prstGeom prst="rect">
                <a:avLst/>
              </a:prstGeom>
            </p:spPr>
            <p:txBody>
              <a:bodyPr>
                <a:normAutofit/>
              </a:bodyPr>
              <a:lstStyle/>
              <a:p>
                <a14:m>
                  <m:oMathPara xmlns:m="http://schemas.openxmlformats.org/officeDocument/2006/math">
                    <m:oMathParaPr>
                      <m:jc m:val="left"/>
                    </m:oMathParaPr>
                    <m:oMath xmlns:m="http://schemas.openxmlformats.org/officeDocument/2006/math">
                      <m:r>
                        <a:rPr kumimoji="1" lang="zh-CN" altLang="en-US" sz="2200" smtClean="0">
                          <a:solidFill>
                            <a:prstClr val="black"/>
                          </a:solidFill>
                          <a:latin typeface="Cambria Math" panose="02040503050406030204" charset="0"/>
                          <a:ea typeface="黑体" panose="02010609060101010101" pitchFamily="49" charset="-122"/>
                          <a:cs typeface="+mn-ea"/>
                        </a:rPr>
                        <m:t>∴</m:t>
                      </m:r>
                      <m:sSub>
                        <m:sSubPr>
                          <m:ctrlPr>
                            <a:rPr kumimoji="1" lang="zh-CN" altLang="en-US" sz="2200" i="1">
                              <a:solidFill>
                                <a:prstClr val="black"/>
                              </a:solidFill>
                              <a:latin typeface="Cambria Math" panose="02040503050406030204" charset="0"/>
                              <a:ea typeface="黑体" panose="02010609060101010101" pitchFamily="49" charset="-122"/>
                              <a:cs typeface="+mn-ea"/>
                            </a:rPr>
                          </m:ctrlPr>
                        </m:sSubPr>
                        <m:e>
                          <m:r>
                            <a:rPr kumimoji="1" lang="zh-CN" altLang="en-US" sz="2200">
                              <a:solidFill>
                                <a:prstClr val="black"/>
                              </a:solidFill>
                              <a:latin typeface="Cambria Math" panose="02040503050406030204" charset="0"/>
                              <a:ea typeface="黑体" panose="02010609060101010101" pitchFamily="49" charset="-122"/>
                              <a:cs typeface="+mn-ea"/>
                            </a:rPr>
                            <m:t>𝛿</m:t>
                          </m:r>
                        </m:e>
                        <m:sub>
                          <m:r>
                            <m:rPr>
                              <m:nor/>
                            </m:rPr>
                            <a:rPr lang="en-US" altLang="zh-CN" sz="2200" i="1" dirty="0">
                              <a:latin typeface="Cambria Math" panose="02040503050406030204" charset="0"/>
                              <a:cs typeface="Cambria Math" panose="02040503050406030204" charset="0"/>
                            </a:rPr>
                            <m:t>g</m:t>
                          </m:r>
                        </m:sub>
                      </m:sSub>
                      <m:r>
                        <a:rPr kumimoji="1" lang="zh-CN" altLang="en-US" sz="2200">
                          <a:solidFill>
                            <a:prstClr val="black"/>
                          </a:solidFill>
                          <a:latin typeface="Cambria Math" panose="02040503050406030204" charset="0"/>
                          <a:ea typeface="黑体" panose="02010609060101010101" pitchFamily="49" charset="-122"/>
                          <a:cs typeface="+mn-ea"/>
                        </a:rPr>
                        <m:t>=</m:t>
                      </m:r>
                      <m:d>
                        <m:dPr>
                          <m:begChr m:val="|"/>
                          <m:endChr m:val="|"/>
                          <m:ctrlPr>
                            <a:rPr kumimoji="1" lang="zh-CN" altLang="en-US" sz="2200" i="1">
                              <a:solidFill>
                                <a:prstClr val="black"/>
                              </a:solidFill>
                              <a:latin typeface="Cambria Math" panose="02040503050406030204" charset="0"/>
                              <a:ea typeface="黑体" panose="02010609060101010101" pitchFamily="49" charset="-122"/>
                              <a:cs typeface="+mn-ea"/>
                            </a:rPr>
                          </m:ctrlPr>
                        </m:dPr>
                        <m:e>
                          <m:f>
                            <m:fPr>
                              <m:ctrlPr>
                                <a:rPr kumimoji="1" lang="zh-CN" altLang="en-US" sz="2200" i="1">
                                  <a:solidFill>
                                    <a:prstClr val="black"/>
                                  </a:solidFill>
                                  <a:latin typeface="Cambria Math" panose="02040503050406030204" charset="0"/>
                                  <a:ea typeface="黑体" panose="02010609060101010101" pitchFamily="49" charset="-122"/>
                                  <a:cs typeface="+mn-ea"/>
                                </a:rPr>
                              </m:ctrlPr>
                            </m:fPr>
                            <m:num>
                              <m:r>
                                <a:rPr kumimoji="1" lang="zh-CN" altLang="en-US" sz="2200">
                                  <a:solidFill>
                                    <a:prstClr val="black"/>
                                  </a:solidFill>
                                  <a:latin typeface="Cambria Math" panose="02040503050406030204" charset="0"/>
                                  <a:ea typeface="黑体" panose="02010609060101010101" pitchFamily="49" charset="-122"/>
                                  <a:cs typeface="+mn-ea"/>
                                </a:rPr>
                                <m:t>𝜕</m:t>
                              </m:r>
                              <m:r>
                                <m:rPr>
                                  <m:nor/>
                                </m:rPr>
                                <a:rPr lang="en-US" altLang="zh-CN" sz="2200" i="1" dirty="0">
                                  <a:latin typeface="Cambria Math" panose="02040503050406030204" charset="0"/>
                                  <a:cs typeface="Cambria Math" panose="02040503050406030204" charset="0"/>
                                </a:rPr>
                                <m:t>g</m:t>
                              </m:r>
                            </m:num>
                            <m:den>
                              <m:r>
                                <a:rPr kumimoji="1" lang="zh-CN" altLang="en-US" sz="2200">
                                  <a:solidFill>
                                    <a:prstClr val="black"/>
                                  </a:solidFill>
                                  <a:latin typeface="Cambria Math" panose="02040503050406030204" charset="0"/>
                                  <a:ea typeface="黑体" panose="02010609060101010101" pitchFamily="49" charset="-122"/>
                                  <a:cs typeface="+mn-ea"/>
                                </a:rPr>
                                <m:t>𝜕</m:t>
                              </m:r>
                              <m:r>
                                <a:rPr kumimoji="1" lang="zh-CN" altLang="en-US" sz="2200">
                                  <a:solidFill>
                                    <a:prstClr val="black"/>
                                  </a:solidFill>
                                  <a:latin typeface="Cambria Math" panose="02040503050406030204" charset="0"/>
                                  <a:ea typeface="黑体" panose="02010609060101010101" pitchFamily="49" charset="-122"/>
                                  <a:cs typeface="+mn-ea"/>
                                </a:rPr>
                                <m:t>𝑙</m:t>
                              </m:r>
                            </m:den>
                          </m:f>
                          <m:r>
                            <a:rPr kumimoji="1" lang="en-US" altLang="zh-CN" sz="2200" b="0" i="0" smtClean="0">
                              <a:solidFill>
                                <a:prstClr val="black"/>
                              </a:solidFill>
                              <a:latin typeface="Cambria Math" panose="02040503050406030204" charset="0"/>
                              <a:ea typeface="黑体" panose="02010609060101010101" pitchFamily="49" charset="-122"/>
                              <a:cs typeface="+mn-ea"/>
                            </a:rPr>
                            <m:t> </m:t>
                          </m:r>
                        </m:e>
                      </m:d>
                      <m:sSub>
                        <m:sSubPr>
                          <m:ctrlPr>
                            <a:rPr kumimoji="1" lang="zh-CN" altLang="en-US" sz="2200" i="1">
                              <a:solidFill>
                                <a:prstClr val="black"/>
                              </a:solidFill>
                              <a:latin typeface="Cambria Math" panose="02040503050406030204" charset="0"/>
                              <a:ea typeface="黑体" panose="02010609060101010101" pitchFamily="49" charset="-122"/>
                              <a:cs typeface="+mn-ea"/>
                            </a:rPr>
                          </m:ctrlPr>
                        </m:sSubPr>
                        <m:e>
                          <m:r>
                            <a:rPr kumimoji="1" lang="zh-CN" altLang="en-US" sz="2200">
                              <a:solidFill>
                                <a:prstClr val="black"/>
                              </a:solidFill>
                              <a:latin typeface="Cambria Math" panose="02040503050406030204" charset="0"/>
                              <a:ea typeface="黑体" panose="02010609060101010101" pitchFamily="49" charset="-122"/>
                              <a:cs typeface="+mn-ea"/>
                            </a:rPr>
                            <m:t>𝛿</m:t>
                          </m:r>
                        </m:e>
                        <m:sub>
                          <m:r>
                            <a:rPr kumimoji="1" lang="zh-CN" altLang="en-US" sz="2200">
                              <a:solidFill>
                                <a:prstClr val="black"/>
                              </a:solidFill>
                              <a:latin typeface="Cambria Math" panose="02040503050406030204" charset="0"/>
                              <a:ea typeface="黑体" panose="02010609060101010101" pitchFamily="49" charset="-122"/>
                              <a:cs typeface="+mn-ea"/>
                            </a:rPr>
                            <m:t>𝑙</m:t>
                          </m:r>
                        </m:sub>
                      </m:sSub>
                      <m:r>
                        <a:rPr kumimoji="1" lang="zh-CN" altLang="en-US" sz="2200">
                          <a:solidFill>
                            <a:prstClr val="black"/>
                          </a:solidFill>
                          <a:latin typeface="Cambria Math" panose="02040503050406030204" charset="0"/>
                          <a:ea typeface="黑体" panose="02010609060101010101" pitchFamily="49" charset="-122"/>
                          <a:cs typeface="+mn-ea"/>
                        </a:rPr>
                        <m:t>+​</m:t>
                      </m:r>
                      <m:d>
                        <m:dPr>
                          <m:begChr m:val="|"/>
                          <m:endChr m:val="|"/>
                          <m:ctrlPr>
                            <a:rPr kumimoji="1" lang="zh-CN" altLang="en-US" sz="2200" i="1">
                              <a:solidFill>
                                <a:prstClr val="black"/>
                              </a:solidFill>
                              <a:latin typeface="Cambria Math" panose="02040503050406030204" charset="0"/>
                              <a:ea typeface="黑体" panose="02010609060101010101" pitchFamily="49" charset="-122"/>
                              <a:cs typeface="+mn-ea"/>
                            </a:rPr>
                          </m:ctrlPr>
                        </m:dPr>
                        <m:e>
                          <m:f>
                            <m:fPr>
                              <m:ctrlPr>
                                <a:rPr kumimoji="1" lang="zh-CN" altLang="en-US" sz="2200" i="1">
                                  <a:solidFill>
                                    <a:prstClr val="black"/>
                                  </a:solidFill>
                                  <a:latin typeface="Cambria Math" panose="02040503050406030204" charset="0"/>
                                  <a:ea typeface="黑体" panose="02010609060101010101" pitchFamily="49" charset="-122"/>
                                  <a:cs typeface="+mn-ea"/>
                                </a:rPr>
                              </m:ctrlPr>
                            </m:fPr>
                            <m:num>
                              <m:r>
                                <a:rPr kumimoji="1" lang="zh-CN" altLang="en-US" sz="2200">
                                  <a:solidFill>
                                    <a:prstClr val="black"/>
                                  </a:solidFill>
                                  <a:latin typeface="Cambria Math" panose="02040503050406030204" charset="0"/>
                                  <a:ea typeface="黑体" panose="02010609060101010101" pitchFamily="49" charset="-122"/>
                                  <a:cs typeface="+mn-ea"/>
                                </a:rPr>
                                <m:t>𝜕</m:t>
                              </m:r>
                              <m:r>
                                <m:rPr>
                                  <m:nor/>
                                </m:rPr>
                                <a:rPr lang="en-US" altLang="zh-CN" sz="2200" i="1" dirty="0">
                                  <a:latin typeface="Cambria Math" panose="02040503050406030204" charset="0"/>
                                  <a:cs typeface="Cambria Math" panose="02040503050406030204" charset="0"/>
                                </a:rPr>
                                <m:t>g</m:t>
                              </m:r>
                            </m:num>
                            <m:den>
                              <m:r>
                                <a:rPr kumimoji="1" lang="zh-CN" altLang="en-US" sz="2200">
                                  <a:solidFill>
                                    <a:prstClr val="black"/>
                                  </a:solidFill>
                                  <a:latin typeface="Cambria Math" panose="02040503050406030204" charset="0"/>
                                  <a:ea typeface="黑体" panose="02010609060101010101" pitchFamily="49" charset="-122"/>
                                  <a:cs typeface="+mn-ea"/>
                                </a:rPr>
                                <m:t>𝜕</m:t>
                              </m:r>
                              <m:r>
                                <a:rPr kumimoji="1" lang="zh-CN" altLang="en-US" sz="2200">
                                  <a:solidFill>
                                    <a:prstClr val="black"/>
                                  </a:solidFill>
                                  <a:latin typeface="Cambria Math" panose="02040503050406030204" charset="0"/>
                                  <a:ea typeface="黑体" panose="02010609060101010101" pitchFamily="49" charset="-122"/>
                                  <a:cs typeface="+mn-ea"/>
                                </a:rPr>
                                <m:t>𝑇</m:t>
                              </m:r>
                            </m:den>
                          </m:f>
                          <m:r>
                            <a:rPr kumimoji="1" lang="en-US" altLang="zh-CN" sz="2200" b="0" i="0" smtClean="0">
                              <a:solidFill>
                                <a:prstClr val="black"/>
                              </a:solidFill>
                              <a:latin typeface="Cambria Math" panose="02040503050406030204" charset="0"/>
                              <a:ea typeface="黑体" panose="02010609060101010101" pitchFamily="49" charset="-122"/>
                              <a:cs typeface="+mn-ea"/>
                            </a:rPr>
                            <m:t> </m:t>
                          </m:r>
                        </m:e>
                      </m:d>
                      <m:sSub>
                        <m:sSubPr>
                          <m:ctrlPr>
                            <a:rPr kumimoji="1" lang="zh-CN" altLang="en-US" sz="2200" i="1">
                              <a:solidFill>
                                <a:prstClr val="black"/>
                              </a:solidFill>
                              <a:latin typeface="Cambria Math" panose="02040503050406030204" charset="0"/>
                              <a:ea typeface="黑体" panose="02010609060101010101" pitchFamily="49" charset="-122"/>
                              <a:cs typeface="+mn-ea"/>
                            </a:rPr>
                          </m:ctrlPr>
                        </m:sSubPr>
                        <m:e>
                          <m:r>
                            <a:rPr kumimoji="1" lang="zh-CN" altLang="en-US" sz="2200">
                              <a:solidFill>
                                <a:prstClr val="black"/>
                              </a:solidFill>
                              <a:latin typeface="Cambria Math" panose="02040503050406030204" charset="0"/>
                              <a:ea typeface="黑体" panose="02010609060101010101" pitchFamily="49" charset="-122"/>
                              <a:cs typeface="+mn-ea"/>
                            </a:rPr>
                            <m:t>𝛿</m:t>
                          </m:r>
                        </m:e>
                        <m:sub>
                          <m:r>
                            <a:rPr kumimoji="1" lang="zh-CN" altLang="en-US" sz="2200">
                              <a:solidFill>
                                <a:prstClr val="black"/>
                              </a:solidFill>
                              <a:latin typeface="Cambria Math" panose="02040503050406030204" charset="0"/>
                              <a:ea typeface="黑体" panose="02010609060101010101" pitchFamily="49" charset="-122"/>
                              <a:cs typeface="+mn-ea"/>
                            </a:rPr>
                            <m:t>𝑇</m:t>
                          </m:r>
                        </m:sub>
                      </m:sSub>
                    </m:oMath>
                  </m:oMathPara>
                </a14:m>
                <a:endParaRPr kumimoji="1" lang="zh-CN" altLang="en-US" sz="2200" dirty="0">
                  <a:solidFill>
                    <a:prstClr val="black"/>
                  </a:solidFill>
                  <a:latin typeface="Times New Roman" panose="02020603050405020304"/>
                  <a:ea typeface="黑体" panose="02010609060101010101" pitchFamily="49" charset="-122"/>
                  <a:cs typeface="+mn-ea"/>
                </a:endParaRPr>
              </a:p>
            </p:txBody>
          </p:sp>
        </mc:Choice>
        <mc:Fallback>
          <p:sp>
            <p:nvSpPr>
              <p:cNvPr id="21" name="Object 10"/>
              <p:cNvSpPr txBox="1">
                <a:spLocks noRot="1" noChangeAspect="1" noMove="1" noResize="1" noEditPoints="1" noAdjustHandles="1" noChangeArrowheads="1" noChangeShapeType="1" noTextEdit="1"/>
              </p:cNvSpPr>
              <p:nvPr/>
            </p:nvSpPr>
            <p:spPr bwMode="auto">
              <a:xfrm>
                <a:off x="2810610" y="1763488"/>
                <a:ext cx="3531467" cy="952500"/>
              </a:xfrm>
              <a:prstGeom prst="rect">
                <a:avLst/>
              </a:prstGeom>
              <a:blipFill rotWithShape="1">
                <a:blip r:embed="rId2"/>
                <a:stretch>
                  <a:fillRect l="-3" t="-10" r="9" b="10"/>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22" name="Object 10"/>
              <p:cNvSpPr txBox="1"/>
              <p:nvPr/>
            </p:nvSpPr>
            <p:spPr bwMode="auto">
              <a:xfrm>
                <a:off x="5910681" y="1724330"/>
                <a:ext cx="3351212" cy="952500"/>
              </a:xfrm>
              <a:prstGeom prst="rect">
                <a:avLst/>
              </a:prstGeom>
            </p:spPr>
            <p:txBody>
              <a:bodyPr>
                <a:normAutofit/>
              </a:bodyPr>
              <a:lstStyle/>
              <a:p>
                <a14:m>
                  <m:oMathPara xmlns:m="http://schemas.openxmlformats.org/officeDocument/2006/math">
                    <m:oMathParaPr>
                      <m:jc m:val="left"/>
                    </m:oMathParaPr>
                    <m:oMath xmlns:m="http://schemas.openxmlformats.org/officeDocument/2006/math">
                      <m:r>
                        <a:rPr kumimoji="1" lang="zh-CN" altLang="en-US" sz="2200">
                          <a:solidFill>
                            <a:prstClr val="black"/>
                          </a:solidFill>
                          <a:latin typeface="Cambria Math" panose="02040503050406030204" charset="0"/>
                          <a:ea typeface="黑体" panose="02010609060101010101" pitchFamily="49" charset="-122"/>
                          <a:cs typeface="+mn-ea"/>
                        </a:rPr>
                        <m:t>=</m:t>
                      </m:r>
                      <m:r>
                        <a:rPr kumimoji="1" lang="zh-CN" altLang="en-US" sz="2200">
                          <a:solidFill>
                            <a:prstClr val="black"/>
                          </a:solidFill>
                          <a:latin typeface="Cambria Math" panose="02040503050406030204" charset="0"/>
                          <a:ea typeface="黑体" panose="02010609060101010101" pitchFamily="49" charset="-122"/>
                          <a:cs typeface="+mn-ea"/>
                        </a:rPr>
                        <m:t>4</m:t>
                      </m:r>
                      <m:sSup>
                        <m:sSupPr>
                          <m:ctrlPr>
                            <a:rPr kumimoji="1" lang="zh-CN" altLang="en-US" sz="2200" i="1">
                              <a:solidFill>
                                <a:prstClr val="black"/>
                              </a:solidFill>
                              <a:latin typeface="Cambria Math" panose="02040503050406030204" charset="0"/>
                              <a:ea typeface="黑体" panose="02010609060101010101" pitchFamily="49" charset="-122"/>
                              <a:cs typeface="+mn-ea"/>
                            </a:rPr>
                          </m:ctrlPr>
                        </m:sSupPr>
                        <m:e>
                          <m:r>
                            <m:rPr>
                              <m:sty m:val="p"/>
                            </m:rPr>
                            <a:rPr kumimoji="1" lang="zh-CN" altLang="en-US" sz="2200" i="0">
                              <a:solidFill>
                                <a:prstClr val="black"/>
                              </a:solidFill>
                              <a:latin typeface="Cambria Math" panose="02040503050406030204" charset="0"/>
                              <a:ea typeface="黑体" panose="02010609060101010101" pitchFamily="49" charset="-122"/>
                              <a:cs typeface="+mn-ea"/>
                            </a:rPr>
                            <m:t>π</m:t>
                          </m:r>
                        </m:e>
                        <m:sup>
                          <m:r>
                            <a:rPr kumimoji="1" lang="zh-CN" altLang="en-US" sz="2200">
                              <a:solidFill>
                                <a:prstClr val="black"/>
                              </a:solidFill>
                              <a:latin typeface="Cambria Math" panose="02040503050406030204" charset="0"/>
                              <a:ea typeface="黑体" panose="02010609060101010101" pitchFamily="49" charset="-122"/>
                              <a:cs typeface="+mn-ea"/>
                            </a:rPr>
                            <m:t>2</m:t>
                          </m:r>
                        </m:sup>
                      </m:sSup>
                      <m:d>
                        <m:dPr>
                          <m:ctrlPr>
                            <a:rPr kumimoji="1" lang="zh-CN" altLang="en-US" sz="2200" i="1">
                              <a:solidFill>
                                <a:prstClr val="black"/>
                              </a:solidFill>
                              <a:latin typeface="Cambria Math" panose="02040503050406030204" charset="0"/>
                              <a:ea typeface="黑体" panose="02010609060101010101" pitchFamily="49" charset="-122"/>
                              <a:cs typeface="+mn-ea"/>
                            </a:rPr>
                          </m:ctrlPr>
                        </m:dPr>
                        <m:e>
                          <m:f>
                            <m:fPr>
                              <m:ctrlPr>
                                <a:rPr kumimoji="1" lang="zh-CN" altLang="en-US" sz="2200" i="1">
                                  <a:solidFill>
                                    <a:prstClr val="black"/>
                                  </a:solidFill>
                                  <a:latin typeface="Cambria Math" panose="02040503050406030204" charset="0"/>
                                  <a:ea typeface="黑体" panose="02010609060101010101" pitchFamily="49" charset="-122"/>
                                  <a:cs typeface="+mn-ea"/>
                                </a:rPr>
                              </m:ctrlPr>
                            </m:fPr>
                            <m:num>
                              <m:r>
                                <a:rPr kumimoji="1" lang="zh-CN" altLang="en-US" sz="2200">
                                  <a:solidFill>
                                    <a:prstClr val="black"/>
                                  </a:solidFill>
                                  <a:latin typeface="Cambria Math" panose="02040503050406030204" charset="0"/>
                                  <a:ea typeface="黑体" panose="02010609060101010101" pitchFamily="49" charset="-122"/>
                                  <a:cs typeface="+mn-ea"/>
                                </a:rPr>
                                <m:t>1</m:t>
                              </m:r>
                            </m:num>
                            <m:den>
                              <m:sSup>
                                <m:sSupPr>
                                  <m:ctrlPr>
                                    <a:rPr kumimoji="1" lang="zh-CN" altLang="en-US" sz="2200" i="1">
                                      <a:solidFill>
                                        <a:prstClr val="black"/>
                                      </a:solidFill>
                                      <a:latin typeface="Cambria Math" panose="02040503050406030204" charset="0"/>
                                      <a:ea typeface="黑体" panose="02010609060101010101" pitchFamily="49" charset="-122"/>
                                      <a:cs typeface="+mn-ea"/>
                                    </a:rPr>
                                  </m:ctrlPr>
                                </m:sSupPr>
                                <m:e>
                                  <m:r>
                                    <a:rPr kumimoji="1" lang="zh-CN" altLang="en-US" sz="2200">
                                      <a:solidFill>
                                        <a:prstClr val="black"/>
                                      </a:solidFill>
                                      <a:latin typeface="Cambria Math" panose="02040503050406030204" charset="0"/>
                                      <a:ea typeface="黑体" panose="02010609060101010101" pitchFamily="49" charset="-122"/>
                                      <a:cs typeface="+mn-ea"/>
                                    </a:rPr>
                                    <m:t>𝑇</m:t>
                                  </m:r>
                                </m:e>
                                <m:sup>
                                  <m:r>
                                    <a:rPr kumimoji="1" lang="zh-CN" altLang="en-US" sz="2200">
                                      <a:solidFill>
                                        <a:prstClr val="black"/>
                                      </a:solidFill>
                                      <a:latin typeface="Cambria Math" panose="02040503050406030204" charset="0"/>
                                      <a:ea typeface="黑体" panose="02010609060101010101" pitchFamily="49" charset="-122"/>
                                      <a:cs typeface="+mn-ea"/>
                                    </a:rPr>
                                    <m:t>2</m:t>
                                  </m:r>
                                </m:sup>
                              </m:sSup>
                            </m:den>
                          </m:f>
                          <m:sSub>
                            <m:sSubPr>
                              <m:ctrlPr>
                                <a:rPr kumimoji="1" lang="zh-CN" altLang="en-US" sz="2200" i="1">
                                  <a:solidFill>
                                    <a:prstClr val="black"/>
                                  </a:solidFill>
                                  <a:latin typeface="Cambria Math" panose="02040503050406030204" charset="0"/>
                                  <a:ea typeface="黑体" panose="02010609060101010101" pitchFamily="49" charset="-122"/>
                                  <a:cs typeface="+mn-ea"/>
                                </a:rPr>
                              </m:ctrlPr>
                            </m:sSubPr>
                            <m:e>
                              <m:r>
                                <a:rPr kumimoji="1" lang="zh-CN" altLang="en-US" sz="2200">
                                  <a:solidFill>
                                    <a:prstClr val="black"/>
                                  </a:solidFill>
                                  <a:latin typeface="Cambria Math" panose="02040503050406030204" charset="0"/>
                                  <a:ea typeface="黑体" panose="02010609060101010101" pitchFamily="49" charset="-122"/>
                                  <a:cs typeface="+mn-ea"/>
                                </a:rPr>
                                <m:t>𝛿</m:t>
                              </m:r>
                            </m:e>
                            <m:sub>
                              <m:r>
                                <a:rPr kumimoji="1" lang="zh-CN" altLang="en-US" sz="2200">
                                  <a:solidFill>
                                    <a:prstClr val="black"/>
                                  </a:solidFill>
                                  <a:latin typeface="Cambria Math" panose="02040503050406030204" charset="0"/>
                                  <a:ea typeface="黑体" panose="02010609060101010101" pitchFamily="49" charset="-122"/>
                                  <a:cs typeface="+mn-ea"/>
                                </a:rPr>
                                <m:t>𝑙</m:t>
                              </m:r>
                            </m:sub>
                          </m:sSub>
                          <m:r>
                            <a:rPr kumimoji="1" lang="zh-CN" altLang="en-US" sz="2200">
                              <a:solidFill>
                                <a:prstClr val="black"/>
                              </a:solidFill>
                              <a:latin typeface="Cambria Math" panose="02040503050406030204" charset="0"/>
                              <a:ea typeface="黑体" panose="02010609060101010101" pitchFamily="49" charset="-122"/>
                              <a:cs typeface="+mn-ea"/>
                            </a:rPr>
                            <m:t>+</m:t>
                          </m:r>
                          <m:f>
                            <m:fPr>
                              <m:ctrlPr>
                                <a:rPr kumimoji="1" lang="zh-CN" altLang="en-US" sz="2200" i="1">
                                  <a:solidFill>
                                    <a:prstClr val="black"/>
                                  </a:solidFill>
                                  <a:latin typeface="Cambria Math" panose="02040503050406030204" charset="0"/>
                                  <a:ea typeface="黑体" panose="02010609060101010101" pitchFamily="49" charset="-122"/>
                                  <a:cs typeface="+mn-ea"/>
                                </a:rPr>
                              </m:ctrlPr>
                            </m:fPr>
                            <m:num>
                              <m:r>
                                <a:rPr kumimoji="1" lang="zh-CN" altLang="en-US" sz="2200">
                                  <a:solidFill>
                                    <a:prstClr val="black"/>
                                  </a:solidFill>
                                  <a:latin typeface="Cambria Math" panose="02040503050406030204" charset="0"/>
                                  <a:ea typeface="黑体" panose="02010609060101010101" pitchFamily="49" charset="-122"/>
                                  <a:cs typeface="+mn-ea"/>
                                </a:rPr>
                                <m:t>2</m:t>
                              </m:r>
                              <m:r>
                                <a:rPr kumimoji="1" lang="zh-CN" altLang="en-US" sz="2200">
                                  <a:solidFill>
                                    <a:prstClr val="black"/>
                                  </a:solidFill>
                                  <a:latin typeface="Cambria Math" panose="02040503050406030204" charset="0"/>
                                  <a:ea typeface="黑体" panose="02010609060101010101" pitchFamily="49" charset="-122"/>
                                  <a:cs typeface="+mn-ea"/>
                                </a:rPr>
                                <m:t>𝑙</m:t>
                              </m:r>
                            </m:num>
                            <m:den>
                              <m:sSup>
                                <m:sSupPr>
                                  <m:ctrlPr>
                                    <a:rPr kumimoji="1" lang="zh-CN" altLang="en-US" sz="2200" i="1">
                                      <a:solidFill>
                                        <a:prstClr val="black"/>
                                      </a:solidFill>
                                      <a:latin typeface="Cambria Math" panose="02040503050406030204" charset="0"/>
                                      <a:ea typeface="黑体" panose="02010609060101010101" pitchFamily="49" charset="-122"/>
                                      <a:cs typeface="+mn-ea"/>
                                    </a:rPr>
                                  </m:ctrlPr>
                                </m:sSupPr>
                                <m:e>
                                  <m:r>
                                    <a:rPr kumimoji="1" lang="zh-CN" altLang="en-US" sz="2200">
                                      <a:solidFill>
                                        <a:prstClr val="black"/>
                                      </a:solidFill>
                                      <a:latin typeface="Cambria Math" panose="02040503050406030204" charset="0"/>
                                      <a:ea typeface="黑体" panose="02010609060101010101" pitchFamily="49" charset="-122"/>
                                      <a:cs typeface="+mn-ea"/>
                                    </a:rPr>
                                    <m:t>𝑇</m:t>
                                  </m:r>
                                </m:e>
                                <m:sup>
                                  <m:r>
                                    <a:rPr kumimoji="1" lang="zh-CN" altLang="en-US" sz="2200">
                                      <a:solidFill>
                                        <a:prstClr val="black"/>
                                      </a:solidFill>
                                      <a:latin typeface="Cambria Math" panose="02040503050406030204" charset="0"/>
                                      <a:ea typeface="黑体" panose="02010609060101010101" pitchFamily="49" charset="-122"/>
                                      <a:cs typeface="+mn-ea"/>
                                    </a:rPr>
                                    <m:t>3</m:t>
                                  </m:r>
                                </m:sup>
                              </m:sSup>
                            </m:den>
                          </m:f>
                          <m:sSub>
                            <m:sSubPr>
                              <m:ctrlPr>
                                <a:rPr kumimoji="1" lang="zh-CN" altLang="en-US" sz="2200" i="1">
                                  <a:solidFill>
                                    <a:prstClr val="black"/>
                                  </a:solidFill>
                                  <a:latin typeface="Cambria Math" panose="02040503050406030204" charset="0"/>
                                  <a:ea typeface="黑体" panose="02010609060101010101" pitchFamily="49" charset="-122"/>
                                  <a:cs typeface="+mn-ea"/>
                                </a:rPr>
                              </m:ctrlPr>
                            </m:sSubPr>
                            <m:e>
                              <m:r>
                                <a:rPr kumimoji="1" lang="zh-CN" altLang="en-US" sz="2200">
                                  <a:solidFill>
                                    <a:prstClr val="black"/>
                                  </a:solidFill>
                                  <a:latin typeface="Cambria Math" panose="02040503050406030204" charset="0"/>
                                  <a:ea typeface="黑体" panose="02010609060101010101" pitchFamily="49" charset="-122"/>
                                  <a:cs typeface="+mn-ea"/>
                                </a:rPr>
                                <m:t>𝛿</m:t>
                              </m:r>
                            </m:e>
                            <m:sub>
                              <m:r>
                                <a:rPr kumimoji="1" lang="zh-CN" altLang="en-US" sz="2200">
                                  <a:solidFill>
                                    <a:prstClr val="black"/>
                                  </a:solidFill>
                                  <a:latin typeface="Cambria Math" panose="02040503050406030204" charset="0"/>
                                  <a:ea typeface="黑体" panose="02010609060101010101" pitchFamily="49" charset="-122"/>
                                  <a:cs typeface="+mn-ea"/>
                                </a:rPr>
                                <m:t>𝑇</m:t>
                              </m:r>
                            </m:sub>
                          </m:sSub>
                        </m:e>
                      </m:d>
                      <m:r>
                        <a:rPr kumimoji="1" lang="zh-CN" altLang="en-US" sz="2200">
                          <a:solidFill>
                            <a:prstClr val="black"/>
                          </a:solidFill>
                          <a:latin typeface="Cambria Math" panose="02040503050406030204" charset="0"/>
                          <a:ea typeface="黑体" panose="02010609060101010101" pitchFamily="49" charset="-122"/>
                          <a:cs typeface="+mn-ea"/>
                        </a:rPr>
                        <m:t>.</m:t>
                      </m:r>
                    </m:oMath>
                  </m:oMathPara>
                </a14:m>
                <a:endParaRPr kumimoji="1" lang="zh-CN" altLang="en-US" sz="2200" dirty="0">
                  <a:solidFill>
                    <a:prstClr val="black"/>
                  </a:solidFill>
                  <a:latin typeface="Times New Roman" panose="02020603050405020304"/>
                  <a:ea typeface="黑体" panose="02010609060101010101" pitchFamily="49" charset="-122"/>
                  <a:cs typeface="+mn-ea"/>
                </a:endParaRPr>
              </a:p>
            </p:txBody>
          </p:sp>
        </mc:Choice>
        <mc:Fallback>
          <p:sp>
            <p:nvSpPr>
              <p:cNvPr id="22" name="Object 10"/>
              <p:cNvSpPr txBox="1">
                <a:spLocks noRot="1" noChangeAspect="1" noMove="1" noResize="1" noEditPoints="1" noAdjustHandles="1" noChangeArrowheads="1" noChangeShapeType="1" noTextEdit="1"/>
              </p:cNvSpPr>
              <p:nvPr/>
            </p:nvSpPr>
            <p:spPr bwMode="auto">
              <a:xfrm>
                <a:off x="5910681" y="1724330"/>
                <a:ext cx="3351212" cy="952500"/>
              </a:xfrm>
              <a:prstGeom prst="rect">
                <a:avLst/>
              </a:prstGeom>
              <a:blipFill rotWithShape="1">
                <a:blip r:embed="rId3"/>
                <a:stretch>
                  <a:fillRect l="-3" t="-32" r="12" b="32"/>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23" name="对象 22"/>
              <p:cNvSpPr txBox="1"/>
              <p:nvPr/>
            </p:nvSpPr>
            <p:spPr>
              <a:xfrm>
                <a:off x="2810610" y="2712854"/>
                <a:ext cx="7658100" cy="444500"/>
              </a:xfrm>
              <a:prstGeom prst="rect">
                <a:avLst/>
              </a:prstGeom>
            </p:spPr>
            <p:txBody>
              <a:bodyPr>
                <a:normAutofit/>
              </a:bodyPr>
              <a:lstStyle/>
              <a:p>
                <a14:m>
                  <m:oMathPara xmlns:m="http://schemas.openxmlformats.org/officeDocument/2006/math">
                    <m:oMathParaPr>
                      <m:jc m:val="left"/>
                    </m:oMathParaPr>
                    <m:oMath xmlns:m="http://schemas.openxmlformats.org/officeDocument/2006/math">
                      <m:r>
                        <a:rPr kumimoji="1" lang="zh-CN" altLang="en-US" sz="2200">
                          <a:solidFill>
                            <a:prstClr val="black"/>
                          </a:solidFill>
                          <a:latin typeface="Cambria Math" panose="02040503050406030204" charset="0"/>
                          <a:ea typeface="黑体" panose="02010609060101010101" pitchFamily="49" charset="-122"/>
                          <a:cs typeface="+mn-ea"/>
                        </a:rPr>
                        <m:t>将已知</m:t>
                      </m:r>
                      <m:r>
                        <a:rPr kumimoji="1" lang="zh-CN" altLang="en-US" sz="2200">
                          <a:solidFill>
                            <a:prstClr val="black"/>
                          </a:solidFill>
                          <a:latin typeface="Cambria Math" panose="02040503050406030204" charset="0"/>
                          <a:ea typeface="黑体" panose="02010609060101010101" pitchFamily="49" charset="-122"/>
                          <a:cs typeface="+mn-ea"/>
                        </a:rPr>
                        <m:t>𝑙</m:t>
                      </m:r>
                      <m:r>
                        <a:rPr kumimoji="1" lang="zh-CN" altLang="en-US" sz="2200">
                          <a:solidFill>
                            <a:prstClr val="black"/>
                          </a:solidFill>
                          <a:latin typeface="Cambria Math" panose="02040503050406030204" charset="0"/>
                          <a:ea typeface="黑体" panose="02010609060101010101" pitchFamily="49" charset="-122"/>
                          <a:cs typeface="+mn-ea"/>
                        </a:rPr>
                        <m:t>=</m:t>
                      </m:r>
                      <m:r>
                        <a:rPr kumimoji="1" lang="zh-CN" altLang="en-US" sz="2200">
                          <a:solidFill>
                            <a:prstClr val="black"/>
                          </a:solidFill>
                          <a:latin typeface="Cambria Math" panose="02040503050406030204" charset="0"/>
                          <a:ea typeface="黑体" panose="02010609060101010101" pitchFamily="49" charset="-122"/>
                          <a:cs typeface="+mn-ea"/>
                        </a:rPr>
                        <m:t>100</m:t>
                      </m:r>
                      <m:r>
                        <a:rPr kumimoji="1" lang="zh-CN" altLang="en-US" sz="2200">
                          <a:solidFill>
                            <a:prstClr val="black"/>
                          </a:solidFill>
                          <a:latin typeface="Cambria Math" panose="02040503050406030204" charset="0"/>
                          <a:ea typeface="黑体" panose="02010609060101010101" pitchFamily="49" charset="-122"/>
                          <a:cs typeface="+mn-ea"/>
                        </a:rPr>
                        <m:t>, </m:t>
                      </m:r>
                      <m:sSub>
                        <m:sSubPr>
                          <m:ctrlPr>
                            <a:rPr kumimoji="1" lang="zh-CN" altLang="en-US" sz="2200" i="1">
                              <a:solidFill>
                                <a:prstClr val="black"/>
                              </a:solidFill>
                              <a:latin typeface="Cambria Math" panose="02040503050406030204" charset="0"/>
                              <a:ea typeface="黑体" panose="02010609060101010101" pitchFamily="49" charset="-122"/>
                              <a:cs typeface="+mn-ea"/>
                            </a:rPr>
                          </m:ctrlPr>
                        </m:sSubPr>
                        <m:e>
                          <m:r>
                            <a:rPr kumimoji="1" lang="zh-CN" altLang="en-US" sz="2200">
                              <a:solidFill>
                                <a:prstClr val="black"/>
                              </a:solidFill>
                              <a:latin typeface="Cambria Math" panose="02040503050406030204" charset="0"/>
                              <a:ea typeface="黑体" panose="02010609060101010101" pitchFamily="49" charset="-122"/>
                              <a:cs typeface="+mn-ea"/>
                            </a:rPr>
                            <m:t>𝛿</m:t>
                          </m:r>
                        </m:e>
                        <m:sub>
                          <m:r>
                            <a:rPr kumimoji="1" lang="zh-CN" altLang="en-US" sz="2200">
                              <a:solidFill>
                                <a:prstClr val="black"/>
                              </a:solidFill>
                              <a:latin typeface="Cambria Math" panose="02040503050406030204" charset="0"/>
                              <a:ea typeface="黑体" panose="02010609060101010101" pitchFamily="49" charset="-122"/>
                              <a:cs typeface="+mn-ea"/>
                            </a:rPr>
                            <m:t>𝑙</m:t>
                          </m:r>
                        </m:sub>
                      </m:sSub>
                      <m:r>
                        <a:rPr kumimoji="1" lang="zh-CN" altLang="en-US" sz="2200">
                          <a:solidFill>
                            <a:prstClr val="black"/>
                          </a:solidFill>
                          <a:latin typeface="Cambria Math" panose="02040503050406030204" charset="0"/>
                          <a:ea typeface="黑体" panose="02010609060101010101" pitchFamily="49" charset="-122"/>
                          <a:cs typeface="+mn-ea"/>
                        </a:rPr>
                        <m:t>=</m:t>
                      </m:r>
                      <m:r>
                        <a:rPr kumimoji="1" lang="zh-CN" altLang="en-US" sz="2200">
                          <a:solidFill>
                            <a:prstClr val="black"/>
                          </a:solidFill>
                          <a:latin typeface="Cambria Math" panose="02040503050406030204" charset="0"/>
                          <a:ea typeface="黑体" panose="02010609060101010101" pitchFamily="49" charset="-122"/>
                          <a:cs typeface="+mn-ea"/>
                        </a:rPr>
                        <m:t>0</m:t>
                      </m:r>
                      <m:r>
                        <a:rPr kumimoji="1" lang="zh-CN" altLang="en-US" sz="2200">
                          <a:solidFill>
                            <a:prstClr val="black"/>
                          </a:solidFill>
                          <a:latin typeface="Cambria Math" panose="02040503050406030204" charset="0"/>
                          <a:ea typeface="黑体" panose="02010609060101010101" pitchFamily="49" charset="-122"/>
                          <a:cs typeface="+mn-ea"/>
                        </a:rPr>
                        <m:t>.</m:t>
                      </m:r>
                      <m:r>
                        <a:rPr kumimoji="1" lang="zh-CN" altLang="en-US" sz="2200">
                          <a:solidFill>
                            <a:prstClr val="black"/>
                          </a:solidFill>
                          <a:latin typeface="Cambria Math" panose="02040503050406030204" charset="0"/>
                          <a:ea typeface="黑体" panose="02010609060101010101" pitchFamily="49" charset="-122"/>
                          <a:cs typeface="+mn-ea"/>
                        </a:rPr>
                        <m:t>1</m:t>
                      </m:r>
                      <m:r>
                        <a:rPr kumimoji="1" lang="zh-CN" altLang="en-US" sz="2200">
                          <a:solidFill>
                            <a:prstClr val="black"/>
                          </a:solidFill>
                          <a:latin typeface="Cambria Math" panose="02040503050406030204" charset="0"/>
                          <a:ea typeface="黑体" panose="02010609060101010101" pitchFamily="49" charset="-122"/>
                          <a:cs typeface="+mn-ea"/>
                        </a:rPr>
                        <m:t>, </m:t>
                      </m:r>
                      <m:r>
                        <a:rPr kumimoji="1" lang="zh-CN" altLang="en-US" sz="2200">
                          <a:solidFill>
                            <a:prstClr val="black"/>
                          </a:solidFill>
                          <a:latin typeface="Cambria Math" panose="02040503050406030204" charset="0"/>
                          <a:ea typeface="黑体" panose="02010609060101010101" pitchFamily="49" charset="-122"/>
                          <a:cs typeface="+mn-ea"/>
                        </a:rPr>
                        <m:t>𝑇</m:t>
                      </m:r>
                      <m:r>
                        <a:rPr kumimoji="1" lang="zh-CN" altLang="en-US" sz="2200">
                          <a:solidFill>
                            <a:prstClr val="black"/>
                          </a:solidFill>
                          <a:latin typeface="Cambria Math" panose="02040503050406030204" charset="0"/>
                          <a:ea typeface="黑体" panose="02010609060101010101" pitchFamily="49" charset="-122"/>
                          <a:cs typeface="+mn-ea"/>
                        </a:rPr>
                        <m:t>=</m:t>
                      </m:r>
                      <m:r>
                        <a:rPr kumimoji="1" lang="zh-CN" altLang="en-US" sz="2200">
                          <a:solidFill>
                            <a:prstClr val="black"/>
                          </a:solidFill>
                          <a:latin typeface="Cambria Math" panose="02040503050406030204" charset="0"/>
                          <a:ea typeface="黑体" panose="02010609060101010101" pitchFamily="49" charset="-122"/>
                          <a:cs typeface="+mn-ea"/>
                        </a:rPr>
                        <m:t>2</m:t>
                      </m:r>
                      <m:r>
                        <a:rPr kumimoji="1" lang="zh-CN" altLang="en-US" sz="2200">
                          <a:solidFill>
                            <a:prstClr val="black"/>
                          </a:solidFill>
                          <a:latin typeface="Cambria Math" panose="02040503050406030204" charset="0"/>
                          <a:ea typeface="黑体" panose="02010609060101010101" pitchFamily="49" charset="-122"/>
                          <a:cs typeface="+mn-ea"/>
                        </a:rPr>
                        <m:t>, </m:t>
                      </m:r>
                      <m:sSub>
                        <m:sSubPr>
                          <m:ctrlPr>
                            <a:rPr kumimoji="1" lang="zh-CN" altLang="en-US" sz="2200" i="1">
                              <a:solidFill>
                                <a:prstClr val="black"/>
                              </a:solidFill>
                              <a:latin typeface="Cambria Math" panose="02040503050406030204" charset="0"/>
                              <a:ea typeface="黑体" panose="02010609060101010101" pitchFamily="49" charset="-122"/>
                              <a:cs typeface="+mn-ea"/>
                            </a:rPr>
                          </m:ctrlPr>
                        </m:sSubPr>
                        <m:e>
                          <m:r>
                            <a:rPr kumimoji="1" lang="zh-CN" altLang="en-US" sz="2200" i="1">
                              <a:solidFill>
                                <a:prstClr val="black"/>
                              </a:solidFill>
                              <a:latin typeface="Cambria Math" panose="02040503050406030204" charset="0"/>
                              <a:ea typeface="黑体" panose="02010609060101010101" pitchFamily="49" charset="-122"/>
                              <a:cs typeface="+mn-ea"/>
                            </a:rPr>
                            <m:t>𝛿</m:t>
                          </m:r>
                        </m:e>
                        <m:sub>
                          <m:r>
                            <a:rPr kumimoji="1" lang="zh-CN" altLang="en-US" sz="2200">
                              <a:solidFill>
                                <a:prstClr val="black"/>
                              </a:solidFill>
                              <a:latin typeface="Cambria Math" panose="02040503050406030204" charset="0"/>
                              <a:ea typeface="黑体" panose="02010609060101010101" pitchFamily="49" charset="-122"/>
                              <a:cs typeface="+mn-ea"/>
                            </a:rPr>
                            <m:t>𝑇</m:t>
                          </m:r>
                        </m:sub>
                      </m:sSub>
                      <m:r>
                        <a:rPr kumimoji="1" lang="zh-CN" altLang="en-US" sz="2200">
                          <a:solidFill>
                            <a:prstClr val="black"/>
                          </a:solidFill>
                          <a:latin typeface="Cambria Math" panose="02040503050406030204" charset="0"/>
                          <a:ea typeface="黑体" panose="02010609060101010101" pitchFamily="49" charset="-122"/>
                          <a:cs typeface="+mn-ea"/>
                        </a:rPr>
                        <m:t>=</m:t>
                      </m:r>
                      <m:r>
                        <a:rPr kumimoji="1" lang="zh-CN" altLang="en-US" sz="2200">
                          <a:solidFill>
                            <a:prstClr val="black"/>
                          </a:solidFill>
                          <a:latin typeface="Cambria Math" panose="02040503050406030204" charset="0"/>
                          <a:ea typeface="黑体" panose="02010609060101010101" pitchFamily="49" charset="-122"/>
                          <a:cs typeface="+mn-ea"/>
                        </a:rPr>
                        <m:t>0</m:t>
                      </m:r>
                      <m:r>
                        <a:rPr kumimoji="1" lang="zh-CN" altLang="en-US" sz="2200">
                          <a:solidFill>
                            <a:prstClr val="black"/>
                          </a:solidFill>
                          <a:latin typeface="Cambria Math" panose="02040503050406030204" charset="0"/>
                          <a:ea typeface="黑体" panose="02010609060101010101" pitchFamily="49" charset="-122"/>
                          <a:cs typeface="+mn-ea"/>
                        </a:rPr>
                        <m:t>.</m:t>
                      </m:r>
                      <m:r>
                        <a:rPr kumimoji="1" lang="zh-CN" altLang="en-US" sz="2200">
                          <a:solidFill>
                            <a:prstClr val="black"/>
                          </a:solidFill>
                          <a:latin typeface="Cambria Math" panose="02040503050406030204" charset="0"/>
                          <a:ea typeface="黑体" panose="02010609060101010101" pitchFamily="49" charset="-122"/>
                          <a:cs typeface="+mn-ea"/>
                        </a:rPr>
                        <m:t>004</m:t>
                      </m:r>
                      <m:r>
                        <a:rPr kumimoji="1" lang="zh-CN" altLang="en-US" sz="2200">
                          <a:solidFill>
                            <a:prstClr val="black"/>
                          </a:solidFill>
                          <a:latin typeface="Cambria Math" panose="02040503050406030204" charset="0"/>
                          <a:ea typeface="黑体" panose="02010609060101010101" pitchFamily="49" charset="-122"/>
                          <a:cs typeface="+mn-ea"/>
                        </a:rPr>
                        <m:t>代入上式</m:t>
                      </m:r>
                      <m:r>
                        <a:rPr kumimoji="1" lang="zh-CN" altLang="en-US" sz="2200">
                          <a:solidFill>
                            <a:prstClr val="black"/>
                          </a:solidFill>
                          <a:latin typeface="Cambria Math" panose="02040503050406030204" charset="0"/>
                          <a:ea typeface="黑体" panose="02010609060101010101" pitchFamily="49" charset="-122"/>
                          <a:cs typeface="+mn-ea"/>
                        </a:rPr>
                        <m:t>,</m:t>
                      </m:r>
                    </m:oMath>
                  </m:oMathPara>
                </a14:m>
                <a:endParaRPr kumimoji="1" lang="zh-CN" altLang="en-US" sz="2200" dirty="0">
                  <a:solidFill>
                    <a:prstClr val="black"/>
                  </a:solidFill>
                  <a:latin typeface="Times New Roman" panose="02020603050405020304"/>
                  <a:ea typeface="黑体" panose="02010609060101010101" pitchFamily="49" charset="-122"/>
                  <a:cs typeface="+mn-ea"/>
                </a:endParaRPr>
              </a:p>
            </p:txBody>
          </p:sp>
        </mc:Choice>
        <mc:Fallback>
          <p:sp>
            <p:nvSpPr>
              <p:cNvPr id="23" name="对象 22"/>
              <p:cNvSpPr txBox="1">
                <a:spLocks noRot="1" noChangeAspect="1" noMove="1" noResize="1" noEditPoints="1" noAdjustHandles="1" noChangeArrowheads="1" noChangeShapeType="1" noTextEdit="1"/>
              </p:cNvSpPr>
              <p:nvPr/>
            </p:nvSpPr>
            <p:spPr>
              <a:xfrm>
                <a:off x="2810610" y="2712854"/>
                <a:ext cx="7658100" cy="444500"/>
              </a:xfrm>
              <a:prstGeom prst="rect">
                <a:avLst/>
              </a:prstGeom>
              <a:blipFill rotWithShape="1">
                <a:blip r:embed="rId4"/>
                <a:stretch>
                  <a:fillRect l="-1" t="-30" r="1" b="30"/>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24" name="对象 23"/>
              <p:cNvSpPr txBox="1"/>
              <p:nvPr/>
            </p:nvSpPr>
            <p:spPr>
              <a:xfrm>
                <a:off x="2810610" y="899888"/>
                <a:ext cx="6895452" cy="889000"/>
              </a:xfrm>
              <a:prstGeom prst="rect">
                <a:avLst/>
              </a:prstGeom>
            </p:spPr>
            <p:txBody>
              <a:bodyPr>
                <a:noAutofit/>
              </a:bodyPr>
              <a:lstStyle/>
              <a:p>
                <a14:m>
                  <m:oMathPara xmlns:m="http://schemas.openxmlformats.org/officeDocument/2006/math">
                    <m:oMathParaPr>
                      <m:jc m:val="left"/>
                    </m:oMathParaPr>
                    <m:oMath xmlns:m="http://schemas.openxmlformats.org/officeDocument/2006/math">
                      <m:r>
                        <a:rPr kumimoji="1" lang="zh-CN" altLang="en-US" sz="2200" smtClean="0">
                          <a:solidFill>
                            <a:prstClr val="black"/>
                          </a:solidFill>
                          <a:latin typeface="Cambria Math" panose="02040503050406030204" charset="0"/>
                          <a:ea typeface="黑体" panose="02010609060101010101" pitchFamily="49" charset="-122"/>
                          <a:cs typeface="+mn-ea"/>
                        </a:rPr>
                        <m:t>∵</m:t>
                      </m:r>
                      <m:r>
                        <m:rPr>
                          <m:nor/>
                        </m:rPr>
                        <a:rPr lang="en-US" altLang="zh-CN" sz="2200" i="1" dirty="0">
                          <a:latin typeface="Cambria Math" panose="02040503050406030204" charset="0"/>
                          <a:cs typeface="Cambria Math" panose="02040503050406030204" charset="0"/>
                        </a:rPr>
                        <m:t>g</m:t>
                      </m:r>
                      <m:r>
                        <a:rPr kumimoji="1" lang="zh-CN" altLang="en-US" sz="2200">
                          <a:solidFill>
                            <a:prstClr val="black"/>
                          </a:solidFill>
                          <a:latin typeface="Cambria Math" panose="02040503050406030204" charset="0"/>
                          <a:ea typeface="黑体" panose="02010609060101010101" pitchFamily="49" charset="-122"/>
                          <a:cs typeface="+mn-ea"/>
                        </a:rPr>
                        <m:t>=</m:t>
                      </m:r>
                      <m:f>
                        <m:fPr>
                          <m:ctrlPr>
                            <a:rPr kumimoji="1" lang="zh-CN" altLang="en-US" sz="2200" i="1">
                              <a:solidFill>
                                <a:prstClr val="black"/>
                              </a:solidFill>
                              <a:latin typeface="Cambria Math" panose="02040503050406030204" charset="0"/>
                              <a:ea typeface="黑体" panose="02010609060101010101" pitchFamily="49" charset="-122"/>
                              <a:cs typeface="+mn-ea"/>
                            </a:rPr>
                          </m:ctrlPr>
                        </m:fPr>
                        <m:num>
                          <m:r>
                            <a:rPr kumimoji="1" lang="zh-CN" altLang="en-US" sz="2200">
                              <a:solidFill>
                                <a:prstClr val="black"/>
                              </a:solidFill>
                              <a:latin typeface="Cambria Math" panose="02040503050406030204" charset="0"/>
                              <a:ea typeface="黑体" panose="02010609060101010101" pitchFamily="49" charset="-122"/>
                              <a:cs typeface="+mn-ea"/>
                            </a:rPr>
                            <m:t>4</m:t>
                          </m:r>
                          <m:sSup>
                            <m:sSupPr>
                              <m:ctrlPr>
                                <a:rPr kumimoji="1" lang="zh-CN" altLang="en-US" sz="2200" i="1">
                                  <a:solidFill>
                                    <a:prstClr val="black"/>
                                  </a:solidFill>
                                  <a:latin typeface="Cambria Math" panose="02040503050406030204" charset="0"/>
                                  <a:ea typeface="黑体" panose="02010609060101010101" pitchFamily="49" charset="-122"/>
                                  <a:cs typeface="+mn-ea"/>
                                </a:rPr>
                              </m:ctrlPr>
                            </m:sSupPr>
                            <m:e>
                              <m:r>
                                <m:rPr>
                                  <m:sty m:val="p"/>
                                </m:rPr>
                                <a:rPr kumimoji="1" lang="zh-CN" altLang="en-US" sz="2200" i="0">
                                  <a:solidFill>
                                    <a:prstClr val="black"/>
                                  </a:solidFill>
                                  <a:latin typeface="Cambria Math" panose="02040503050406030204" charset="0"/>
                                  <a:ea typeface="黑体" panose="02010609060101010101" pitchFamily="49" charset="-122"/>
                                  <a:cs typeface="+mn-ea"/>
                                </a:rPr>
                                <m:t>π</m:t>
                              </m:r>
                            </m:e>
                            <m:sup>
                              <m:r>
                                <a:rPr kumimoji="1" lang="zh-CN" altLang="en-US" sz="2200">
                                  <a:solidFill>
                                    <a:prstClr val="black"/>
                                  </a:solidFill>
                                  <a:latin typeface="Cambria Math" panose="02040503050406030204" charset="0"/>
                                  <a:ea typeface="黑体" panose="02010609060101010101" pitchFamily="49" charset="-122"/>
                                  <a:cs typeface="+mn-ea"/>
                                </a:rPr>
                                <m:t>2</m:t>
                              </m:r>
                            </m:sup>
                          </m:sSup>
                          <m:r>
                            <a:rPr kumimoji="1" lang="zh-CN" altLang="en-US" sz="2200">
                              <a:solidFill>
                                <a:prstClr val="black"/>
                              </a:solidFill>
                              <a:latin typeface="Cambria Math" panose="02040503050406030204" charset="0"/>
                              <a:ea typeface="黑体" panose="02010609060101010101" pitchFamily="49" charset="-122"/>
                              <a:cs typeface="+mn-ea"/>
                            </a:rPr>
                            <m:t>𝑙</m:t>
                          </m:r>
                        </m:num>
                        <m:den>
                          <m:sSup>
                            <m:sSupPr>
                              <m:ctrlPr>
                                <a:rPr kumimoji="1" lang="zh-CN" altLang="en-US" sz="2200" i="1">
                                  <a:solidFill>
                                    <a:prstClr val="black"/>
                                  </a:solidFill>
                                  <a:latin typeface="Cambria Math" panose="02040503050406030204" charset="0"/>
                                  <a:ea typeface="黑体" panose="02010609060101010101" pitchFamily="49" charset="-122"/>
                                  <a:cs typeface="+mn-ea"/>
                                </a:rPr>
                              </m:ctrlPr>
                            </m:sSupPr>
                            <m:e>
                              <m:r>
                                <a:rPr kumimoji="1" lang="zh-CN" altLang="en-US" sz="2200">
                                  <a:solidFill>
                                    <a:prstClr val="black"/>
                                  </a:solidFill>
                                  <a:latin typeface="Cambria Math" panose="02040503050406030204" charset="0"/>
                                  <a:ea typeface="黑体" panose="02010609060101010101" pitchFamily="49" charset="-122"/>
                                  <a:cs typeface="+mn-ea"/>
                                </a:rPr>
                                <m:t>𝑇</m:t>
                              </m:r>
                            </m:e>
                            <m:sup>
                              <m:r>
                                <a:rPr kumimoji="1" lang="zh-CN" altLang="en-US" sz="2200">
                                  <a:solidFill>
                                    <a:prstClr val="black"/>
                                  </a:solidFill>
                                  <a:latin typeface="Cambria Math" panose="02040503050406030204" charset="0"/>
                                  <a:ea typeface="黑体" panose="02010609060101010101" pitchFamily="49" charset="-122"/>
                                  <a:cs typeface="+mn-ea"/>
                                </a:rPr>
                                <m:t>2</m:t>
                              </m:r>
                            </m:sup>
                          </m:sSup>
                        </m:den>
                      </m:f>
                      <m:r>
                        <a:rPr kumimoji="1" lang="zh-CN" altLang="en-US" sz="2200">
                          <a:solidFill>
                            <a:prstClr val="black"/>
                          </a:solidFill>
                          <a:latin typeface="Cambria Math" panose="02040503050406030204" charset="0"/>
                          <a:ea typeface="黑体" panose="02010609060101010101" pitchFamily="49" charset="-122"/>
                          <a:cs typeface="+mn-ea"/>
                        </a:rPr>
                        <m:t>⇒</m:t>
                      </m:r>
                      <m:f>
                        <m:fPr>
                          <m:ctrlPr>
                            <a:rPr kumimoji="1" lang="zh-CN" altLang="en-US" sz="2200" i="1">
                              <a:solidFill>
                                <a:prstClr val="black"/>
                              </a:solidFill>
                              <a:latin typeface="Cambria Math" panose="02040503050406030204" charset="0"/>
                              <a:ea typeface="黑体" panose="02010609060101010101" pitchFamily="49" charset="-122"/>
                              <a:cs typeface="+mn-ea"/>
                            </a:rPr>
                          </m:ctrlPr>
                        </m:fPr>
                        <m:num>
                          <m:r>
                            <a:rPr kumimoji="1" lang="zh-CN" altLang="en-US" sz="2200">
                              <a:solidFill>
                                <a:prstClr val="black"/>
                              </a:solidFill>
                              <a:latin typeface="Cambria Math" panose="02040503050406030204" charset="0"/>
                              <a:ea typeface="黑体" panose="02010609060101010101" pitchFamily="49" charset="-122"/>
                              <a:cs typeface="+mn-ea"/>
                            </a:rPr>
                            <m:t>𝜕</m:t>
                          </m:r>
                          <m:r>
                            <m:rPr>
                              <m:nor/>
                            </m:rPr>
                            <a:rPr lang="en-US" altLang="zh-CN" sz="2200" i="1" dirty="0">
                              <a:latin typeface="Cambria Math" panose="02040503050406030204" charset="0"/>
                              <a:cs typeface="Cambria Math" panose="02040503050406030204" charset="0"/>
                            </a:rPr>
                            <m:t>g</m:t>
                          </m:r>
                        </m:num>
                        <m:den>
                          <m:r>
                            <a:rPr kumimoji="1" lang="zh-CN" altLang="en-US" sz="2200">
                              <a:solidFill>
                                <a:prstClr val="black"/>
                              </a:solidFill>
                              <a:latin typeface="Cambria Math" panose="02040503050406030204" charset="0"/>
                              <a:ea typeface="黑体" panose="02010609060101010101" pitchFamily="49" charset="-122"/>
                              <a:cs typeface="+mn-ea"/>
                            </a:rPr>
                            <m:t>𝜕</m:t>
                          </m:r>
                          <m:r>
                            <a:rPr kumimoji="1" lang="zh-CN" altLang="en-US" sz="2200">
                              <a:solidFill>
                                <a:prstClr val="black"/>
                              </a:solidFill>
                              <a:latin typeface="Cambria Math" panose="02040503050406030204" charset="0"/>
                              <a:ea typeface="黑体" panose="02010609060101010101" pitchFamily="49" charset="-122"/>
                              <a:cs typeface="+mn-ea"/>
                            </a:rPr>
                            <m:t>𝑙</m:t>
                          </m:r>
                        </m:den>
                      </m:f>
                      <m:r>
                        <a:rPr kumimoji="1" lang="zh-CN" altLang="en-US" sz="2200">
                          <a:solidFill>
                            <a:prstClr val="black"/>
                          </a:solidFill>
                          <a:latin typeface="Cambria Math" panose="02040503050406030204" charset="0"/>
                          <a:ea typeface="黑体" panose="02010609060101010101" pitchFamily="49" charset="-122"/>
                          <a:cs typeface="+mn-ea"/>
                        </a:rPr>
                        <m:t>=</m:t>
                      </m:r>
                      <m:f>
                        <m:fPr>
                          <m:ctrlPr>
                            <a:rPr kumimoji="1" lang="zh-CN" altLang="en-US" sz="2200" i="1">
                              <a:solidFill>
                                <a:prstClr val="black"/>
                              </a:solidFill>
                              <a:latin typeface="Cambria Math" panose="02040503050406030204" charset="0"/>
                              <a:ea typeface="黑体" panose="02010609060101010101" pitchFamily="49" charset="-122"/>
                              <a:cs typeface="+mn-ea"/>
                            </a:rPr>
                          </m:ctrlPr>
                        </m:fPr>
                        <m:num>
                          <m:r>
                            <a:rPr kumimoji="1" lang="zh-CN" altLang="en-US" sz="2200">
                              <a:solidFill>
                                <a:prstClr val="black"/>
                              </a:solidFill>
                              <a:latin typeface="Cambria Math" panose="02040503050406030204" charset="0"/>
                              <a:ea typeface="黑体" panose="02010609060101010101" pitchFamily="49" charset="-122"/>
                              <a:cs typeface="+mn-ea"/>
                            </a:rPr>
                            <m:t>4</m:t>
                          </m:r>
                          <m:sSup>
                            <m:sSupPr>
                              <m:ctrlPr>
                                <a:rPr kumimoji="1" lang="zh-CN" altLang="en-US" sz="2200" i="1">
                                  <a:solidFill>
                                    <a:prstClr val="black"/>
                                  </a:solidFill>
                                  <a:latin typeface="Cambria Math" panose="02040503050406030204" charset="0"/>
                                  <a:ea typeface="黑体" panose="02010609060101010101" pitchFamily="49" charset="-122"/>
                                  <a:cs typeface="+mn-ea"/>
                                </a:rPr>
                              </m:ctrlPr>
                            </m:sSupPr>
                            <m:e>
                              <m:r>
                                <m:rPr>
                                  <m:sty m:val="p"/>
                                </m:rPr>
                                <a:rPr kumimoji="1" lang="zh-CN" altLang="en-US" sz="2200" i="0">
                                  <a:solidFill>
                                    <a:prstClr val="black"/>
                                  </a:solidFill>
                                  <a:latin typeface="Cambria Math" panose="02040503050406030204" charset="0"/>
                                  <a:ea typeface="黑体" panose="02010609060101010101" pitchFamily="49" charset="-122"/>
                                  <a:cs typeface="+mn-ea"/>
                                </a:rPr>
                                <m:t>π</m:t>
                              </m:r>
                            </m:e>
                            <m:sup>
                              <m:r>
                                <a:rPr kumimoji="1" lang="zh-CN" altLang="en-US" sz="2200">
                                  <a:solidFill>
                                    <a:prstClr val="black"/>
                                  </a:solidFill>
                                  <a:latin typeface="Cambria Math" panose="02040503050406030204" charset="0"/>
                                  <a:ea typeface="黑体" panose="02010609060101010101" pitchFamily="49" charset="-122"/>
                                  <a:cs typeface="+mn-ea"/>
                                </a:rPr>
                                <m:t>2</m:t>
                              </m:r>
                            </m:sup>
                          </m:sSup>
                        </m:num>
                        <m:den>
                          <m:sSup>
                            <m:sSupPr>
                              <m:ctrlPr>
                                <a:rPr kumimoji="1" lang="zh-CN" altLang="en-US" sz="2200" i="1">
                                  <a:solidFill>
                                    <a:prstClr val="black"/>
                                  </a:solidFill>
                                  <a:latin typeface="Cambria Math" panose="02040503050406030204" charset="0"/>
                                  <a:ea typeface="黑体" panose="02010609060101010101" pitchFamily="49" charset="-122"/>
                                  <a:cs typeface="+mn-ea"/>
                                </a:rPr>
                              </m:ctrlPr>
                            </m:sSupPr>
                            <m:e>
                              <m:r>
                                <a:rPr kumimoji="1" lang="zh-CN" altLang="en-US" sz="2200">
                                  <a:solidFill>
                                    <a:prstClr val="black"/>
                                  </a:solidFill>
                                  <a:latin typeface="Cambria Math" panose="02040503050406030204" charset="0"/>
                                  <a:ea typeface="黑体" panose="02010609060101010101" pitchFamily="49" charset="-122"/>
                                  <a:cs typeface="+mn-ea"/>
                                </a:rPr>
                                <m:t>𝑇</m:t>
                              </m:r>
                            </m:e>
                            <m:sup>
                              <m:r>
                                <a:rPr kumimoji="1" lang="zh-CN" altLang="en-US" sz="2200">
                                  <a:solidFill>
                                    <a:prstClr val="black"/>
                                  </a:solidFill>
                                  <a:latin typeface="Cambria Math" panose="02040503050406030204" charset="0"/>
                                  <a:ea typeface="黑体" panose="02010609060101010101" pitchFamily="49" charset="-122"/>
                                  <a:cs typeface="+mn-ea"/>
                                </a:rPr>
                                <m:t>2</m:t>
                              </m:r>
                            </m:sup>
                          </m:sSup>
                        </m:den>
                      </m:f>
                      <m:r>
                        <a:rPr kumimoji="1" lang="zh-CN" altLang="en-US" sz="2200">
                          <a:solidFill>
                            <a:prstClr val="black"/>
                          </a:solidFill>
                          <a:latin typeface="Cambria Math" panose="02040503050406030204" charset="0"/>
                          <a:ea typeface="黑体" panose="02010609060101010101" pitchFamily="49" charset="-122"/>
                          <a:cs typeface="+mn-ea"/>
                        </a:rPr>
                        <m:t>,</m:t>
                      </m:r>
                    </m:oMath>
                  </m:oMathPara>
                </a14:m>
                <a:endParaRPr kumimoji="1" lang="zh-CN" altLang="en-US" sz="2200" dirty="0">
                  <a:solidFill>
                    <a:prstClr val="black"/>
                  </a:solidFill>
                  <a:latin typeface="Times New Roman" panose="02020603050405020304"/>
                  <a:ea typeface="黑体" panose="02010609060101010101" pitchFamily="49" charset="-122"/>
                  <a:cs typeface="+mn-ea"/>
                </a:endParaRPr>
              </a:p>
            </p:txBody>
          </p:sp>
        </mc:Choice>
        <mc:Fallback>
          <p:sp>
            <p:nvSpPr>
              <p:cNvPr id="24" name="对象 23"/>
              <p:cNvSpPr txBox="1">
                <a:spLocks noRot="1" noChangeAspect="1" noMove="1" noResize="1" noEditPoints="1" noAdjustHandles="1" noChangeArrowheads="1" noChangeShapeType="1" noTextEdit="1"/>
              </p:cNvSpPr>
              <p:nvPr/>
            </p:nvSpPr>
            <p:spPr>
              <a:xfrm>
                <a:off x="2810610" y="899888"/>
                <a:ext cx="6895452" cy="889000"/>
              </a:xfrm>
              <a:prstGeom prst="rect">
                <a:avLst/>
              </a:prstGeom>
              <a:blipFill rotWithShape="1">
                <a:blip r:embed="rId5"/>
                <a:stretch>
                  <a:fillRect l="-1" t="-10" r="1" b="10"/>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25" name="对象 24"/>
              <p:cNvSpPr txBox="1"/>
              <p:nvPr/>
            </p:nvSpPr>
            <p:spPr>
              <a:xfrm>
                <a:off x="2809340" y="3279022"/>
                <a:ext cx="3454400" cy="444500"/>
              </a:xfrm>
              <a:prstGeom prst="rect">
                <a:avLst/>
              </a:prstGeom>
            </p:spPr>
            <p:txBody>
              <a:bodyPr>
                <a:normAutofit/>
              </a:bodyPr>
              <a:lstStyle/>
              <a:p>
                <a14:m>
                  <m:oMathPara xmlns:m="http://schemas.openxmlformats.org/officeDocument/2006/math">
                    <m:oMathParaPr>
                      <m:jc m:val="left"/>
                    </m:oMathParaPr>
                    <m:oMath xmlns:m="http://schemas.openxmlformats.org/officeDocument/2006/math">
                      <m:r>
                        <a:rPr kumimoji="1" lang="zh-CN" altLang="en-US" sz="2200" smtClean="0">
                          <a:solidFill>
                            <a:prstClr val="black"/>
                          </a:solidFill>
                          <a:latin typeface="Cambria Math" panose="02040503050406030204" charset="0"/>
                          <a:ea typeface="黑体" panose="02010609060101010101" pitchFamily="49" charset="-122"/>
                          <a:cs typeface="+mn-ea"/>
                        </a:rPr>
                        <m:t>得到</m:t>
                      </m:r>
                      <m:r>
                        <m:rPr>
                          <m:nor/>
                        </m:rPr>
                        <a:rPr kumimoji="1" lang="en-US" altLang="zh-CN" sz="2200" b="0" i="1" smtClean="0">
                          <a:solidFill>
                            <a:prstClr val="black"/>
                          </a:solidFill>
                          <a:latin typeface="Times New Roman" panose="02020603050405020304"/>
                          <a:ea typeface="黑体" panose="02010609060101010101" pitchFamily="49" charset="-122"/>
                          <a:cs typeface="+mn-ea"/>
                        </a:rPr>
                        <m:t> </m:t>
                      </m:r>
                      <m:r>
                        <m:rPr>
                          <m:nor/>
                        </m:rPr>
                        <a:rPr lang="en-US" altLang="zh-CN" sz="2200" i="1" dirty="0">
                          <a:latin typeface="Cambria Math" panose="02040503050406030204" charset="0"/>
                          <a:cs typeface="Cambria Math" panose="02040503050406030204" charset="0"/>
                        </a:rPr>
                        <m:t>g</m:t>
                      </m:r>
                      <m:r>
                        <a:rPr lang="en-US" altLang="zh-CN" sz="2200" b="0" i="0" dirty="0" smtClean="0">
                          <a:latin typeface="Cambria Math" panose="02040503050406030204" charset="0"/>
                          <a:cs typeface="Cambria Math" panose="02040503050406030204" charset="0"/>
                        </a:rPr>
                        <m:t> </m:t>
                      </m:r>
                      <m:r>
                        <a:rPr kumimoji="1" lang="zh-CN" altLang="en-US" sz="2200">
                          <a:solidFill>
                            <a:prstClr val="black"/>
                          </a:solidFill>
                          <a:latin typeface="Cambria Math" panose="02040503050406030204" charset="0"/>
                          <a:ea typeface="黑体" panose="02010609060101010101" pitchFamily="49" charset="-122"/>
                          <a:cs typeface="+mn-ea"/>
                        </a:rPr>
                        <m:t>的绝对误差约为</m:t>
                      </m:r>
                    </m:oMath>
                  </m:oMathPara>
                </a14:m>
                <a:endParaRPr kumimoji="1" lang="zh-CN" altLang="en-US" sz="2200" dirty="0">
                  <a:solidFill>
                    <a:prstClr val="black"/>
                  </a:solidFill>
                  <a:latin typeface="Times New Roman" panose="02020603050405020304"/>
                  <a:ea typeface="黑体" panose="02010609060101010101" pitchFamily="49" charset="-122"/>
                  <a:cs typeface="+mn-ea"/>
                </a:endParaRPr>
              </a:p>
            </p:txBody>
          </p:sp>
        </mc:Choice>
        <mc:Fallback>
          <p:sp>
            <p:nvSpPr>
              <p:cNvPr id="25" name="对象 24"/>
              <p:cNvSpPr txBox="1">
                <a:spLocks noRot="1" noChangeAspect="1" noMove="1" noResize="1" noEditPoints="1" noAdjustHandles="1" noChangeArrowheads="1" noChangeShapeType="1" noTextEdit="1"/>
              </p:cNvSpPr>
              <p:nvPr/>
            </p:nvSpPr>
            <p:spPr>
              <a:xfrm>
                <a:off x="2809340" y="3279022"/>
                <a:ext cx="3454400" cy="444500"/>
              </a:xfrm>
              <a:prstGeom prst="rect">
                <a:avLst/>
              </a:prstGeom>
              <a:blipFill rotWithShape="1">
                <a:blip r:embed="rId6"/>
                <a:stretch>
                  <a:fillRect l="-3" t="-116" r="3" b="116"/>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26" name="Object 10"/>
              <p:cNvSpPr txBox="1"/>
              <p:nvPr/>
            </p:nvSpPr>
            <p:spPr bwMode="auto">
              <a:xfrm>
                <a:off x="2810610" y="3823046"/>
                <a:ext cx="7921625" cy="952500"/>
              </a:xfrm>
              <a:prstGeom prst="rect">
                <a:avLst/>
              </a:prstGeom>
            </p:spPr>
            <p:txBody>
              <a:bodyPr>
                <a:normAutofit/>
              </a:bodyPr>
              <a:lstStyle/>
              <a:p>
                <a14:m>
                  <m:oMathPara xmlns:m="http://schemas.openxmlformats.org/officeDocument/2006/math">
                    <m:oMathParaPr>
                      <m:jc m:val="left"/>
                    </m:oMathParaPr>
                    <m:oMath xmlns:m="http://schemas.openxmlformats.org/officeDocument/2006/math">
                      <m:sSub>
                        <m:sSubPr>
                          <m:ctrlPr>
                            <a:rPr kumimoji="1" lang="zh-CN" altLang="en-US" sz="2200" i="1">
                              <a:solidFill>
                                <a:prstClr val="black"/>
                              </a:solidFill>
                              <a:latin typeface="Cambria Math" panose="02040503050406030204" charset="0"/>
                              <a:ea typeface="黑体" panose="02010609060101010101" pitchFamily="49" charset="-122"/>
                              <a:cs typeface="+mn-ea"/>
                            </a:rPr>
                          </m:ctrlPr>
                        </m:sSubPr>
                        <m:e>
                          <m:r>
                            <a:rPr kumimoji="1" lang="zh-CN" altLang="en-US" sz="2200">
                              <a:solidFill>
                                <a:prstClr val="black"/>
                              </a:solidFill>
                              <a:latin typeface="Cambria Math" panose="02040503050406030204" charset="0"/>
                              <a:ea typeface="黑体" panose="02010609060101010101" pitchFamily="49" charset="-122"/>
                              <a:cs typeface="+mn-ea"/>
                            </a:rPr>
                            <m:t>𝛿</m:t>
                          </m:r>
                        </m:e>
                        <m:sub>
                          <m:r>
                            <m:rPr>
                              <m:nor/>
                            </m:rPr>
                            <a:rPr lang="en-US" altLang="zh-CN" sz="2200" i="1" dirty="0">
                              <a:latin typeface="Cambria Math" panose="02040503050406030204" charset="0"/>
                              <a:cs typeface="Cambria Math" panose="02040503050406030204" charset="0"/>
                            </a:rPr>
                            <m:t>g</m:t>
                          </m:r>
                        </m:sub>
                      </m:sSub>
                      <m:r>
                        <a:rPr kumimoji="1" lang="zh-CN" altLang="en-US" sz="2200">
                          <a:solidFill>
                            <a:prstClr val="black"/>
                          </a:solidFill>
                          <a:latin typeface="Cambria Math" panose="02040503050406030204" charset="0"/>
                          <a:ea typeface="黑体" panose="02010609060101010101" pitchFamily="49" charset="-122"/>
                          <a:cs typeface="+mn-ea"/>
                        </a:rPr>
                        <m:t>=</m:t>
                      </m:r>
                      <m:r>
                        <a:rPr kumimoji="1" lang="zh-CN" altLang="en-US" sz="2200">
                          <a:solidFill>
                            <a:prstClr val="black"/>
                          </a:solidFill>
                          <a:latin typeface="Cambria Math" panose="02040503050406030204" charset="0"/>
                          <a:ea typeface="黑体" panose="02010609060101010101" pitchFamily="49" charset="-122"/>
                          <a:cs typeface="+mn-ea"/>
                        </a:rPr>
                        <m:t>4</m:t>
                      </m:r>
                      <m:sSup>
                        <m:sSupPr>
                          <m:ctrlPr>
                            <a:rPr kumimoji="1" lang="zh-CN" altLang="en-US" sz="2200" i="1">
                              <a:solidFill>
                                <a:prstClr val="black"/>
                              </a:solidFill>
                              <a:latin typeface="Cambria Math" panose="02040503050406030204" charset="0"/>
                              <a:ea typeface="黑体" panose="02010609060101010101" pitchFamily="49" charset="-122"/>
                              <a:cs typeface="+mn-ea"/>
                            </a:rPr>
                          </m:ctrlPr>
                        </m:sSupPr>
                        <m:e>
                          <m:r>
                            <m:rPr>
                              <m:sty m:val="p"/>
                            </m:rPr>
                            <a:rPr kumimoji="1" lang="zh-CN" altLang="en-US" sz="2200" i="0">
                              <a:solidFill>
                                <a:prstClr val="black"/>
                              </a:solidFill>
                              <a:latin typeface="Cambria Math" panose="02040503050406030204" charset="0"/>
                              <a:ea typeface="黑体" panose="02010609060101010101" pitchFamily="49" charset="-122"/>
                              <a:cs typeface="+mn-ea"/>
                            </a:rPr>
                            <m:t>π</m:t>
                          </m:r>
                        </m:e>
                        <m:sup>
                          <m:r>
                            <a:rPr kumimoji="1" lang="zh-CN" altLang="en-US" sz="2200">
                              <a:solidFill>
                                <a:prstClr val="black"/>
                              </a:solidFill>
                              <a:latin typeface="Cambria Math" panose="02040503050406030204" charset="0"/>
                              <a:ea typeface="黑体" panose="02010609060101010101" pitchFamily="49" charset="-122"/>
                              <a:cs typeface="+mn-ea"/>
                            </a:rPr>
                            <m:t>2</m:t>
                          </m:r>
                        </m:sup>
                      </m:sSup>
                      <m:d>
                        <m:dPr>
                          <m:ctrlPr>
                            <a:rPr kumimoji="1" lang="zh-CN" altLang="en-US" sz="2200" i="1">
                              <a:solidFill>
                                <a:prstClr val="black"/>
                              </a:solidFill>
                              <a:latin typeface="Cambria Math" panose="02040503050406030204" charset="0"/>
                              <a:ea typeface="黑体" panose="02010609060101010101" pitchFamily="49" charset="-122"/>
                              <a:cs typeface="+mn-ea"/>
                            </a:rPr>
                          </m:ctrlPr>
                        </m:dPr>
                        <m:e>
                          <m:f>
                            <m:fPr>
                              <m:ctrlPr>
                                <a:rPr kumimoji="1" lang="zh-CN" altLang="en-US" sz="2200" i="1">
                                  <a:solidFill>
                                    <a:prstClr val="black"/>
                                  </a:solidFill>
                                  <a:latin typeface="Cambria Math" panose="02040503050406030204" charset="0"/>
                                  <a:ea typeface="黑体" panose="02010609060101010101" pitchFamily="49" charset="-122"/>
                                  <a:cs typeface="+mn-ea"/>
                                </a:rPr>
                              </m:ctrlPr>
                            </m:fPr>
                            <m:num>
                              <m:r>
                                <a:rPr kumimoji="1" lang="zh-CN" altLang="en-US" sz="2200">
                                  <a:solidFill>
                                    <a:prstClr val="black"/>
                                  </a:solidFill>
                                  <a:latin typeface="Cambria Math" panose="02040503050406030204" charset="0"/>
                                  <a:ea typeface="黑体" panose="02010609060101010101" pitchFamily="49" charset="-122"/>
                                  <a:cs typeface="+mn-ea"/>
                                </a:rPr>
                                <m:t>0</m:t>
                              </m:r>
                              <m:r>
                                <a:rPr kumimoji="1" lang="zh-CN" altLang="en-US" sz="2200">
                                  <a:solidFill>
                                    <a:prstClr val="black"/>
                                  </a:solidFill>
                                  <a:latin typeface="Cambria Math" panose="02040503050406030204" charset="0"/>
                                  <a:ea typeface="黑体" panose="02010609060101010101" pitchFamily="49" charset="-122"/>
                                  <a:cs typeface="+mn-ea"/>
                                </a:rPr>
                                <m:t>.</m:t>
                              </m:r>
                              <m:r>
                                <a:rPr kumimoji="1" lang="zh-CN" altLang="en-US" sz="2200">
                                  <a:solidFill>
                                    <a:prstClr val="black"/>
                                  </a:solidFill>
                                  <a:latin typeface="Cambria Math" panose="02040503050406030204" charset="0"/>
                                  <a:ea typeface="黑体" panose="02010609060101010101" pitchFamily="49" charset="-122"/>
                                  <a:cs typeface="+mn-ea"/>
                                </a:rPr>
                                <m:t>1</m:t>
                              </m:r>
                            </m:num>
                            <m:den>
                              <m:sSup>
                                <m:sSupPr>
                                  <m:ctrlPr>
                                    <a:rPr kumimoji="1" lang="zh-CN" altLang="en-US" sz="2200" i="1">
                                      <a:solidFill>
                                        <a:prstClr val="black"/>
                                      </a:solidFill>
                                      <a:latin typeface="Cambria Math" panose="02040503050406030204" charset="0"/>
                                      <a:ea typeface="黑体" panose="02010609060101010101" pitchFamily="49" charset="-122"/>
                                      <a:cs typeface="+mn-ea"/>
                                    </a:rPr>
                                  </m:ctrlPr>
                                </m:sSupPr>
                                <m:e>
                                  <m:r>
                                    <a:rPr kumimoji="1" lang="zh-CN" altLang="en-US" sz="2200">
                                      <a:solidFill>
                                        <a:prstClr val="black"/>
                                      </a:solidFill>
                                      <a:latin typeface="Cambria Math" panose="02040503050406030204" charset="0"/>
                                      <a:ea typeface="黑体" panose="02010609060101010101" pitchFamily="49" charset="-122"/>
                                      <a:cs typeface="+mn-ea"/>
                                    </a:rPr>
                                    <m:t>2</m:t>
                                  </m:r>
                                </m:e>
                                <m:sup>
                                  <m:r>
                                    <a:rPr kumimoji="1" lang="zh-CN" altLang="en-US" sz="2200">
                                      <a:solidFill>
                                        <a:prstClr val="black"/>
                                      </a:solidFill>
                                      <a:latin typeface="Cambria Math" panose="02040503050406030204" charset="0"/>
                                      <a:ea typeface="黑体" panose="02010609060101010101" pitchFamily="49" charset="-122"/>
                                      <a:cs typeface="+mn-ea"/>
                                    </a:rPr>
                                    <m:t>2</m:t>
                                  </m:r>
                                </m:sup>
                              </m:sSup>
                            </m:den>
                          </m:f>
                          <m:r>
                            <a:rPr kumimoji="1" lang="zh-CN" altLang="en-US" sz="2200">
                              <a:solidFill>
                                <a:prstClr val="black"/>
                              </a:solidFill>
                              <a:latin typeface="Cambria Math" panose="02040503050406030204" charset="0"/>
                              <a:ea typeface="黑体" panose="02010609060101010101" pitchFamily="49" charset="-122"/>
                              <a:cs typeface="+mn-ea"/>
                            </a:rPr>
                            <m:t>+</m:t>
                          </m:r>
                          <m:f>
                            <m:fPr>
                              <m:ctrlPr>
                                <a:rPr kumimoji="1" lang="zh-CN" altLang="en-US" sz="2200" i="1">
                                  <a:solidFill>
                                    <a:prstClr val="black"/>
                                  </a:solidFill>
                                  <a:latin typeface="Cambria Math" panose="02040503050406030204" charset="0"/>
                                  <a:ea typeface="黑体" panose="02010609060101010101" pitchFamily="49" charset="-122"/>
                                  <a:cs typeface="+mn-ea"/>
                                </a:rPr>
                              </m:ctrlPr>
                            </m:fPr>
                            <m:num>
                              <m:r>
                                <a:rPr kumimoji="1" lang="zh-CN" altLang="en-US" sz="2200">
                                  <a:solidFill>
                                    <a:prstClr val="black"/>
                                  </a:solidFill>
                                  <a:latin typeface="Cambria Math" panose="02040503050406030204" charset="0"/>
                                  <a:ea typeface="黑体" panose="02010609060101010101" pitchFamily="49" charset="-122"/>
                                  <a:cs typeface="+mn-ea"/>
                                </a:rPr>
                                <m:t>2</m:t>
                              </m:r>
                              <m:r>
                                <a:rPr kumimoji="1" lang="zh-CN" altLang="en-US" sz="2200">
                                  <a:solidFill>
                                    <a:prstClr val="black"/>
                                  </a:solidFill>
                                  <a:latin typeface="Cambria Math" panose="02040503050406030204" charset="0"/>
                                  <a:ea typeface="黑体" panose="02010609060101010101" pitchFamily="49" charset="-122"/>
                                  <a:cs typeface="+mn-ea"/>
                                </a:rPr>
                                <m:t>×</m:t>
                              </m:r>
                              <m:r>
                                <a:rPr kumimoji="1" lang="zh-CN" altLang="en-US" sz="2200">
                                  <a:solidFill>
                                    <a:prstClr val="black"/>
                                  </a:solidFill>
                                  <a:latin typeface="Cambria Math" panose="02040503050406030204" charset="0"/>
                                  <a:ea typeface="黑体" panose="02010609060101010101" pitchFamily="49" charset="-122"/>
                                  <a:cs typeface="+mn-ea"/>
                                </a:rPr>
                                <m:t>100</m:t>
                              </m:r>
                            </m:num>
                            <m:den>
                              <m:sSup>
                                <m:sSupPr>
                                  <m:ctrlPr>
                                    <a:rPr kumimoji="1" lang="zh-CN" altLang="en-US" sz="2200" i="1">
                                      <a:solidFill>
                                        <a:prstClr val="black"/>
                                      </a:solidFill>
                                      <a:latin typeface="Cambria Math" panose="02040503050406030204" charset="0"/>
                                      <a:ea typeface="黑体" panose="02010609060101010101" pitchFamily="49" charset="-122"/>
                                      <a:cs typeface="+mn-ea"/>
                                    </a:rPr>
                                  </m:ctrlPr>
                                </m:sSupPr>
                                <m:e>
                                  <m:r>
                                    <a:rPr kumimoji="1" lang="zh-CN" altLang="en-US" sz="2200">
                                      <a:solidFill>
                                        <a:prstClr val="black"/>
                                      </a:solidFill>
                                      <a:latin typeface="Cambria Math" panose="02040503050406030204" charset="0"/>
                                      <a:ea typeface="黑体" panose="02010609060101010101" pitchFamily="49" charset="-122"/>
                                      <a:cs typeface="+mn-ea"/>
                                    </a:rPr>
                                    <m:t>2</m:t>
                                  </m:r>
                                </m:e>
                                <m:sup>
                                  <m:r>
                                    <a:rPr kumimoji="1" lang="zh-CN" altLang="en-US" sz="2200">
                                      <a:solidFill>
                                        <a:prstClr val="black"/>
                                      </a:solidFill>
                                      <a:latin typeface="Cambria Math" panose="02040503050406030204" charset="0"/>
                                      <a:ea typeface="黑体" panose="02010609060101010101" pitchFamily="49" charset="-122"/>
                                      <a:cs typeface="+mn-ea"/>
                                    </a:rPr>
                                    <m:t>3</m:t>
                                  </m:r>
                                </m:sup>
                              </m:sSup>
                            </m:den>
                          </m:f>
                          <m:r>
                            <a:rPr kumimoji="1" lang="zh-CN" altLang="en-US" sz="2200">
                              <a:solidFill>
                                <a:prstClr val="black"/>
                              </a:solidFill>
                              <a:latin typeface="Cambria Math" panose="02040503050406030204" charset="0"/>
                              <a:ea typeface="黑体" panose="02010609060101010101" pitchFamily="49" charset="-122"/>
                              <a:cs typeface="+mn-ea"/>
                            </a:rPr>
                            <m:t>×</m:t>
                          </m:r>
                          <m:r>
                            <a:rPr kumimoji="1" lang="zh-CN" altLang="en-US" sz="2200">
                              <a:solidFill>
                                <a:prstClr val="black"/>
                              </a:solidFill>
                              <a:latin typeface="Cambria Math" panose="02040503050406030204" charset="0"/>
                              <a:ea typeface="黑体" panose="02010609060101010101" pitchFamily="49" charset="-122"/>
                              <a:cs typeface="+mn-ea"/>
                            </a:rPr>
                            <m:t>0</m:t>
                          </m:r>
                          <m:r>
                            <a:rPr kumimoji="1" lang="zh-CN" altLang="en-US" sz="2200">
                              <a:solidFill>
                                <a:prstClr val="black"/>
                              </a:solidFill>
                              <a:latin typeface="Cambria Math" panose="02040503050406030204" charset="0"/>
                              <a:ea typeface="黑体" panose="02010609060101010101" pitchFamily="49" charset="-122"/>
                              <a:cs typeface="+mn-ea"/>
                            </a:rPr>
                            <m:t>.</m:t>
                          </m:r>
                          <m:r>
                            <a:rPr kumimoji="1" lang="zh-CN" altLang="en-US" sz="2200">
                              <a:solidFill>
                                <a:prstClr val="black"/>
                              </a:solidFill>
                              <a:latin typeface="Cambria Math" panose="02040503050406030204" charset="0"/>
                              <a:ea typeface="黑体" panose="02010609060101010101" pitchFamily="49" charset="-122"/>
                              <a:cs typeface="+mn-ea"/>
                            </a:rPr>
                            <m:t>004</m:t>
                          </m:r>
                        </m:e>
                      </m:d>
                      <m:r>
                        <a:rPr kumimoji="1" lang="zh-CN" altLang="en-US" sz="2200">
                          <a:solidFill>
                            <a:prstClr val="black"/>
                          </a:solidFill>
                          <a:latin typeface="Cambria Math" panose="02040503050406030204" charset="0"/>
                          <a:ea typeface="黑体" panose="02010609060101010101" pitchFamily="49" charset="-122"/>
                          <a:cs typeface="+mn-ea"/>
                        </a:rPr>
                        <m:t>=</m:t>
                      </m:r>
                      <m:r>
                        <a:rPr kumimoji="1" lang="zh-CN" altLang="en-US" sz="2200">
                          <a:solidFill>
                            <a:prstClr val="black"/>
                          </a:solidFill>
                          <a:latin typeface="Cambria Math" panose="02040503050406030204" charset="0"/>
                          <a:ea typeface="黑体" panose="02010609060101010101" pitchFamily="49" charset="-122"/>
                          <a:cs typeface="+mn-ea"/>
                        </a:rPr>
                        <m:t>0</m:t>
                      </m:r>
                      <m:r>
                        <a:rPr kumimoji="1" lang="zh-CN" altLang="en-US" sz="2200">
                          <a:solidFill>
                            <a:prstClr val="black"/>
                          </a:solidFill>
                          <a:latin typeface="Cambria Math" panose="02040503050406030204" charset="0"/>
                          <a:ea typeface="黑体" panose="02010609060101010101" pitchFamily="49" charset="-122"/>
                          <a:cs typeface="+mn-ea"/>
                        </a:rPr>
                        <m:t>.</m:t>
                      </m:r>
                      <m:r>
                        <a:rPr kumimoji="1" lang="zh-CN" altLang="en-US" sz="2200">
                          <a:solidFill>
                            <a:prstClr val="black"/>
                          </a:solidFill>
                          <a:latin typeface="Cambria Math" panose="02040503050406030204" charset="0"/>
                          <a:ea typeface="黑体" panose="02010609060101010101" pitchFamily="49" charset="-122"/>
                          <a:cs typeface="+mn-ea"/>
                        </a:rPr>
                        <m:t>5</m:t>
                      </m:r>
                      <m:sSup>
                        <m:sSupPr>
                          <m:ctrlPr>
                            <a:rPr kumimoji="1" lang="zh-CN" altLang="en-US" sz="2200" i="1">
                              <a:solidFill>
                                <a:prstClr val="black"/>
                              </a:solidFill>
                              <a:latin typeface="Cambria Math" panose="02040503050406030204" charset="0"/>
                              <a:ea typeface="黑体" panose="02010609060101010101" pitchFamily="49" charset="-122"/>
                              <a:cs typeface="+mn-ea"/>
                            </a:rPr>
                          </m:ctrlPr>
                        </m:sSupPr>
                        <m:e>
                          <m:r>
                            <m:rPr>
                              <m:sty m:val="p"/>
                            </m:rPr>
                            <a:rPr kumimoji="1" lang="zh-CN" altLang="en-US" sz="2200" i="0">
                              <a:solidFill>
                                <a:prstClr val="black"/>
                              </a:solidFill>
                              <a:latin typeface="Cambria Math" panose="02040503050406030204" charset="0"/>
                              <a:ea typeface="黑体" panose="02010609060101010101" pitchFamily="49" charset="-122"/>
                              <a:cs typeface="+mn-ea"/>
                            </a:rPr>
                            <m:t>π</m:t>
                          </m:r>
                        </m:e>
                        <m:sup>
                          <m:r>
                            <a:rPr kumimoji="1" lang="zh-CN" altLang="en-US" sz="2200">
                              <a:solidFill>
                                <a:prstClr val="black"/>
                              </a:solidFill>
                              <a:latin typeface="Cambria Math" panose="02040503050406030204" charset="0"/>
                              <a:ea typeface="黑体" panose="02010609060101010101" pitchFamily="49" charset="-122"/>
                              <a:cs typeface="+mn-ea"/>
                            </a:rPr>
                            <m:t>2</m:t>
                          </m:r>
                        </m:sup>
                      </m:sSup>
                      <m:r>
                        <a:rPr kumimoji="1" lang="zh-CN" altLang="en-US" sz="2200">
                          <a:solidFill>
                            <a:prstClr val="black"/>
                          </a:solidFill>
                          <a:latin typeface="Cambria Math" panose="02040503050406030204" charset="0"/>
                          <a:ea typeface="黑体" panose="02010609060101010101" pitchFamily="49" charset="-122"/>
                          <a:cs typeface="+mn-ea"/>
                        </a:rPr>
                        <m:t>≈</m:t>
                      </m:r>
                      <m:r>
                        <a:rPr kumimoji="1" lang="zh-CN" altLang="en-US" sz="2200">
                          <a:solidFill>
                            <a:prstClr val="black"/>
                          </a:solidFill>
                          <a:latin typeface="Cambria Math" panose="02040503050406030204" charset="0"/>
                          <a:ea typeface="黑体" panose="02010609060101010101" pitchFamily="49" charset="-122"/>
                          <a:cs typeface="+mn-ea"/>
                        </a:rPr>
                        <m:t>4</m:t>
                      </m:r>
                      <m:r>
                        <a:rPr kumimoji="1" lang="zh-CN" altLang="en-US" sz="2200">
                          <a:solidFill>
                            <a:prstClr val="black"/>
                          </a:solidFill>
                          <a:latin typeface="Cambria Math" panose="02040503050406030204" charset="0"/>
                          <a:ea typeface="黑体" panose="02010609060101010101" pitchFamily="49" charset="-122"/>
                          <a:cs typeface="+mn-ea"/>
                        </a:rPr>
                        <m:t>.</m:t>
                      </m:r>
                      <m:r>
                        <a:rPr kumimoji="1" lang="zh-CN" altLang="en-US" sz="2200">
                          <a:solidFill>
                            <a:prstClr val="black"/>
                          </a:solidFill>
                          <a:latin typeface="Cambria Math" panose="02040503050406030204" charset="0"/>
                          <a:ea typeface="黑体" panose="02010609060101010101" pitchFamily="49" charset="-122"/>
                          <a:cs typeface="+mn-ea"/>
                        </a:rPr>
                        <m:t>93</m:t>
                      </m:r>
                      <m:r>
                        <a:rPr kumimoji="1" lang="zh-CN" altLang="en-US" sz="2200">
                          <a:solidFill>
                            <a:prstClr val="black"/>
                          </a:solidFill>
                          <a:latin typeface="Cambria Math" panose="02040503050406030204" charset="0"/>
                          <a:ea typeface="黑体" panose="02010609060101010101" pitchFamily="49" charset="-122"/>
                          <a:cs typeface="+mn-ea"/>
                        </a:rPr>
                        <m:t>(</m:t>
                      </m:r>
                      <m:r>
                        <m:rPr>
                          <m:sty m:val="p"/>
                        </m:rPr>
                        <a:rPr kumimoji="1" lang="zh-CN" altLang="en-US" sz="2200">
                          <a:solidFill>
                            <a:prstClr val="black"/>
                          </a:solidFill>
                          <a:latin typeface="Cambria Math" panose="02040503050406030204" charset="0"/>
                          <a:ea typeface="黑体" panose="02010609060101010101" pitchFamily="49" charset="-122"/>
                          <a:cs typeface="+mn-ea"/>
                        </a:rPr>
                        <m:t>cm</m:t>
                      </m:r>
                      <m:r>
                        <a:rPr kumimoji="1" lang="zh-CN" altLang="en-US" sz="2200">
                          <a:solidFill>
                            <a:prstClr val="black"/>
                          </a:solidFill>
                          <a:latin typeface="Cambria Math" panose="02040503050406030204" charset="0"/>
                          <a:ea typeface="黑体" panose="02010609060101010101" pitchFamily="49" charset="-122"/>
                          <a:cs typeface="+mn-ea"/>
                        </a:rPr>
                        <m:t>/</m:t>
                      </m:r>
                      <m:sSup>
                        <m:sSupPr>
                          <m:ctrlPr>
                            <a:rPr kumimoji="1" lang="zh-CN" altLang="en-US" sz="2200" i="1">
                              <a:solidFill>
                                <a:prstClr val="black"/>
                              </a:solidFill>
                              <a:latin typeface="Cambria Math" panose="02040503050406030204" charset="0"/>
                              <a:ea typeface="黑体" panose="02010609060101010101" pitchFamily="49" charset="-122"/>
                              <a:cs typeface="+mn-ea"/>
                            </a:rPr>
                          </m:ctrlPr>
                        </m:sSupPr>
                        <m:e>
                          <m:r>
                            <m:rPr>
                              <m:sty m:val="p"/>
                            </m:rPr>
                            <a:rPr kumimoji="1" lang="zh-CN" altLang="en-US" sz="2200">
                              <a:solidFill>
                                <a:prstClr val="black"/>
                              </a:solidFill>
                              <a:latin typeface="Cambria Math" panose="02040503050406030204" charset="0"/>
                              <a:ea typeface="黑体" panose="02010609060101010101" pitchFamily="49" charset="-122"/>
                              <a:cs typeface="+mn-ea"/>
                            </a:rPr>
                            <m:t>s</m:t>
                          </m:r>
                        </m:e>
                        <m:sup>
                          <m:r>
                            <a:rPr kumimoji="1" lang="zh-CN" altLang="en-US" sz="2200">
                              <a:solidFill>
                                <a:prstClr val="black"/>
                              </a:solidFill>
                              <a:latin typeface="Cambria Math" panose="02040503050406030204" charset="0"/>
                              <a:ea typeface="黑体" panose="02010609060101010101" pitchFamily="49" charset="-122"/>
                              <a:cs typeface="+mn-ea"/>
                            </a:rPr>
                            <m:t>2</m:t>
                          </m:r>
                        </m:sup>
                      </m:sSup>
                      <m:r>
                        <a:rPr kumimoji="1" lang="zh-CN" altLang="en-US" sz="2200">
                          <a:solidFill>
                            <a:prstClr val="black"/>
                          </a:solidFill>
                          <a:latin typeface="Cambria Math" panose="02040503050406030204" charset="0"/>
                          <a:ea typeface="黑体" panose="02010609060101010101" pitchFamily="49" charset="-122"/>
                          <a:cs typeface="+mn-ea"/>
                        </a:rPr>
                        <m:t>)</m:t>
                      </m:r>
                    </m:oMath>
                  </m:oMathPara>
                </a14:m>
                <a:endParaRPr kumimoji="1" lang="zh-CN" altLang="en-US" sz="2200" dirty="0">
                  <a:solidFill>
                    <a:prstClr val="black"/>
                  </a:solidFill>
                  <a:latin typeface="Times New Roman" panose="02020603050405020304"/>
                  <a:ea typeface="黑体" panose="02010609060101010101" pitchFamily="49" charset="-122"/>
                  <a:cs typeface="+mn-ea"/>
                </a:endParaRPr>
              </a:p>
            </p:txBody>
          </p:sp>
        </mc:Choice>
        <mc:Fallback>
          <p:sp>
            <p:nvSpPr>
              <p:cNvPr id="26" name="Object 10"/>
              <p:cNvSpPr txBox="1">
                <a:spLocks noRot="1" noChangeAspect="1" noMove="1" noResize="1" noEditPoints="1" noAdjustHandles="1" noChangeArrowheads="1" noChangeShapeType="1" noTextEdit="1"/>
              </p:cNvSpPr>
              <p:nvPr/>
            </p:nvSpPr>
            <p:spPr bwMode="auto">
              <a:xfrm>
                <a:off x="2810610" y="3823046"/>
                <a:ext cx="7921625" cy="952500"/>
              </a:xfrm>
              <a:prstGeom prst="rect">
                <a:avLst/>
              </a:prstGeom>
              <a:blipFill rotWithShape="1">
                <a:blip r:embed="rId7"/>
                <a:stretch>
                  <a:fillRect l="-1" t="-36" r="1" b="36"/>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27" name="对象 26"/>
              <p:cNvSpPr txBox="1"/>
              <p:nvPr/>
            </p:nvSpPr>
            <p:spPr>
              <a:xfrm>
                <a:off x="2810610" y="5004056"/>
                <a:ext cx="3467100" cy="444500"/>
              </a:xfrm>
              <a:prstGeom prst="rect">
                <a:avLst/>
              </a:prstGeom>
            </p:spPr>
            <p:txBody>
              <a:bodyPr>
                <a:normAutofit/>
              </a:bodyPr>
              <a:lstStyle/>
              <a:p>
                <a14:m>
                  <m:oMathPara xmlns:m="http://schemas.openxmlformats.org/officeDocument/2006/math">
                    <m:oMathParaPr>
                      <m:jc m:val="left"/>
                    </m:oMathParaPr>
                    <m:oMath xmlns:m="http://schemas.openxmlformats.org/officeDocument/2006/math">
                      <m:r>
                        <a:rPr kumimoji="1" lang="zh-CN" altLang="en-US" sz="2200" smtClean="0">
                          <a:solidFill>
                            <a:prstClr val="black"/>
                          </a:solidFill>
                          <a:latin typeface="Cambria Math" panose="02040503050406030204" charset="0"/>
                          <a:ea typeface="黑体" panose="02010609060101010101" pitchFamily="49" charset="-122"/>
                          <a:cs typeface="+mn-ea"/>
                        </a:rPr>
                        <m:t>于是</m:t>
                      </m:r>
                      <m:r>
                        <a:rPr kumimoji="1" lang="en-US" altLang="zh-CN" sz="2200" b="0" i="0" smtClean="0">
                          <a:solidFill>
                            <a:prstClr val="black"/>
                          </a:solidFill>
                          <a:latin typeface="Cambria Math" panose="02040503050406030204" charset="0"/>
                          <a:ea typeface="黑体" panose="02010609060101010101" pitchFamily="49" charset="-122"/>
                          <a:cs typeface="+mn-ea"/>
                        </a:rPr>
                        <m:t> </m:t>
                      </m:r>
                      <m:r>
                        <m:rPr>
                          <m:nor/>
                        </m:rPr>
                        <a:rPr lang="en-US" altLang="zh-CN" sz="2200" i="1" dirty="0">
                          <a:latin typeface="Cambria Math" panose="02040503050406030204" charset="0"/>
                          <a:cs typeface="Cambria Math" panose="02040503050406030204" charset="0"/>
                        </a:rPr>
                        <m:t>g</m:t>
                      </m:r>
                      <m:r>
                        <a:rPr lang="en-US" altLang="zh-CN" sz="2200" b="0" i="0" dirty="0" smtClean="0">
                          <a:latin typeface="Cambria Math" panose="02040503050406030204" charset="0"/>
                          <a:cs typeface="Cambria Math" panose="02040503050406030204" charset="0"/>
                        </a:rPr>
                        <m:t> </m:t>
                      </m:r>
                      <m:r>
                        <a:rPr kumimoji="1" lang="zh-CN" altLang="en-US" sz="2200">
                          <a:solidFill>
                            <a:prstClr val="black"/>
                          </a:solidFill>
                          <a:latin typeface="Cambria Math" panose="02040503050406030204" charset="0"/>
                          <a:ea typeface="黑体" panose="02010609060101010101" pitchFamily="49" charset="-122"/>
                          <a:cs typeface="+mn-ea"/>
                        </a:rPr>
                        <m:t>的相对误差约为</m:t>
                      </m:r>
                    </m:oMath>
                  </m:oMathPara>
                </a14:m>
                <a:endParaRPr kumimoji="1" lang="zh-CN" altLang="en-US" sz="2200" dirty="0">
                  <a:solidFill>
                    <a:prstClr val="black"/>
                  </a:solidFill>
                  <a:latin typeface="Times New Roman" panose="02020603050405020304"/>
                  <a:ea typeface="黑体" panose="02010609060101010101" pitchFamily="49" charset="-122"/>
                  <a:cs typeface="+mn-ea"/>
                </a:endParaRPr>
              </a:p>
            </p:txBody>
          </p:sp>
        </mc:Choice>
        <mc:Fallback>
          <p:sp>
            <p:nvSpPr>
              <p:cNvPr id="27" name="对象 26"/>
              <p:cNvSpPr txBox="1">
                <a:spLocks noRot="1" noChangeAspect="1" noMove="1" noResize="1" noEditPoints="1" noAdjustHandles="1" noChangeArrowheads="1" noChangeShapeType="1" noTextEdit="1"/>
              </p:cNvSpPr>
              <p:nvPr/>
            </p:nvSpPr>
            <p:spPr>
              <a:xfrm>
                <a:off x="2810610" y="5004056"/>
                <a:ext cx="3467100" cy="444500"/>
              </a:xfrm>
              <a:prstGeom prst="rect">
                <a:avLst/>
              </a:prstGeom>
              <a:blipFill rotWithShape="1">
                <a:blip r:embed="rId8"/>
                <a:stretch>
                  <a:fillRect l="-3" t="-58" r="3" b="58"/>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28" name="Object 10"/>
              <p:cNvSpPr txBox="1"/>
              <p:nvPr/>
            </p:nvSpPr>
            <p:spPr bwMode="auto">
              <a:xfrm>
                <a:off x="5752765" y="4775546"/>
                <a:ext cx="3728585" cy="1028700"/>
              </a:xfrm>
              <a:prstGeom prst="rect">
                <a:avLst/>
              </a:prstGeom>
            </p:spPr>
            <p:txBody>
              <a:bodyPr>
                <a:noAutofit/>
              </a:bodyPr>
              <a:lstStyle/>
              <a:p>
                <a14:m>
                  <m:oMathPara xmlns:m="http://schemas.openxmlformats.org/officeDocument/2006/math">
                    <m:oMathParaPr>
                      <m:jc m:val="left"/>
                    </m:oMathParaPr>
                    <m:oMath xmlns:m="http://schemas.openxmlformats.org/officeDocument/2006/math">
                      <m:f>
                        <m:fPr>
                          <m:ctrlPr>
                            <a:rPr kumimoji="1" lang="zh-CN" altLang="en-US" sz="2200" i="1" smtClean="0">
                              <a:solidFill>
                                <a:prstClr val="black"/>
                              </a:solidFill>
                              <a:latin typeface="Cambria Math" panose="02040503050406030204" charset="0"/>
                              <a:ea typeface="黑体" panose="02010609060101010101" pitchFamily="49" charset="-122"/>
                              <a:cs typeface="+mn-ea"/>
                            </a:rPr>
                          </m:ctrlPr>
                        </m:fPr>
                        <m:num>
                          <m:sSub>
                            <m:sSubPr>
                              <m:ctrlPr>
                                <a:rPr kumimoji="1" lang="zh-CN" altLang="en-US" sz="2200" i="1">
                                  <a:solidFill>
                                    <a:prstClr val="black"/>
                                  </a:solidFill>
                                  <a:latin typeface="Cambria Math" panose="02040503050406030204" charset="0"/>
                                  <a:ea typeface="黑体" panose="02010609060101010101" pitchFamily="49" charset="-122"/>
                                  <a:cs typeface="+mn-ea"/>
                                </a:rPr>
                              </m:ctrlPr>
                            </m:sSubPr>
                            <m:e>
                              <m:r>
                                <a:rPr kumimoji="1" lang="zh-CN" altLang="en-US" sz="2200">
                                  <a:solidFill>
                                    <a:prstClr val="black"/>
                                  </a:solidFill>
                                  <a:latin typeface="Cambria Math" panose="02040503050406030204" charset="0"/>
                                  <a:ea typeface="黑体" panose="02010609060101010101" pitchFamily="49" charset="-122"/>
                                  <a:cs typeface="+mn-ea"/>
                                </a:rPr>
                                <m:t>𝛿</m:t>
                              </m:r>
                            </m:e>
                            <m:sub>
                              <m:r>
                                <m:rPr>
                                  <m:nor/>
                                </m:rPr>
                                <a:rPr lang="en-US" altLang="zh-CN" sz="2200" i="1" dirty="0">
                                  <a:latin typeface="Cambria Math" panose="02040503050406030204" charset="0"/>
                                  <a:cs typeface="Cambria Math" panose="02040503050406030204" charset="0"/>
                                </a:rPr>
                                <m:t>g</m:t>
                              </m:r>
                            </m:sub>
                          </m:sSub>
                        </m:num>
                        <m:den>
                          <m:r>
                            <m:rPr>
                              <m:nor/>
                            </m:rPr>
                            <a:rPr lang="en-US" altLang="zh-CN" sz="2200" i="1" dirty="0">
                              <a:latin typeface="Cambria Math" panose="02040503050406030204" charset="0"/>
                              <a:cs typeface="Cambria Math" panose="02040503050406030204" charset="0"/>
                            </a:rPr>
                            <m:t>g</m:t>
                          </m:r>
                        </m:den>
                      </m:f>
                      <m:r>
                        <a:rPr kumimoji="1" lang="zh-CN" altLang="en-US" sz="2200">
                          <a:solidFill>
                            <a:prstClr val="black"/>
                          </a:solidFill>
                          <a:latin typeface="Cambria Math" panose="02040503050406030204" charset="0"/>
                          <a:ea typeface="黑体" panose="02010609060101010101" pitchFamily="49" charset="-122"/>
                          <a:cs typeface="+mn-ea"/>
                        </a:rPr>
                        <m:t>=</m:t>
                      </m:r>
                      <m:f>
                        <m:fPr>
                          <m:ctrlPr>
                            <a:rPr kumimoji="1" lang="zh-CN" altLang="en-US" sz="2200" i="1">
                              <a:solidFill>
                                <a:prstClr val="black"/>
                              </a:solidFill>
                              <a:latin typeface="Cambria Math" panose="02040503050406030204" charset="0"/>
                              <a:ea typeface="黑体" panose="02010609060101010101" pitchFamily="49" charset="-122"/>
                              <a:cs typeface="+mn-ea"/>
                            </a:rPr>
                          </m:ctrlPr>
                        </m:fPr>
                        <m:num>
                          <m:r>
                            <a:rPr kumimoji="1" lang="zh-CN" altLang="en-US" sz="2200">
                              <a:solidFill>
                                <a:prstClr val="black"/>
                              </a:solidFill>
                              <a:latin typeface="Cambria Math" panose="02040503050406030204" charset="0"/>
                              <a:ea typeface="黑体" panose="02010609060101010101" pitchFamily="49" charset="-122"/>
                              <a:cs typeface="+mn-ea"/>
                            </a:rPr>
                            <m:t>0</m:t>
                          </m:r>
                          <m:r>
                            <a:rPr kumimoji="1" lang="zh-CN" altLang="en-US" sz="2200">
                              <a:solidFill>
                                <a:prstClr val="black"/>
                              </a:solidFill>
                              <a:latin typeface="Cambria Math" panose="02040503050406030204" charset="0"/>
                              <a:ea typeface="黑体" panose="02010609060101010101" pitchFamily="49" charset="-122"/>
                              <a:cs typeface="+mn-ea"/>
                            </a:rPr>
                            <m:t>.</m:t>
                          </m:r>
                          <m:r>
                            <a:rPr kumimoji="1" lang="zh-CN" altLang="en-US" sz="2200">
                              <a:solidFill>
                                <a:prstClr val="black"/>
                              </a:solidFill>
                              <a:latin typeface="Cambria Math" panose="02040503050406030204" charset="0"/>
                              <a:ea typeface="黑体" panose="02010609060101010101" pitchFamily="49" charset="-122"/>
                              <a:cs typeface="+mn-ea"/>
                            </a:rPr>
                            <m:t>5</m:t>
                          </m:r>
                          <m:sSup>
                            <m:sSupPr>
                              <m:ctrlPr>
                                <a:rPr kumimoji="1" lang="zh-CN" altLang="en-US" sz="2200" i="1">
                                  <a:solidFill>
                                    <a:prstClr val="black"/>
                                  </a:solidFill>
                                  <a:latin typeface="Cambria Math" panose="02040503050406030204" charset="0"/>
                                  <a:ea typeface="黑体" panose="02010609060101010101" pitchFamily="49" charset="-122"/>
                                  <a:cs typeface="+mn-ea"/>
                                </a:rPr>
                              </m:ctrlPr>
                            </m:sSupPr>
                            <m:e>
                              <m:r>
                                <m:rPr>
                                  <m:sty m:val="p"/>
                                </m:rPr>
                                <a:rPr kumimoji="1" lang="zh-CN" altLang="en-US" sz="2200" i="0">
                                  <a:solidFill>
                                    <a:prstClr val="black"/>
                                  </a:solidFill>
                                  <a:latin typeface="Cambria Math" panose="02040503050406030204" charset="0"/>
                                  <a:ea typeface="黑体" panose="02010609060101010101" pitchFamily="49" charset="-122"/>
                                  <a:cs typeface="+mn-ea"/>
                                </a:rPr>
                                <m:t>π</m:t>
                              </m:r>
                            </m:e>
                            <m:sup>
                              <m:r>
                                <a:rPr kumimoji="1" lang="zh-CN" altLang="en-US" sz="2200">
                                  <a:solidFill>
                                    <a:prstClr val="black"/>
                                  </a:solidFill>
                                  <a:latin typeface="Cambria Math" panose="02040503050406030204" charset="0"/>
                                  <a:ea typeface="黑体" panose="02010609060101010101" pitchFamily="49" charset="-122"/>
                                  <a:cs typeface="+mn-ea"/>
                                </a:rPr>
                                <m:t>2</m:t>
                              </m:r>
                            </m:sup>
                          </m:sSup>
                        </m:num>
                        <m:den>
                          <m:f>
                            <m:fPr>
                              <m:ctrlPr>
                                <a:rPr kumimoji="1" lang="zh-CN" altLang="en-US" sz="2200" i="1">
                                  <a:solidFill>
                                    <a:prstClr val="black"/>
                                  </a:solidFill>
                                  <a:latin typeface="Cambria Math" panose="02040503050406030204" charset="0"/>
                                  <a:ea typeface="黑体" panose="02010609060101010101" pitchFamily="49" charset="-122"/>
                                  <a:cs typeface="+mn-ea"/>
                                </a:rPr>
                              </m:ctrlPr>
                            </m:fPr>
                            <m:num>
                              <m:r>
                                <a:rPr kumimoji="1" lang="zh-CN" altLang="en-US" sz="2200">
                                  <a:solidFill>
                                    <a:prstClr val="black"/>
                                  </a:solidFill>
                                  <a:latin typeface="Cambria Math" panose="02040503050406030204" charset="0"/>
                                  <a:ea typeface="黑体" panose="02010609060101010101" pitchFamily="49" charset="-122"/>
                                  <a:cs typeface="+mn-ea"/>
                                </a:rPr>
                                <m:t>4</m:t>
                              </m:r>
                              <m:sSup>
                                <m:sSupPr>
                                  <m:ctrlPr>
                                    <a:rPr kumimoji="1" lang="zh-CN" altLang="en-US" sz="2200" i="1">
                                      <a:solidFill>
                                        <a:prstClr val="black"/>
                                      </a:solidFill>
                                      <a:latin typeface="Cambria Math" panose="02040503050406030204" charset="0"/>
                                      <a:ea typeface="黑体" panose="02010609060101010101" pitchFamily="49" charset="-122"/>
                                      <a:cs typeface="+mn-ea"/>
                                    </a:rPr>
                                  </m:ctrlPr>
                                </m:sSupPr>
                                <m:e>
                                  <m:r>
                                    <m:rPr>
                                      <m:sty m:val="p"/>
                                    </m:rPr>
                                    <a:rPr kumimoji="1" lang="zh-CN" altLang="en-US" sz="2200" i="0">
                                      <a:solidFill>
                                        <a:prstClr val="black"/>
                                      </a:solidFill>
                                      <a:latin typeface="Cambria Math" panose="02040503050406030204" charset="0"/>
                                      <a:ea typeface="黑体" panose="02010609060101010101" pitchFamily="49" charset="-122"/>
                                      <a:cs typeface="+mn-ea"/>
                                    </a:rPr>
                                    <m:t>π</m:t>
                                  </m:r>
                                </m:e>
                                <m:sup>
                                  <m:r>
                                    <a:rPr kumimoji="1" lang="zh-CN" altLang="en-US" sz="2200">
                                      <a:solidFill>
                                        <a:prstClr val="black"/>
                                      </a:solidFill>
                                      <a:latin typeface="Cambria Math" panose="02040503050406030204" charset="0"/>
                                      <a:ea typeface="黑体" panose="02010609060101010101" pitchFamily="49" charset="-122"/>
                                      <a:cs typeface="+mn-ea"/>
                                    </a:rPr>
                                    <m:t>2</m:t>
                                  </m:r>
                                </m:sup>
                              </m:sSup>
                              <m:r>
                                <a:rPr kumimoji="1" lang="zh-CN" altLang="en-US" sz="2200">
                                  <a:solidFill>
                                    <a:prstClr val="black"/>
                                  </a:solidFill>
                                  <a:latin typeface="Cambria Math" panose="02040503050406030204" charset="0"/>
                                  <a:ea typeface="黑体" panose="02010609060101010101" pitchFamily="49" charset="-122"/>
                                  <a:cs typeface="+mn-ea"/>
                                </a:rPr>
                                <m:t>×</m:t>
                              </m:r>
                              <m:r>
                                <a:rPr kumimoji="1" lang="zh-CN" altLang="en-US" sz="2200">
                                  <a:solidFill>
                                    <a:prstClr val="black"/>
                                  </a:solidFill>
                                  <a:latin typeface="Cambria Math" panose="02040503050406030204" charset="0"/>
                                  <a:ea typeface="黑体" panose="02010609060101010101" pitchFamily="49" charset="-122"/>
                                  <a:cs typeface="+mn-ea"/>
                                </a:rPr>
                                <m:t>100</m:t>
                              </m:r>
                            </m:num>
                            <m:den>
                              <m:sSup>
                                <m:sSupPr>
                                  <m:ctrlPr>
                                    <a:rPr kumimoji="1" lang="zh-CN" altLang="en-US" sz="2200" i="1">
                                      <a:solidFill>
                                        <a:prstClr val="black"/>
                                      </a:solidFill>
                                      <a:latin typeface="Cambria Math" panose="02040503050406030204" charset="0"/>
                                      <a:ea typeface="黑体" panose="02010609060101010101" pitchFamily="49" charset="-122"/>
                                      <a:cs typeface="+mn-ea"/>
                                    </a:rPr>
                                  </m:ctrlPr>
                                </m:sSupPr>
                                <m:e>
                                  <m:r>
                                    <a:rPr kumimoji="1" lang="zh-CN" altLang="en-US" sz="2200">
                                      <a:solidFill>
                                        <a:prstClr val="black"/>
                                      </a:solidFill>
                                      <a:latin typeface="Cambria Math" panose="02040503050406030204" charset="0"/>
                                      <a:ea typeface="黑体" panose="02010609060101010101" pitchFamily="49" charset="-122"/>
                                      <a:cs typeface="+mn-ea"/>
                                    </a:rPr>
                                    <m:t>2</m:t>
                                  </m:r>
                                </m:e>
                                <m:sup>
                                  <m:r>
                                    <a:rPr kumimoji="1" lang="zh-CN" altLang="en-US" sz="2200">
                                      <a:solidFill>
                                        <a:prstClr val="black"/>
                                      </a:solidFill>
                                      <a:latin typeface="Cambria Math" panose="02040503050406030204" charset="0"/>
                                      <a:ea typeface="黑体" panose="02010609060101010101" pitchFamily="49" charset="-122"/>
                                      <a:cs typeface="+mn-ea"/>
                                    </a:rPr>
                                    <m:t>2</m:t>
                                  </m:r>
                                </m:sup>
                              </m:sSup>
                            </m:den>
                          </m:f>
                        </m:den>
                      </m:f>
                      <m:r>
                        <a:rPr kumimoji="1" lang="zh-CN" altLang="en-US" sz="2200">
                          <a:solidFill>
                            <a:prstClr val="black"/>
                          </a:solidFill>
                          <a:latin typeface="Cambria Math" panose="02040503050406030204" charset="0"/>
                          <a:ea typeface="黑体" panose="02010609060101010101" pitchFamily="49" charset="-122"/>
                          <a:cs typeface="+mn-ea"/>
                        </a:rPr>
                        <m:t>≈</m:t>
                      </m:r>
                      <m:r>
                        <a:rPr kumimoji="1" lang="zh-CN" altLang="en-US" sz="2200">
                          <a:solidFill>
                            <a:prstClr val="black"/>
                          </a:solidFill>
                          <a:latin typeface="Cambria Math" panose="02040503050406030204" charset="0"/>
                          <a:ea typeface="黑体" panose="02010609060101010101" pitchFamily="49" charset="-122"/>
                          <a:cs typeface="+mn-ea"/>
                        </a:rPr>
                        <m:t>0</m:t>
                      </m:r>
                      <m:r>
                        <a:rPr kumimoji="1" lang="zh-CN" altLang="en-US" sz="2200">
                          <a:solidFill>
                            <a:prstClr val="black"/>
                          </a:solidFill>
                          <a:latin typeface="Cambria Math" panose="02040503050406030204" charset="0"/>
                          <a:ea typeface="黑体" panose="02010609060101010101" pitchFamily="49" charset="-122"/>
                          <a:cs typeface="+mn-ea"/>
                        </a:rPr>
                        <m:t>.</m:t>
                      </m:r>
                      <m:r>
                        <a:rPr kumimoji="1" lang="zh-CN" altLang="en-US" sz="2200">
                          <a:solidFill>
                            <a:prstClr val="black"/>
                          </a:solidFill>
                          <a:latin typeface="Cambria Math" panose="02040503050406030204" charset="0"/>
                          <a:ea typeface="黑体" panose="02010609060101010101" pitchFamily="49" charset="-122"/>
                          <a:cs typeface="+mn-ea"/>
                        </a:rPr>
                        <m:t>5</m:t>
                      </m:r>
                      <m:r>
                        <a:rPr kumimoji="1" lang="en-US" altLang="zh-CN" sz="2200" b="0" i="1" smtClean="0">
                          <a:solidFill>
                            <a:prstClr val="black"/>
                          </a:solidFill>
                          <a:latin typeface="Cambria Math" panose="02040503050406030204" charset="0"/>
                          <a:ea typeface="黑体" panose="02010609060101010101" pitchFamily="49" charset="-122"/>
                          <a:cs typeface="+mn-ea"/>
                        </a:rPr>
                        <m:t>%</m:t>
                      </m:r>
                      <m:r>
                        <a:rPr kumimoji="1" lang="zh-CN" altLang="en-US" sz="2200">
                          <a:solidFill>
                            <a:prstClr val="black"/>
                          </a:solidFill>
                          <a:latin typeface="Cambria Math" panose="02040503050406030204" charset="0"/>
                          <a:ea typeface="黑体" panose="02010609060101010101" pitchFamily="49" charset="-122"/>
                          <a:cs typeface="+mn-ea"/>
                        </a:rPr>
                        <m:t>.</m:t>
                      </m:r>
                    </m:oMath>
                  </m:oMathPara>
                </a14:m>
                <a:endParaRPr kumimoji="1" lang="zh-CN" altLang="en-US" sz="2200" dirty="0">
                  <a:solidFill>
                    <a:prstClr val="black"/>
                  </a:solidFill>
                  <a:latin typeface="Times New Roman" panose="02020603050405020304"/>
                  <a:ea typeface="黑体" panose="02010609060101010101" pitchFamily="49" charset="-122"/>
                  <a:cs typeface="+mn-ea"/>
                </a:endParaRPr>
              </a:p>
            </p:txBody>
          </p:sp>
        </mc:Choice>
        <mc:Fallback>
          <p:sp>
            <p:nvSpPr>
              <p:cNvPr id="28" name="Object 10"/>
              <p:cNvSpPr txBox="1">
                <a:spLocks noRot="1" noChangeAspect="1" noMove="1" noResize="1" noEditPoints="1" noAdjustHandles="1" noChangeArrowheads="1" noChangeShapeType="1" noTextEdit="1"/>
              </p:cNvSpPr>
              <p:nvPr/>
            </p:nvSpPr>
            <p:spPr bwMode="auto">
              <a:xfrm>
                <a:off x="5752765" y="4775546"/>
                <a:ext cx="3728585" cy="1028700"/>
              </a:xfrm>
              <a:prstGeom prst="rect">
                <a:avLst/>
              </a:prstGeom>
              <a:blipFill rotWithShape="1">
                <a:blip r:embed="rId9"/>
                <a:stretch>
                  <a:fillRect l="-8" t="-34" r="4" b="-3053"/>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2" name="对象 23"/>
              <p:cNvSpPr txBox="1"/>
              <p:nvPr/>
            </p:nvSpPr>
            <p:spPr>
              <a:xfrm>
                <a:off x="5829510" y="906012"/>
                <a:ext cx="2044983" cy="889000"/>
              </a:xfrm>
              <a:prstGeom prst="rect">
                <a:avLst/>
              </a:prstGeom>
            </p:spPr>
            <p:txBody>
              <a:bodyPr>
                <a:noAutofit/>
              </a:bodyPr>
              <a:lstStyle/>
              <a:p>
                <a14:m>
                  <m:oMathPara xmlns:m="http://schemas.openxmlformats.org/officeDocument/2006/math">
                    <m:oMathParaPr>
                      <m:jc m:val="left"/>
                    </m:oMathParaPr>
                    <m:oMath xmlns:m="http://schemas.openxmlformats.org/officeDocument/2006/math">
                      <m:f>
                        <m:fPr>
                          <m:ctrlPr>
                            <a:rPr kumimoji="1" lang="zh-CN" altLang="en-US" sz="2200" i="1" smtClean="0">
                              <a:solidFill>
                                <a:prstClr val="black"/>
                              </a:solidFill>
                              <a:latin typeface="Cambria Math" panose="02040503050406030204" charset="0"/>
                              <a:ea typeface="黑体" panose="02010609060101010101" pitchFamily="49" charset="-122"/>
                              <a:cs typeface="+mn-ea"/>
                            </a:rPr>
                          </m:ctrlPr>
                        </m:fPr>
                        <m:num>
                          <m:r>
                            <a:rPr kumimoji="1" lang="zh-CN" altLang="en-US" sz="2200">
                              <a:solidFill>
                                <a:prstClr val="black"/>
                              </a:solidFill>
                              <a:latin typeface="Cambria Math" panose="02040503050406030204" charset="0"/>
                              <a:ea typeface="黑体" panose="02010609060101010101" pitchFamily="49" charset="-122"/>
                              <a:cs typeface="+mn-ea"/>
                            </a:rPr>
                            <m:t>𝜕</m:t>
                          </m:r>
                          <m:r>
                            <m:rPr>
                              <m:nor/>
                            </m:rPr>
                            <a:rPr lang="en-US" altLang="zh-CN" sz="2200" i="1" dirty="0">
                              <a:latin typeface="Cambria Math" panose="02040503050406030204" charset="0"/>
                              <a:cs typeface="Cambria Math" panose="02040503050406030204" charset="0"/>
                            </a:rPr>
                            <m:t>g</m:t>
                          </m:r>
                        </m:num>
                        <m:den>
                          <m:r>
                            <a:rPr kumimoji="1" lang="zh-CN" altLang="en-US" sz="2200">
                              <a:solidFill>
                                <a:prstClr val="black"/>
                              </a:solidFill>
                              <a:latin typeface="Cambria Math" panose="02040503050406030204" charset="0"/>
                              <a:ea typeface="黑体" panose="02010609060101010101" pitchFamily="49" charset="-122"/>
                              <a:cs typeface="+mn-ea"/>
                            </a:rPr>
                            <m:t>𝜕</m:t>
                          </m:r>
                          <m:r>
                            <a:rPr kumimoji="1" lang="zh-CN" altLang="en-US" sz="2200">
                              <a:solidFill>
                                <a:prstClr val="black"/>
                              </a:solidFill>
                              <a:latin typeface="Cambria Math" panose="02040503050406030204" charset="0"/>
                              <a:ea typeface="黑体" panose="02010609060101010101" pitchFamily="49" charset="-122"/>
                              <a:cs typeface="+mn-ea"/>
                            </a:rPr>
                            <m:t>𝑇</m:t>
                          </m:r>
                        </m:den>
                      </m:f>
                      <m:r>
                        <a:rPr kumimoji="1" lang="zh-CN" altLang="en-US" sz="2200">
                          <a:solidFill>
                            <a:prstClr val="black"/>
                          </a:solidFill>
                          <a:latin typeface="Cambria Math" panose="02040503050406030204" charset="0"/>
                          <a:ea typeface="黑体" panose="02010609060101010101" pitchFamily="49" charset="-122"/>
                          <a:cs typeface="+mn-ea"/>
                        </a:rPr>
                        <m:t>=−</m:t>
                      </m:r>
                      <m:r>
                        <a:rPr kumimoji="1" lang="en-US" altLang="zh-CN" sz="2200" b="0" i="0" smtClean="0">
                          <a:solidFill>
                            <a:prstClr val="black"/>
                          </a:solidFill>
                          <a:latin typeface="Cambria Math" panose="02040503050406030204" charset="0"/>
                          <a:ea typeface="黑体" panose="02010609060101010101" pitchFamily="49" charset="-122"/>
                          <a:cs typeface="+mn-ea"/>
                        </a:rPr>
                        <m:t> </m:t>
                      </m:r>
                      <m:f>
                        <m:fPr>
                          <m:ctrlPr>
                            <a:rPr kumimoji="1" lang="zh-CN" altLang="en-US" sz="2200" i="1">
                              <a:solidFill>
                                <a:prstClr val="black"/>
                              </a:solidFill>
                              <a:latin typeface="Cambria Math" panose="02040503050406030204" charset="0"/>
                              <a:ea typeface="黑体" panose="02010609060101010101" pitchFamily="49" charset="-122"/>
                              <a:cs typeface="+mn-ea"/>
                            </a:rPr>
                          </m:ctrlPr>
                        </m:fPr>
                        <m:num>
                          <m:r>
                            <a:rPr kumimoji="1" lang="zh-CN" altLang="en-US" sz="2200">
                              <a:solidFill>
                                <a:prstClr val="black"/>
                              </a:solidFill>
                              <a:latin typeface="Cambria Math" panose="02040503050406030204" charset="0"/>
                              <a:ea typeface="黑体" panose="02010609060101010101" pitchFamily="49" charset="-122"/>
                              <a:cs typeface="+mn-ea"/>
                            </a:rPr>
                            <m:t>8</m:t>
                          </m:r>
                          <m:sSup>
                            <m:sSupPr>
                              <m:ctrlPr>
                                <a:rPr kumimoji="1" lang="zh-CN" altLang="en-US" sz="2200" i="1">
                                  <a:solidFill>
                                    <a:prstClr val="black"/>
                                  </a:solidFill>
                                  <a:latin typeface="Cambria Math" panose="02040503050406030204" charset="0"/>
                                  <a:ea typeface="黑体" panose="02010609060101010101" pitchFamily="49" charset="-122"/>
                                  <a:cs typeface="+mn-ea"/>
                                </a:rPr>
                              </m:ctrlPr>
                            </m:sSupPr>
                            <m:e>
                              <m:r>
                                <m:rPr>
                                  <m:sty m:val="p"/>
                                </m:rPr>
                                <a:rPr kumimoji="1" lang="zh-CN" altLang="en-US" sz="2200" i="0">
                                  <a:solidFill>
                                    <a:prstClr val="black"/>
                                  </a:solidFill>
                                  <a:latin typeface="Cambria Math" panose="02040503050406030204" charset="0"/>
                                  <a:ea typeface="黑体" panose="02010609060101010101" pitchFamily="49" charset="-122"/>
                                  <a:cs typeface="+mn-ea"/>
                                </a:rPr>
                                <m:t>π</m:t>
                              </m:r>
                            </m:e>
                            <m:sup>
                              <m:r>
                                <a:rPr kumimoji="1" lang="zh-CN" altLang="en-US" sz="2200">
                                  <a:solidFill>
                                    <a:prstClr val="black"/>
                                  </a:solidFill>
                                  <a:latin typeface="Cambria Math" panose="02040503050406030204" charset="0"/>
                                  <a:ea typeface="黑体" panose="02010609060101010101" pitchFamily="49" charset="-122"/>
                                  <a:cs typeface="+mn-ea"/>
                                </a:rPr>
                                <m:t>2</m:t>
                              </m:r>
                            </m:sup>
                          </m:sSup>
                        </m:num>
                        <m:den>
                          <m:sSup>
                            <m:sSupPr>
                              <m:ctrlPr>
                                <a:rPr kumimoji="1" lang="zh-CN" altLang="en-US" sz="2200" i="1">
                                  <a:solidFill>
                                    <a:prstClr val="black"/>
                                  </a:solidFill>
                                  <a:latin typeface="Cambria Math" panose="02040503050406030204" charset="0"/>
                                  <a:ea typeface="黑体" panose="02010609060101010101" pitchFamily="49" charset="-122"/>
                                  <a:cs typeface="+mn-ea"/>
                                </a:rPr>
                              </m:ctrlPr>
                            </m:sSupPr>
                            <m:e>
                              <m:r>
                                <a:rPr kumimoji="1" lang="zh-CN" altLang="en-US" sz="2200">
                                  <a:solidFill>
                                    <a:prstClr val="black"/>
                                  </a:solidFill>
                                  <a:latin typeface="Cambria Math" panose="02040503050406030204" charset="0"/>
                                  <a:ea typeface="黑体" panose="02010609060101010101" pitchFamily="49" charset="-122"/>
                                  <a:cs typeface="+mn-ea"/>
                                </a:rPr>
                                <m:t>𝑇</m:t>
                              </m:r>
                            </m:e>
                            <m:sup>
                              <m:r>
                                <a:rPr kumimoji="1" lang="zh-CN" altLang="en-US" sz="2200">
                                  <a:solidFill>
                                    <a:prstClr val="black"/>
                                  </a:solidFill>
                                  <a:latin typeface="Cambria Math" panose="02040503050406030204" charset="0"/>
                                  <a:ea typeface="黑体" panose="02010609060101010101" pitchFamily="49" charset="-122"/>
                                  <a:cs typeface="+mn-ea"/>
                                </a:rPr>
                                <m:t>3</m:t>
                              </m:r>
                            </m:sup>
                          </m:sSup>
                        </m:den>
                      </m:f>
                      <m:r>
                        <a:rPr kumimoji="1" lang="en-US" altLang="zh-CN" sz="2200" b="0" i="1" smtClean="0">
                          <a:solidFill>
                            <a:prstClr val="black"/>
                          </a:solidFill>
                          <a:latin typeface="Cambria Math" panose="02040503050406030204" charset="0"/>
                          <a:ea typeface="黑体" panose="02010609060101010101" pitchFamily="49" charset="-122"/>
                          <a:cs typeface="+mn-ea"/>
                        </a:rPr>
                        <m:t>𝑙</m:t>
                      </m:r>
                      <m:r>
                        <a:rPr kumimoji="1" lang="en-US" altLang="zh-CN" sz="2200" b="0" i="0" smtClean="0">
                          <a:solidFill>
                            <a:prstClr val="black"/>
                          </a:solidFill>
                          <a:latin typeface="Cambria Math" panose="02040503050406030204" charset="0"/>
                          <a:ea typeface="黑体" panose="02010609060101010101" pitchFamily="49" charset="-122"/>
                          <a:cs typeface="+mn-ea"/>
                        </a:rPr>
                        <m:t> </m:t>
                      </m:r>
                      <m:r>
                        <a:rPr kumimoji="1" lang="zh-CN" altLang="en-US" sz="2200">
                          <a:solidFill>
                            <a:prstClr val="black"/>
                          </a:solidFill>
                          <a:latin typeface="Cambria Math" panose="02040503050406030204" charset="0"/>
                          <a:ea typeface="黑体" panose="02010609060101010101" pitchFamily="49" charset="-122"/>
                          <a:cs typeface="+mn-ea"/>
                        </a:rPr>
                        <m:t>,</m:t>
                      </m:r>
                    </m:oMath>
                  </m:oMathPara>
                </a14:m>
                <a:endParaRPr kumimoji="1" lang="zh-CN" altLang="en-US" sz="2200" dirty="0">
                  <a:solidFill>
                    <a:prstClr val="black"/>
                  </a:solidFill>
                  <a:latin typeface="Times New Roman" panose="02020603050405020304"/>
                  <a:ea typeface="黑体" panose="02010609060101010101" pitchFamily="49" charset="-122"/>
                  <a:cs typeface="+mn-ea"/>
                </a:endParaRPr>
              </a:p>
            </p:txBody>
          </p:sp>
        </mc:Choice>
        <mc:Fallback>
          <p:sp>
            <p:nvSpPr>
              <p:cNvPr id="2" name="对象 23"/>
              <p:cNvSpPr txBox="1">
                <a:spLocks noRot="1" noChangeAspect="1" noMove="1" noResize="1" noEditPoints="1" noAdjustHandles="1" noChangeArrowheads="1" noChangeShapeType="1" noTextEdit="1"/>
              </p:cNvSpPr>
              <p:nvPr/>
            </p:nvSpPr>
            <p:spPr>
              <a:xfrm>
                <a:off x="5829510" y="906012"/>
                <a:ext cx="2044983" cy="889000"/>
              </a:xfrm>
              <a:prstGeom prst="rect">
                <a:avLst/>
              </a:prstGeom>
              <a:blipFill rotWithShape="1">
                <a:blip r:embed="rId10"/>
                <a:stretch>
                  <a:fillRect l="-10" t="-56" r="24" b="56"/>
                </a:stretch>
              </a:blipFill>
            </p:spPr>
            <p:txBody>
              <a:bodyPr/>
              <a:lstStyle/>
              <a:p>
                <a:r>
                  <a:rPr lang="zh-CN" altLang="en-US">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wipe(left)">
                                      <p:cBhvr>
                                        <p:cTn id="7" dur="500"/>
                                        <p:tgtEl>
                                          <p:spTgt spid="20"/>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4"/>
                                        </p:tgtEl>
                                        <p:attrNameLst>
                                          <p:attrName>style.visibility</p:attrName>
                                        </p:attrNameLst>
                                      </p:cBhvr>
                                      <p:to>
                                        <p:strVal val="visible"/>
                                      </p:to>
                                    </p:set>
                                    <p:animEffect transition="in" filter="wipe(left)">
                                      <p:cBhvr>
                                        <p:cTn id="12" dur="500"/>
                                        <p:tgtEl>
                                          <p:spTgt spid="24"/>
                                        </p:tgtEl>
                                      </p:cBhvr>
                                    </p:animEffect>
                                  </p:childTnLst>
                                </p:cTn>
                              </p:par>
                              <p:par>
                                <p:cTn id="13" presetID="22" presetClass="entr" presetSubtype="8" fill="hold" grpId="0" nodeType="withEffect">
                                  <p:stCondLst>
                                    <p:cond delay="0"/>
                                  </p:stCondLst>
                                  <p:childTnLst>
                                    <p:set>
                                      <p:cBhvr>
                                        <p:cTn id="14" dur="1" fill="hold">
                                          <p:stCondLst>
                                            <p:cond delay="0"/>
                                          </p:stCondLst>
                                        </p:cTn>
                                        <p:tgtEl>
                                          <p:spTgt spid="2"/>
                                        </p:tgtEl>
                                        <p:attrNameLst>
                                          <p:attrName>style.visibility</p:attrName>
                                        </p:attrNameLst>
                                      </p:cBhvr>
                                      <p:to>
                                        <p:strVal val="visible"/>
                                      </p:to>
                                    </p:set>
                                    <p:animEffect transition="in" filter="wipe(left)">
                                      <p:cBhvr>
                                        <p:cTn id="15" dur="500"/>
                                        <p:tgtEl>
                                          <p:spTgt spid="2"/>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grpId="0" nodeType="clickEffect">
                                  <p:stCondLst>
                                    <p:cond delay="0"/>
                                  </p:stCondLst>
                                  <p:childTnLst>
                                    <p:set>
                                      <p:cBhvr>
                                        <p:cTn id="19" dur="1" fill="hold">
                                          <p:stCondLst>
                                            <p:cond delay="0"/>
                                          </p:stCondLst>
                                        </p:cTn>
                                        <p:tgtEl>
                                          <p:spTgt spid="21"/>
                                        </p:tgtEl>
                                        <p:attrNameLst>
                                          <p:attrName>style.visibility</p:attrName>
                                        </p:attrNameLst>
                                      </p:cBhvr>
                                      <p:to>
                                        <p:strVal val="visible"/>
                                      </p:to>
                                    </p:set>
                                    <p:animEffect transition="in" filter="wipe(left)">
                                      <p:cBhvr>
                                        <p:cTn id="20" dur="500"/>
                                        <p:tgtEl>
                                          <p:spTgt spid="21"/>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grpId="0" nodeType="clickEffect">
                                  <p:stCondLst>
                                    <p:cond delay="0"/>
                                  </p:stCondLst>
                                  <p:childTnLst>
                                    <p:set>
                                      <p:cBhvr>
                                        <p:cTn id="24" dur="1" fill="hold">
                                          <p:stCondLst>
                                            <p:cond delay="0"/>
                                          </p:stCondLst>
                                        </p:cTn>
                                        <p:tgtEl>
                                          <p:spTgt spid="22"/>
                                        </p:tgtEl>
                                        <p:attrNameLst>
                                          <p:attrName>style.visibility</p:attrName>
                                        </p:attrNameLst>
                                      </p:cBhvr>
                                      <p:to>
                                        <p:strVal val="visible"/>
                                      </p:to>
                                    </p:set>
                                    <p:animEffect transition="in" filter="wipe(left)">
                                      <p:cBhvr>
                                        <p:cTn id="25" dur="500"/>
                                        <p:tgtEl>
                                          <p:spTgt spid="22"/>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8" fill="hold" grpId="0" nodeType="clickEffect">
                                  <p:stCondLst>
                                    <p:cond delay="0"/>
                                  </p:stCondLst>
                                  <p:childTnLst>
                                    <p:set>
                                      <p:cBhvr>
                                        <p:cTn id="29" dur="1" fill="hold">
                                          <p:stCondLst>
                                            <p:cond delay="0"/>
                                          </p:stCondLst>
                                        </p:cTn>
                                        <p:tgtEl>
                                          <p:spTgt spid="23"/>
                                        </p:tgtEl>
                                        <p:attrNameLst>
                                          <p:attrName>style.visibility</p:attrName>
                                        </p:attrNameLst>
                                      </p:cBhvr>
                                      <p:to>
                                        <p:strVal val="visible"/>
                                      </p:to>
                                    </p:set>
                                    <p:animEffect transition="in" filter="wipe(left)">
                                      <p:cBhvr>
                                        <p:cTn id="30" dur="500"/>
                                        <p:tgtEl>
                                          <p:spTgt spid="23"/>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8" fill="hold" grpId="0" nodeType="clickEffect">
                                  <p:stCondLst>
                                    <p:cond delay="0"/>
                                  </p:stCondLst>
                                  <p:childTnLst>
                                    <p:set>
                                      <p:cBhvr>
                                        <p:cTn id="34" dur="1" fill="hold">
                                          <p:stCondLst>
                                            <p:cond delay="0"/>
                                          </p:stCondLst>
                                        </p:cTn>
                                        <p:tgtEl>
                                          <p:spTgt spid="25"/>
                                        </p:tgtEl>
                                        <p:attrNameLst>
                                          <p:attrName>style.visibility</p:attrName>
                                        </p:attrNameLst>
                                      </p:cBhvr>
                                      <p:to>
                                        <p:strVal val="visible"/>
                                      </p:to>
                                    </p:set>
                                    <p:animEffect transition="in" filter="wipe(left)">
                                      <p:cBhvr>
                                        <p:cTn id="35" dur="500"/>
                                        <p:tgtEl>
                                          <p:spTgt spid="25"/>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8" fill="hold" grpId="0" nodeType="clickEffect">
                                  <p:stCondLst>
                                    <p:cond delay="0"/>
                                  </p:stCondLst>
                                  <p:childTnLst>
                                    <p:set>
                                      <p:cBhvr>
                                        <p:cTn id="39" dur="1" fill="hold">
                                          <p:stCondLst>
                                            <p:cond delay="0"/>
                                          </p:stCondLst>
                                        </p:cTn>
                                        <p:tgtEl>
                                          <p:spTgt spid="26"/>
                                        </p:tgtEl>
                                        <p:attrNameLst>
                                          <p:attrName>style.visibility</p:attrName>
                                        </p:attrNameLst>
                                      </p:cBhvr>
                                      <p:to>
                                        <p:strVal val="visible"/>
                                      </p:to>
                                    </p:set>
                                    <p:animEffect transition="in" filter="wipe(left)">
                                      <p:cBhvr>
                                        <p:cTn id="40" dur="500"/>
                                        <p:tgtEl>
                                          <p:spTgt spid="26"/>
                                        </p:tgtEl>
                                      </p:cBhvr>
                                    </p:animEffect>
                                  </p:childTnLst>
                                </p:cTn>
                              </p:par>
                            </p:childTnLst>
                          </p:cTn>
                        </p:par>
                      </p:childTnLst>
                    </p:cTn>
                  </p:par>
                  <p:par>
                    <p:cTn id="41" fill="hold">
                      <p:stCondLst>
                        <p:cond delay="indefinite"/>
                      </p:stCondLst>
                      <p:childTnLst>
                        <p:par>
                          <p:cTn id="42" fill="hold">
                            <p:stCondLst>
                              <p:cond delay="0"/>
                            </p:stCondLst>
                            <p:childTnLst>
                              <p:par>
                                <p:cTn id="43" presetID="22" presetClass="entr" presetSubtype="8" fill="hold" grpId="0" nodeType="clickEffect">
                                  <p:stCondLst>
                                    <p:cond delay="0"/>
                                  </p:stCondLst>
                                  <p:childTnLst>
                                    <p:set>
                                      <p:cBhvr>
                                        <p:cTn id="44" dur="1" fill="hold">
                                          <p:stCondLst>
                                            <p:cond delay="0"/>
                                          </p:stCondLst>
                                        </p:cTn>
                                        <p:tgtEl>
                                          <p:spTgt spid="27"/>
                                        </p:tgtEl>
                                        <p:attrNameLst>
                                          <p:attrName>style.visibility</p:attrName>
                                        </p:attrNameLst>
                                      </p:cBhvr>
                                      <p:to>
                                        <p:strVal val="visible"/>
                                      </p:to>
                                    </p:set>
                                    <p:animEffect transition="in" filter="wipe(left)">
                                      <p:cBhvr>
                                        <p:cTn id="45" dur="500"/>
                                        <p:tgtEl>
                                          <p:spTgt spid="27"/>
                                        </p:tgtEl>
                                      </p:cBhvr>
                                    </p:animEffect>
                                  </p:childTnLst>
                                </p:cTn>
                              </p:par>
                            </p:childTnLst>
                          </p:cTn>
                        </p:par>
                      </p:childTnLst>
                    </p:cTn>
                  </p:par>
                  <p:par>
                    <p:cTn id="46" fill="hold">
                      <p:stCondLst>
                        <p:cond delay="indefinite"/>
                      </p:stCondLst>
                      <p:childTnLst>
                        <p:par>
                          <p:cTn id="47" fill="hold">
                            <p:stCondLst>
                              <p:cond delay="0"/>
                            </p:stCondLst>
                            <p:childTnLst>
                              <p:par>
                                <p:cTn id="48" presetID="22" presetClass="entr" presetSubtype="8" fill="hold" grpId="0" nodeType="clickEffect">
                                  <p:stCondLst>
                                    <p:cond delay="0"/>
                                  </p:stCondLst>
                                  <p:childTnLst>
                                    <p:set>
                                      <p:cBhvr>
                                        <p:cTn id="49" dur="1" fill="hold">
                                          <p:stCondLst>
                                            <p:cond delay="0"/>
                                          </p:stCondLst>
                                        </p:cTn>
                                        <p:tgtEl>
                                          <p:spTgt spid="28"/>
                                        </p:tgtEl>
                                        <p:attrNameLst>
                                          <p:attrName>style.visibility</p:attrName>
                                        </p:attrNameLst>
                                      </p:cBhvr>
                                      <p:to>
                                        <p:strVal val="visible"/>
                                      </p:to>
                                    </p:set>
                                    <p:animEffect transition="in" filter="wipe(left)">
                                      <p:cBhvr>
                                        <p:cTn id="50" dur="5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p:bldP spid="21" grpId="0"/>
      <p:bldP spid="22" grpId="0"/>
      <p:bldP spid="23" grpId="0"/>
      <p:bldP spid="24" grpId="0"/>
      <p:bldP spid="25" grpId="0"/>
      <p:bldP spid="26" grpId="0"/>
      <p:bldP spid="27" grpId="0"/>
      <p:bldP spid="28" grpId="0"/>
      <p:bldP spid="2"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sld>
</file>

<file path=ppt/tags/tag1.xml><?xml version="1.0" encoding="utf-8"?>
<p:tagLst xmlns:p="http://schemas.openxmlformats.org/presentationml/2006/main">
  <p:tag name="PA" val="v5.2.9"/>
</p:tagLst>
</file>

<file path=ppt/tags/tag2.xml><?xml version="1.0" encoding="utf-8"?>
<p:tagLst xmlns:p="http://schemas.openxmlformats.org/presentationml/2006/main">
  <p:tag name="PA" val="v5.2.9"/>
</p:tagLst>
</file>

<file path=ppt/tags/tag3.xml><?xml version="1.0" encoding="utf-8"?>
<p:tagLst xmlns:p="http://schemas.openxmlformats.org/presentationml/2006/main">
  <p:tag name="PA" val="v5.2.9"/>
</p:tagLst>
</file>

<file path=ppt/tags/tag4.xml><?xml version="1.0" encoding="utf-8"?>
<p:tagLst xmlns:p="http://schemas.openxmlformats.org/presentationml/2006/main">
  <p:tag name="PA" val="v5.2.9"/>
</p:tagLst>
</file>

<file path=ppt/tags/tag5.xml><?xml version="1.0" encoding="utf-8"?>
<p:tagLst xmlns:p="http://schemas.openxmlformats.org/presentationml/2006/main">
  <p:tag name="PA" val="v5.2.9"/>
</p:tagLst>
</file>

<file path=ppt/tags/tag6.xml><?xml version="1.0" encoding="utf-8"?>
<p:tagLst xmlns:p="http://schemas.openxmlformats.org/presentationml/2006/main">
  <p:tag name="COMMONDATA" val="eyJoZGlkIjoiZWZkODBiMGY1YmQ1MDgyN2Q2NGE3YzQ0YzI2NDc4MmYifQ=="/>
  <p:tag name="KSO_WPP_MARK_KEY" val="fdc9232b-9af6-4935-ba35-6661cd720253"/>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gradFill flip="none" rotWithShape="1">
          <a:gsLst>
            <a:gs pos="100000">
              <a:srgbClr val="007434">
                <a:alpha val="31000"/>
              </a:srgbClr>
            </a:gs>
            <a:gs pos="4000">
              <a:schemeClr val="bg1">
                <a:alpha val="0"/>
              </a:schemeClr>
            </a:gs>
          </a:gsLst>
          <a:lin ang="15600000" scaled="0"/>
          <a:tileRect/>
        </a:gradFill>
        <a:ln>
          <a:noFill/>
        </a:ln>
      </a:spPr>
      <a:bodyPr rtlCol="0" anchor="ctr"/>
      <a:lstStyle>
        <a:defPPr algn="ctr">
          <a:defRPr>
            <a:latin typeface="字魂36号-正文宋楷" panose="00000500000000000000" pitchFamily="2" charset="-122"/>
            <a:ea typeface="字魂36号-正文宋楷" panose="00000500000000000000" pitchFamily="2" charset="-122"/>
          </a:defRPr>
        </a:defPPr>
      </a:lstStyle>
      <a:style>
        <a:lnRef idx="2">
          <a:schemeClr val="accent1">
            <a:shade val="50000"/>
          </a:schemeClr>
        </a:lnRef>
        <a:fillRef idx="1">
          <a:schemeClr val="accent1"/>
        </a:fillRef>
        <a:effectRef idx="0">
          <a:schemeClr val="accent1"/>
        </a:effectRef>
        <a:fontRef idx="minor">
          <a:schemeClr val="lt1"/>
        </a:fontRef>
      </a:style>
    </a:sp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7035</Words>
  <Application>WPS 演示</Application>
  <PresentationFormat>宽屏</PresentationFormat>
  <Paragraphs>660</Paragraphs>
  <Slides>30</Slides>
  <Notes>0</Notes>
  <HiddenSlides>0</HiddenSlides>
  <MMClips>0</MMClips>
  <ScaleCrop>false</ScaleCrop>
  <HeadingPairs>
    <vt:vector size="6" baseType="variant">
      <vt:variant>
        <vt:lpstr>已用的字体</vt:lpstr>
      </vt:variant>
      <vt:variant>
        <vt:i4>19</vt:i4>
      </vt:variant>
      <vt:variant>
        <vt:lpstr>主题</vt:lpstr>
      </vt:variant>
      <vt:variant>
        <vt:i4>1</vt:i4>
      </vt:variant>
      <vt:variant>
        <vt:lpstr>幻灯片标题</vt:lpstr>
      </vt:variant>
      <vt:variant>
        <vt:i4>30</vt:i4>
      </vt:variant>
    </vt:vector>
  </HeadingPairs>
  <TitlesOfParts>
    <vt:vector size="50" baseType="lpstr">
      <vt:lpstr>Arial</vt:lpstr>
      <vt:lpstr>宋体</vt:lpstr>
      <vt:lpstr>Wingdings</vt:lpstr>
      <vt:lpstr>字魂36号-正文宋楷</vt:lpstr>
      <vt:lpstr>Calibri</vt:lpstr>
      <vt:lpstr>微软雅黑</vt:lpstr>
      <vt:lpstr>华文中宋</vt:lpstr>
      <vt:lpstr>方正大标宋简体</vt:lpstr>
      <vt:lpstr>Arial Unicode MS</vt:lpstr>
      <vt:lpstr>微软雅黑 Light</vt:lpstr>
      <vt:lpstr>Calisto MT</vt:lpstr>
      <vt:lpstr>Times New Roman</vt:lpstr>
      <vt:lpstr>Cambria Math</vt:lpstr>
      <vt:lpstr>黑体</vt:lpstr>
      <vt:lpstr>楷体_GB2312</vt:lpstr>
      <vt:lpstr>新宋体</vt:lpstr>
      <vt:lpstr>Times New Roman</vt:lpstr>
      <vt:lpstr>Calibri Light</vt:lpstr>
      <vt:lpstr>Symbol</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HEP</dc:creator>
  <cp:lastModifiedBy>wps</cp:lastModifiedBy>
  <cp:revision>478</cp:revision>
  <cp:lastPrinted>2023-06-06T06:09:00Z</cp:lastPrinted>
  <dcterms:created xsi:type="dcterms:W3CDTF">2022-03-21T05:54:00Z</dcterms:created>
  <dcterms:modified xsi:type="dcterms:W3CDTF">2026-04-06T13:26:08Z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C93CED513F0B46FCBF998E52C285068F</vt:lpwstr>
  </property>
  <property fmtid="{D5CDD505-2E9C-101B-9397-08002B2CF9AE}" pid="3" name="KSOProductBuildVer">
    <vt:lpwstr>2052-12.1.0.23542</vt:lpwstr>
  </property>
</Properties>
</file>